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in one line: how does a machine learn anything? In 30 minutes you will know, and then you will build one yourself on your phone. Keep the energy up — the payoff is the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Ask: which one is the mango? Wait. All four are mangoes, drawn by four different people. Ask: how did you know so fast? Nobody gave you a rule. Collect two or three answers, then move on — the point lands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Nobody handed you a rulebook for 'mango'. You saw hundreds: in the bazaar, on trees, cut on a plate, badly drawn by a cousin. Each one nudged your idea of 'mango' a little. That is learning from examples. Hold this phrase; it is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interactive. Ask students to shout rules for 'is this a mango?'. Write two or three on the board. Then ask for something that breaks each rule. Green mangoes exist. Oranges are round and orange. Drawings have no smell. Every rule breaks somewhere; examples bend instead. This is why nobody programs face unlock with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This is the only technical slide that matters. A drawing is squashed to a 16 by 16 grid: 256 little squares. Each square becomes a number from 0 (white) to 1 (black). The machine never sees a mango. It sees 256 numbers. Ask: could you tell a mango from a cricket ball if someone read you 256 numbers? No. Yet the machine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Cartoon version of a neural network, and it is honestly what runs on their phones later. Left: 256 inputs, one per pixel. Middle: 10 neurons. Call them detectives: each one learns to look for some pattern (a curve here, a straight line there). Right: one output, mango or cricket ball. Every line between them has a knob, a weight. There are about 2,600 knobs. At the start every knob is set randomly, so the machine guesses like a coin toss.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Training is a loop. Show it one drawing. It guesses. Compare the guess with the label you gave. Nudge every knob a tiny bit in the direction that would have made the guess less wrong. Next drawing. Ten drawings, 240 laps, about one second on a phone. Don't use the word gradient. If someone asks how it knows which way to nudge: it tries the tiniest change and keeps the direction that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output is never yes or no. It is a number between 0 and 1, which we show as a percentage. 0.78 means 'leaning cricket ball'. 0.51 means 'no idea'. Keep this in mind for later: a confident machine can still be confidently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This is the app you will use in a few minutes. Left: a team drawing mangoes and cricket balls; each drawing added becomes one example in the training set at the bottom. Right: after Train, the score on their own drawings and a test with a fresh drawing. Walk through the buttons: Add this drawing, Train it, What is it?, Send my machine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Every one of these learned from examples, not rules. Face unlock saw thousands of photos of your face. The spam filter saw millions of emails people marked as spam. Autocorrect saw what people typed and fixed. Recommendations watch what you skip. Fraud alerts learned what normal spending looks like for you. Ask: which of these has ever been wrong for you? All of them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quick poll. Read each one; hands up if it learned from examples. Calculator: no, pure rules. Face unlock: yes. Alarm clock: no. Spam filter: yes. Maps arrival time: yes, it learned from millions of past trips. The point: 'computer' does not mean 'learned'. Most software is still rules. Learning is the new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Build suspense and say nothing more. Whatever you do, do not explain what is coming. The activity only works if the drop surprises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Briefing. Teams of up to four; every member draws at least one of each. Join with the room code or QR on the projector. Draw five mangoes and five cricket balls, big and in the middle. Train. Test with a fresh drawing. Only send when the whole team agrees the machine is good. Twenty minutes for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the projector to the app now: Teacher → your room → Lobby shows the code and QR live. Leave this slide up only if the projector can't switch. Press Start teaching once teams are 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show anything past this point until the tournament has been revealed and the room has argued about it. The gap between 'own' and 'strangers' is the lesson; it only lands if they were surprised.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tell you first. They will say 'it learned our handwriting', 'it only knows how we draw'. Now, and only now, give the words. Overfitting: it memorised the quirks of the few examples it saw. Generalisation: working on examples it never saw, which is the only thing that actually matters. Point at the projector screenshot: same machines, different pencils.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real world. The mango app from the closing screen: trained on one farm's photos, rejects your uncle's mangoes in Multan. Three documented cases, keep them factual: a 2018 MIT study found commercial face-recognition products made far more errors on darker-skinned women than on lighter-skinned men; voice assistants have been shown to make more mistakes with some accents; medical image models trained mostly at one hospital did worse at other hospitals. Ask the question at the bottom and let it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ran Round 2, point to the deltas: teams that added drawings in other styles climbed. That is the fix, and it is not a better machine, it is a wider view. Three habits: more variety in the examples; always test on strangers before trusting; ask who is missing from the data before you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or homework. One line each. Collect them; the answers make a good opener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AB">
    <p:bg>
      <p:bgPr>
        <a:solidFill>
          <a:srgbClr val="FFF7E8"/>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FF8A3D"/>
          </a:solidFill>
          <a:ln/>
        </p:spPr>
      </p:sp>
      <p:sp>
        <p:nvSpPr>
          <p:cNvPr id="3" name="Text 1"/>
          <p:cNvSpPr/>
          <p:nvPr/>
        </p:nvSpPr>
        <p:spPr>
          <a:xfrm>
            <a:off x="457200" y="4759452"/>
            <a:ext cx="2743200" cy="274320"/>
          </a:xfrm>
          <a:prstGeom prst="rect">
            <a:avLst/>
          </a:prstGeom>
          <a:noFill/>
          <a:ln/>
        </p:spPr>
        <p:txBody>
          <a:bodyPr wrap="square" rtlCol="0" anchor="ctr"/>
          <a:lstStyle/>
          <a:p>
            <a:pPr indent="0" marL="0">
              <a:buNone/>
            </a:pPr>
            <a:r>
              <a:rPr lang="en-US" sz="1000" b="1" dirty="0">
                <a:solidFill>
                  <a:srgbClr val="6F6785"/>
                </a:solidFill>
                <a:latin typeface="Calibri" pitchFamily="34" charset="0"/>
                <a:ea typeface="Calibri" pitchFamily="34" charset="-122"/>
                <a:cs typeface="Calibri" pitchFamily="34" charset="-120"/>
              </a:rPr>
              <a:t>🧠 Neural Lab</a:t>
            </a:r>
            <a:endParaRPr lang="en-US" sz="10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457200" y="457200"/>
            <a:ext cx="2194560" cy="329184"/>
          </a:xfrm>
          <a:prstGeom prst="roundRect">
            <a:avLst>
              <a:gd name="adj" fmla="val 50000"/>
            </a:avLst>
          </a:prstGeom>
          <a:solidFill>
            <a:srgbClr val="FFD23F"/>
          </a:solidFill>
          <a:ln>
            <a:solidFill>
              <a:srgbClr val="FFD23F"/>
            </a:solidFill>
          </a:ln>
        </p:spPr>
        <p:txBody>
          <a:bodyPr wrap="square" rtlCol="0" anchor="ctr"/>
          <a:lstStyle/>
          <a:p>
            <a:pPr algn="ctr" indent="0" marL="0">
              <a:buNone/>
            </a:pPr>
            <a:r>
              <a:rPr lang="en-US" sz="1100" b="1" dirty="0">
                <a:solidFill>
                  <a:srgbClr val="2A2140"/>
                </a:solidFill>
                <a:latin typeface="Calibri" pitchFamily="34" charset="0"/>
                <a:ea typeface="Calibri" pitchFamily="34" charset="-122"/>
                <a:cs typeface="Calibri" pitchFamily="34" charset="-120"/>
              </a:rPr>
              <a:t>GRADES 9–12 · 30–40 MIN</a:t>
            </a:r>
            <a:endParaRPr lang="en-US" sz="1100" dirty="0"/>
          </a:p>
        </p:txBody>
      </p:sp>
      <p:sp>
        <p:nvSpPr>
          <p:cNvPr id="4" name="Text 1"/>
          <p:cNvSpPr/>
          <p:nvPr/>
        </p:nvSpPr>
        <p:spPr>
          <a:xfrm>
            <a:off x="457200" y="914400"/>
            <a:ext cx="5669280" cy="1463040"/>
          </a:xfrm>
          <a:prstGeom prst="rect">
            <a:avLst/>
          </a:prstGeom>
          <a:noFill/>
          <a:ln/>
        </p:spPr>
        <p:txBody>
          <a:bodyPr wrap="square" rtlCol="0" anchor="ctr"/>
          <a:lstStyle/>
          <a:p>
            <a:pPr indent="0" marL="0">
              <a:buNone/>
            </a:pPr>
            <a:r>
              <a:rPr lang="en-US" sz="4800" b="1" dirty="0">
                <a:solidFill>
                  <a:srgbClr val="2A2140"/>
                </a:solidFill>
                <a:latin typeface="Segoe UI Black" pitchFamily="34" charset="0"/>
                <a:ea typeface="Segoe UI Black" pitchFamily="34" charset="-122"/>
                <a:cs typeface="Segoe UI Black" pitchFamily="34" charset="-120"/>
              </a:rPr>
              <a:t>How does a machine learn?</a:t>
            </a:r>
            <a:endParaRPr lang="en-US" sz="4800" dirty="0"/>
          </a:p>
        </p:txBody>
      </p:sp>
      <p:sp>
        <p:nvSpPr>
          <p:cNvPr id="5" name="Text 2"/>
          <p:cNvSpPr/>
          <p:nvPr/>
        </p:nvSpPr>
        <p:spPr>
          <a:xfrm>
            <a:off x="457200" y="2423160"/>
            <a:ext cx="5486400" cy="731520"/>
          </a:xfrm>
          <a:prstGeom prst="rect">
            <a:avLst/>
          </a:prstGeom>
          <a:noFill/>
          <a:ln/>
        </p:spPr>
        <p:txBody>
          <a:bodyPr wrap="square" rtlCol="0" anchor="ctr"/>
          <a:lstStyle/>
          <a:p>
            <a:pPr indent="0" marL="0">
              <a:buNone/>
            </a:pPr>
            <a:r>
              <a:rPr lang="en-US" sz="1800" dirty="0">
                <a:solidFill>
                  <a:srgbClr val="6F6785"/>
                </a:solidFill>
                <a:latin typeface="Calibri" pitchFamily="34" charset="0"/>
                <a:ea typeface="Calibri" pitchFamily="34" charset="-122"/>
                <a:cs typeface="Calibri" pitchFamily="34" charset="-120"/>
              </a:rPr>
              <a:t>Teach a machine to see. Then find out what it really learned.</a:t>
            </a:r>
            <a:endParaRPr lang="en-US" sz="1800" dirty="0"/>
          </a:p>
        </p:txBody>
      </p:sp>
      <p:sp>
        <p:nvSpPr>
          <p:cNvPr id="6" name="Text 3"/>
          <p:cNvSpPr/>
          <p:nvPr/>
        </p:nvSpPr>
        <p:spPr>
          <a:xfrm>
            <a:off x="457200" y="3383280"/>
            <a:ext cx="201168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1 · THE LESSON</a:t>
            </a:r>
            <a:endParaRPr lang="en-US" sz="1100" dirty="0"/>
          </a:p>
        </p:txBody>
      </p:sp>
      <p:sp>
        <p:nvSpPr>
          <p:cNvPr id="7" name="Text 4"/>
          <p:cNvSpPr/>
          <p:nvPr/>
        </p:nvSpPr>
        <p:spPr>
          <a:xfrm>
            <a:off x="2606040" y="3383280"/>
            <a:ext cx="2103120" cy="329184"/>
          </a:xfrm>
          <a:prstGeom prst="roundRect">
            <a:avLst>
              <a:gd name="adj" fmla="val 50000"/>
            </a:avLst>
          </a:prstGeom>
          <a:solidFill>
            <a:srgbClr val="3BA7F5"/>
          </a:solidFill>
          <a:ln>
            <a:solidFill>
              <a:srgbClr val="3BA7F5"/>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2 · THE ACTIVITY</a:t>
            </a:r>
            <a:endParaRPr lang="en-US" sz="1100" dirty="0"/>
          </a:p>
        </p:txBody>
      </p:sp>
      <p:sp>
        <p:nvSpPr>
          <p:cNvPr id="8" name="Shape 5"/>
          <p:cNvSpPr/>
          <p:nvPr/>
        </p:nvSpPr>
        <p:spPr>
          <a:xfrm>
            <a:off x="6345936" y="950976"/>
            <a:ext cx="1298448" cy="1298448"/>
          </a:xfrm>
          <a:prstGeom prst="roundRect">
            <a:avLst>
              <a:gd name="adj" fmla="val 7042"/>
            </a:avLst>
          </a:prstGeom>
          <a:solidFill>
            <a:srgbClr val="FFFFFF"/>
          </a:solidFill>
          <a:ln w="19050">
            <a:solidFill>
              <a:srgbClr val="F0E4D0"/>
            </a:solidFill>
            <a:prstDash val="solid"/>
          </a:ln>
        </p:spPr>
      </p:sp>
      <p:sp>
        <p:nvSpPr>
          <p:cNvPr id="9" name="Shape 6"/>
          <p:cNvSpPr/>
          <p:nvPr/>
        </p:nvSpPr>
        <p:spPr>
          <a:xfrm>
            <a:off x="6920865" y="1005840"/>
            <a:ext cx="74295" cy="74295"/>
          </a:xfrm>
          <a:prstGeom prst="rect">
            <a:avLst/>
          </a:prstGeom>
          <a:solidFill>
            <a:srgbClr val="D9651F"/>
          </a:solidFill>
          <a:ln w="12700">
            <a:solidFill>
              <a:srgbClr val="D9651F"/>
            </a:solidFill>
            <a:prstDash val="solid"/>
          </a:ln>
        </p:spPr>
      </p:sp>
      <p:sp>
        <p:nvSpPr>
          <p:cNvPr id="10" name="Shape 7"/>
          <p:cNvSpPr/>
          <p:nvPr/>
        </p:nvSpPr>
        <p:spPr>
          <a:xfrm>
            <a:off x="6995160" y="1005840"/>
            <a:ext cx="74295" cy="74295"/>
          </a:xfrm>
          <a:prstGeom prst="rect">
            <a:avLst/>
          </a:prstGeom>
          <a:solidFill>
            <a:srgbClr val="D9651F"/>
          </a:solidFill>
          <a:ln w="12700">
            <a:solidFill>
              <a:srgbClr val="D9651F"/>
            </a:solidFill>
            <a:prstDash val="solid"/>
          </a:ln>
        </p:spPr>
      </p:sp>
      <p:sp>
        <p:nvSpPr>
          <p:cNvPr id="11" name="Shape 8"/>
          <p:cNvSpPr/>
          <p:nvPr/>
        </p:nvSpPr>
        <p:spPr>
          <a:xfrm>
            <a:off x="6920865" y="1080135"/>
            <a:ext cx="74295" cy="74295"/>
          </a:xfrm>
          <a:prstGeom prst="rect">
            <a:avLst/>
          </a:prstGeom>
          <a:solidFill>
            <a:srgbClr val="D9651F"/>
          </a:solidFill>
          <a:ln w="12700">
            <a:solidFill>
              <a:srgbClr val="D9651F"/>
            </a:solidFill>
            <a:prstDash val="solid"/>
          </a:ln>
        </p:spPr>
      </p:sp>
      <p:sp>
        <p:nvSpPr>
          <p:cNvPr id="12" name="Shape 9"/>
          <p:cNvSpPr/>
          <p:nvPr/>
        </p:nvSpPr>
        <p:spPr>
          <a:xfrm>
            <a:off x="6995160" y="1080135"/>
            <a:ext cx="74295" cy="74295"/>
          </a:xfrm>
          <a:prstGeom prst="rect">
            <a:avLst/>
          </a:prstGeom>
          <a:solidFill>
            <a:srgbClr val="D9651F"/>
          </a:solidFill>
          <a:ln w="12700">
            <a:solidFill>
              <a:srgbClr val="D9651F"/>
            </a:solidFill>
            <a:prstDash val="solid"/>
          </a:ln>
        </p:spPr>
      </p:sp>
      <p:sp>
        <p:nvSpPr>
          <p:cNvPr id="13" name="Shape 10"/>
          <p:cNvSpPr/>
          <p:nvPr/>
        </p:nvSpPr>
        <p:spPr>
          <a:xfrm>
            <a:off x="6920865" y="1154430"/>
            <a:ext cx="74295" cy="74295"/>
          </a:xfrm>
          <a:prstGeom prst="rect">
            <a:avLst/>
          </a:prstGeom>
          <a:solidFill>
            <a:srgbClr val="D9651F"/>
          </a:solidFill>
          <a:ln w="12700">
            <a:solidFill>
              <a:srgbClr val="D9651F"/>
            </a:solidFill>
            <a:prstDash val="solid"/>
          </a:ln>
        </p:spPr>
      </p:sp>
      <p:sp>
        <p:nvSpPr>
          <p:cNvPr id="14" name="Shape 11"/>
          <p:cNvSpPr/>
          <p:nvPr/>
        </p:nvSpPr>
        <p:spPr>
          <a:xfrm>
            <a:off x="6995160" y="1154430"/>
            <a:ext cx="74295" cy="74295"/>
          </a:xfrm>
          <a:prstGeom prst="rect">
            <a:avLst/>
          </a:prstGeom>
          <a:solidFill>
            <a:srgbClr val="D9651F"/>
          </a:solidFill>
          <a:ln w="12700">
            <a:solidFill>
              <a:srgbClr val="D9651F"/>
            </a:solidFill>
            <a:prstDash val="solid"/>
          </a:ln>
        </p:spPr>
      </p:sp>
      <p:sp>
        <p:nvSpPr>
          <p:cNvPr id="15" name="Shape 12"/>
          <p:cNvSpPr/>
          <p:nvPr/>
        </p:nvSpPr>
        <p:spPr>
          <a:xfrm>
            <a:off x="7069455" y="1154430"/>
            <a:ext cx="74295" cy="74295"/>
          </a:xfrm>
          <a:prstGeom prst="rect">
            <a:avLst/>
          </a:prstGeom>
          <a:solidFill>
            <a:srgbClr val="D9651F"/>
          </a:solidFill>
          <a:ln w="12700">
            <a:solidFill>
              <a:srgbClr val="D9651F"/>
            </a:solidFill>
            <a:prstDash val="solid"/>
          </a:ln>
        </p:spPr>
      </p:sp>
      <p:sp>
        <p:nvSpPr>
          <p:cNvPr id="16" name="Shape 13"/>
          <p:cNvSpPr/>
          <p:nvPr/>
        </p:nvSpPr>
        <p:spPr>
          <a:xfrm>
            <a:off x="7143750" y="1154430"/>
            <a:ext cx="74295" cy="74295"/>
          </a:xfrm>
          <a:prstGeom prst="rect">
            <a:avLst/>
          </a:prstGeom>
          <a:solidFill>
            <a:srgbClr val="D9651F"/>
          </a:solidFill>
          <a:ln w="12700">
            <a:solidFill>
              <a:srgbClr val="D9651F"/>
            </a:solidFill>
            <a:prstDash val="solid"/>
          </a:ln>
        </p:spPr>
      </p:sp>
      <p:sp>
        <p:nvSpPr>
          <p:cNvPr id="17" name="Shape 14"/>
          <p:cNvSpPr/>
          <p:nvPr/>
        </p:nvSpPr>
        <p:spPr>
          <a:xfrm>
            <a:off x="6772275" y="1228725"/>
            <a:ext cx="74295" cy="74295"/>
          </a:xfrm>
          <a:prstGeom prst="rect">
            <a:avLst/>
          </a:prstGeom>
          <a:solidFill>
            <a:srgbClr val="D9651F"/>
          </a:solidFill>
          <a:ln w="12700">
            <a:solidFill>
              <a:srgbClr val="D9651F"/>
            </a:solidFill>
            <a:prstDash val="solid"/>
          </a:ln>
        </p:spPr>
      </p:sp>
      <p:sp>
        <p:nvSpPr>
          <p:cNvPr id="18" name="Shape 15"/>
          <p:cNvSpPr/>
          <p:nvPr/>
        </p:nvSpPr>
        <p:spPr>
          <a:xfrm>
            <a:off x="6846570" y="1228725"/>
            <a:ext cx="74295" cy="74295"/>
          </a:xfrm>
          <a:prstGeom prst="rect">
            <a:avLst/>
          </a:prstGeom>
          <a:solidFill>
            <a:srgbClr val="D9651F"/>
          </a:solidFill>
          <a:ln w="12700">
            <a:solidFill>
              <a:srgbClr val="D9651F"/>
            </a:solidFill>
            <a:prstDash val="solid"/>
          </a:ln>
        </p:spPr>
      </p:sp>
      <p:sp>
        <p:nvSpPr>
          <p:cNvPr id="19" name="Shape 16"/>
          <p:cNvSpPr/>
          <p:nvPr/>
        </p:nvSpPr>
        <p:spPr>
          <a:xfrm>
            <a:off x="6920865" y="1228725"/>
            <a:ext cx="74295" cy="74295"/>
          </a:xfrm>
          <a:prstGeom prst="rect">
            <a:avLst/>
          </a:prstGeom>
          <a:solidFill>
            <a:srgbClr val="D9651F"/>
          </a:solidFill>
          <a:ln w="12700">
            <a:solidFill>
              <a:srgbClr val="D9651F"/>
            </a:solidFill>
            <a:prstDash val="solid"/>
          </a:ln>
        </p:spPr>
      </p:sp>
      <p:sp>
        <p:nvSpPr>
          <p:cNvPr id="20" name="Shape 17"/>
          <p:cNvSpPr/>
          <p:nvPr/>
        </p:nvSpPr>
        <p:spPr>
          <a:xfrm>
            <a:off x="6995160" y="1228725"/>
            <a:ext cx="74295" cy="74295"/>
          </a:xfrm>
          <a:prstGeom prst="rect">
            <a:avLst/>
          </a:prstGeom>
          <a:solidFill>
            <a:srgbClr val="D9651F"/>
          </a:solidFill>
          <a:ln w="12700">
            <a:solidFill>
              <a:srgbClr val="D9651F"/>
            </a:solidFill>
            <a:prstDash val="solid"/>
          </a:ln>
        </p:spPr>
      </p:sp>
      <p:sp>
        <p:nvSpPr>
          <p:cNvPr id="21" name="Shape 18"/>
          <p:cNvSpPr/>
          <p:nvPr/>
        </p:nvSpPr>
        <p:spPr>
          <a:xfrm>
            <a:off x="7069455" y="1228725"/>
            <a:ext cx="74295" cy="74295"/>
          </a:xfrm>
          <a:prstGeom prst="rect">
            <a:avLst/>
          </a:prstGeom>
          <a:solidFill>
            <a:srgbClr val="D9651F"/>
          </a:solidFill>
          <a:ln w="12700">
            <a:solidFill>
              <a:srgbClr val="D9651F"/>
            </a:solidFill>
            <a:prstDash val="solid"/>
          </a:ln>
        </p:spPr>
      </p:sp>
      <p:sp>
        <p:nvSpPr>
          <p:cNvPr id="22" name="Shape 19"/>
          <p:cNvSpPr/>
          <p:nvPr/>
        </p:nvSpPr>
        <p:spPr>
          <a:xfrm>
            <a:off x="7143750" y="1228725"/>
            <a:ext cx="74295" cy="74295"/>
          </a:xfrm>
          <a:prstGeom prst="rect">
            <a:avLst/>
          </a:prstGeom>
          <a:solidFill>
            <a:srgbClr val="D9651F"/>
          </a:solidFill>
          <a:ln w="12700">
            <a:solidFill>
              <a:srgbClr val="D9651F"/>
            </a:solidFill>
            <a:prstDash val="solid"/>
          </a:ln>
        </p:spPr>
      </p:sp>
      <p:sp>
        <p:nvSpPr>
          <p:cNvPr id="23" name="Shape 20"/>
          <p:cNvSpPr/>
          <p:nvPr/>
        </p:nvSpPr>
        <p:spPr>
          <a:xfrm>
            <a:off x="7218045" y="1228725"/>
            <a:ext cx="74295" cy="74295"/>
          </a:xfrm>
          <a:prstGeom prst="rect">
            <a:avLst/>
          </a:prstGeom>
          <a:solidFill>
            <a:srgbClr val="D9651F"/>
          </a:solidFill>
          <a:ln w="12700">
            <a:solidFill>
              <a:srgbClr val="D9651F"/>
            </a:solidFill>
            <a:prstDash val="solid"/>
          </a:ln>
        </p:spPr>
      </p:sp>
      <p:sp>
        <p:nvSpPr>
          <p:cNvPr id="24" name="Shape 21"/>
          <p:cNvSpPr/>
          <p:nvPr/>
        </p:nvSpPr>
        <p:spPr>
          <a:xfrm>
            <a:off x="7292340" y="1228725"/>
            <a:ext cx="74295" cy="74295"/>
          </a:xfrm>
          <a:prstGeom prst="rect">
            <a:avLst/>
          </a:prstGeom>
          <a:solidFill>
            <a:srgbClr val="D9651F"/>
          </a:solidFill>
          <a:ln w="12700">
            <a:solidFill>
              <a:srgbClr val="D9651F"/>
            </a:solidFill>
            <a:prstDash val="solid"/>
          </a:ln>
        </p:spPr>
      </p:sp>
      <p:sp>
        <p:nvSpPr>
          <p:cNvPr id="25" name="Shape 22"/>
          <p:cNvSpPr/>
          <p:nvPr/>
        </p:nvSpPr>
        <p:spPr>
          <a:xfrm>
            <a:off x="6697980" y="1303020"/>
            <a:ext cx="74295" cy="74295"/>
          </a:xfrm>
          <a:prstGeom prst="rect">
            <a:avLst/>
          </a:prstGeom>
          <a:solidFill>
            <a:srgbClr val="D9651F"/>
          </a:solidFill>
          <a:ln w="12700">
            <a:solidFill>
              <a:srgbClr val="D9651F"/>
            </a:solidFill>
            <a:prstDash val="solid"/>
          </a:ln>
        </p:spPr>
      </p:sp>
      <p:sp>
        <p:nvSpPr>
          <p:cNvPr id="26" name="Shape 23"/>
          <p:cNvSpPr/>
          <p:nvPr/>
        </p:nvSpPr>
        <p:spPr>
          <a:xfrm>
            <a:off x="6772275" y="1303020"/>
            <a:ext cx="74295" cy="74295"/>
          </a:xfrm>
          <a:prstGeom prst="rect">
            <a:avLst/>
          </a:prstGeom>
          <a:solidFill>
            <a:srgbClr val="D9651F"/>
          </a:solidFill>
          <a:ln w="12700">
            <a:solidFill>
              <a:srgbClr val="D9651F"/>
            </a:solidFill>
            <a:prstDash val="solid"/>
          </a:ln>
        </p:spPr>
      </p:sp>
      <p:sp>
        <p:nvSpPr>
          <p:cNvPr id="27" name="Shape 24"/>
          <p:cNvSpPr/>
          <p:nvPr/>
        </p:nvSpPr>
        <p:spPr>
          <a:xfrm>
            <a:off x="6846570" y="1303020"/>
            <a:ext cx="74295" cy="74295"/>
          </a:xfrm>
          <a:prstGeom prst="rect">
            <a:avLst/>
          </a:prstGeom>
          <a:solidFill>
            <a:srgbClr val="D9651F"/>
          </a:solidFill>
          <a:ln w="12700">
            <a:solidFill>
              <a:srgbClr val="D9651F"/>
            </a:solidFill>
            <a:prstDash val="solid"/>
          </a:ln>
        </p:spPr>
      </p:sp>
      <p:sp>
        <p:nvSpPr>
          <p:cNvPr id="28" name="Shape 25"/>
          <p:cNvSpPr/>
          <p:nvPr/>
        </p:nvSpPr>
        <p:spPr>
          <a:xfrm>
            <a:off x="6920865" y="1303020"/>
            <a:ext cx="74295" cy="74295"/>
          </a:xfrm>
          <a:prstGeom prst="rect">
            <a:avLst/>
          </a:prstGeom>
          <a:solidFill>
            <a:srgbClr val="D9651F"/>
          </a:solidFill>
          <a:ln w="12700">
            <a:solidFill>
              <a:srgbClr val="D9651F"/>
            </a:solidFill>
            <a:prstDash val="solid"/>
          </a:ln>
        </p:spPr>
      </p:sp>
      <p:sp>
        <p:nvSpPr>
          <p:cNvPr id="29" name="Shape 26"/>
          <p:cNvSpPr/>
          <p:nvPr/>
        </p:nvSpPr>
        <p:spPr>
          <a:xfrm>
            <a:off x="6995160" y="1303020"/>
            <a:ext cx="74295" cy="74295"/>
          </a:xfrm>
          <a:prstGeom prst="rect">
            <a:avLst/>
          </a:prstGeom>
          <a:solidFill>
            <a:srgbClr val="D9651F"/>
          </a:solidFill>
          <a:ln w="12700">
            <a:solidFill>
              <a:srgbClr val="D9651F"/>
            </a:solidFill>
            <a:prstDash val="solid"/>
          </a:ln>
        </p:spPr>
      </p:sp>
      <p:sp>
        <p:nvSpPr>
          <p:cNvPr id="30" name="Shape 27"/>
          <p:cNvSpPr/>
          <p:nvPr/>
        </p:nvSpPr>
        <p:spPr>
          <a:xfrm>
            <a:off x="7069455" y="1303020"/>
            <a:ext cx="74295" cy="74295"/>
          </a:xfrm>
          <a:prstGeom prst="rect">
            <a:avLst/>
          </a:prstGeom>
          <a:solidFill>
            <a:srgbClr val="D9651F"/>
          </a:solidFill>
          <a:ln w="12700">
            <a:solidFill>
              <a:srgbClr val="D9651F"/>
            </a:solidFill>
            <a:prstDash val="solid"/>
          </a:ln>
        </p:spPr>
      </p:sp>
      <p:sp>
        <p:nvSpPr>
          <p:cNvPr id="31" name="Shape 28"/>
          <p:cNvSpPr/>
          <p:nvPr/>
        </p:nvSpPr>
        <p:spPr>
          <a:xfrm>
            <a:off x="7143750" y="1303020"/>
            <a:ext cx="74295" cy="74295"/>
          </a:xfrm>
          <a:prstGeom prst="rect">
            <a:avLst/>
          </a:prstGeom>
          <a:solidFill>
            <a:srgbClr val="D9651F"/>
          </a:solidFill>
          <a:ln w="12700">
            <a:solidFill>
              <a:srgbClr val="D9651F"/>
            </a:solidFill>
            <a:prstDash val="solid"/>
          </a:ln>
        </p:spPr>
      </p:sp>
      <p:sp>
        <p:nvSpPr>
          <p:cNvPr id="32" name="Shape 29"/>
          <p:cNvSpPr/>
          <p:nvPr/>
        </p:nvSpPr>
        <p:spPr>
          <a:xfrm>
            <a:off x="7218045" y="1303020"/>
            <a:ext cx="74295" cy="74295"/>
          </a:xfrm>
          <a:prstGeom prst="rect">
            <a:avLst/>
          </a:prstGeom>
          <a:solidFill>
            <a:srgbClr val="D9651F"/>
          </a:solidFill>
          <a:ln w="12700">
            <a:solidFill>
              <a:srgbClr val="D9651F"/>
            </a:solidFill>
            <a:prstDash val="solid"/>
          </a:ln>
        </p:spPr>
      </p:sp>
      <p:sp>
        <p:nvSpPr>
          <p:cNvPr id="33" name="Shape 30"/>
          <p:cNvSpPr/>
          <p:nvPr/>
        </p:nvSpPr>
        <p:spPr>
          <a:xfrm>
            <a:off x="7292340" y="1303020"/>
            <a:ext cx="74295" cy="74295"/>
          </a:xfrm>
          <a:prstGeom prst="rect">
            <a:avLst/>
          </a:prstGeom>
          <a:solidFill>
            <a:srgbClr val="D9651F"/>
          </a:solidFill>
          <a:ln w="12700">
            <a:solidFill>
              <a:srgbClr val="D9651F"/>
            </a:solidFill>
            <a:prstDash val="solid"/>
          </a:ln>
        </p:spPr>
      </p:sp>
      <p:sp>
        <p:nvSpPr>
          <p:cNvPr id="34" name="Shape 31"/>
          <p:cNvSpPr/>
          <p:nvPr/>
        </p:nvSpPr>
        <p:spPr>
          <a:xfrm>
            <a:off x="7366635" y="1303020"/>
            <a:ext cx="74295" cy="74295"/>
          </a:xfrm>
          <a:prstGeom prst="rect">
            <a:avLst/>
          </a:prstGeom>
          <a:solidFill>
            <a:srgbClr val="D9651F"/>
          </a:solidFill>
          <a:ln w="12700">
            <a:solidFill>
              <a:srgbClr val="D9651F"/>
            </a:solidFill>
            <a:prstDash val="solid"/>
          </a:ln>
        </p:spPr>
      </p:sp>
      <p:sp>
        <p:nvSpPr>
          <p:cNvPr id="35" name="Shape 32"/>
          <p:cNvSpPr/>
          <p:nvPr/>
        </p:nvSpPr>
        <p:spPr>
          <a:xfrm>
            <a:off x="6697980" y="1377315"/>
            <a:ext cx="74295" cy="74295"/>
          </a:xfrm>
          <a:prstGeom prst="rect">
            <a:avLst/>
          </a:prstGeom>
          <a:solidFill>
            <a:srgbClr val="D9651F"/>
          </a:solidFill>
          <a:ln w="12700">
            <a:solidFill>
              <a:srgbClr val="D9651F"/>
            </a:solidFill>
            <a:prstDash val="solid"/>
          </a:ln>
        </p:spPr>
      </p:sp>
      <p:sp>
        <p:nvSpPr>
          <p:cNvPr id="36" name="Shape 33"/>
          <p:cNvSpPr/>
          <p:nvPr/>
        </p:nvSpPr>
        <p:spPr>
          <a:xfrm>
            <a:off x="6772275" y="1377315"/>
            <a:ext cx="74295" cy="74295"/>
          </a:xfrm>
          <a:prstGeom prst="rect">
            <a:avLst/>
          </a:prstGeom>
          <a:solidFill>
            <a:srgbClr val="D9651F"/>
          </a:solidFill>
          <a:ln w="12700">
            <a:solidFill>
              <a:srgbClr val="D9651F"/>
            </a:solidFill>
            <a:prstDash val="solid"/>
          </a:ln>
        </p:spPr>
      </p:sp>
      <p:sp>
        <p:nvSpPr>
          <p:cNvPr id="37" name="Shape 34"/>
          <p:cNvSpPr/>
          <p:nvPr/>
        </p:nvSpPr>
        <p:spPr>
          <a:xfrm>
            <a:off x="6846570" y="1377315"/>
            <a:ext cx="74295" cy="74295"/>
          </a:xfrm>
          <a:prstGeom prst="rect">
            <a:avLst/>
          </a:prstGeom>
          <a:solidFill>
            <a:srgbClr val="D9651F"/>
          </a:solidFill>
          <a:ln w="12700">
            <a:solidFill>
              <a:srgbClr val="D9651F"/>
            </a:solidFill>
            <a:prstDash val="solid"/>
          </a:ln>
        </p:spPr>
      </p:sp>
      <p:sp>
        <p:nvSpPr>
          <p:cNvPr id="38" name="Shape 35"/>
          <p:cNvSpPr/>
          <p:nvPr/>
        </p:nvSpPr>
        <p:spPr>
          <a:xfrm>
            <a:off x="6920865" y="1377315"/>
            <a:ext cx="74295" cy="74295"/>
          </a:xfrm>
          <a:prstGeom prst="rect">
            <a:avLst/>
          </a:prstGeom>
          <a:solidFill>
            <a:srgbClr val="D9651F"/>
          </a:solidFill>
          <a:ln w="12700">
            <a:solidFill>
              <a:srgbClr val="D9651F"/>
            </a:solidFill>
            <a:prstDash val="solid"/>
          </a:ln>
        </p:spPr>
      </p:sp>
      <p:sp>
        <p:nvSpPr>
          <p:cNvPr id="39" name="Shape 36"/>
          <p:cNvSpPr/>
          <p:nvPr/>
        </p:nvSpPr>
        <p:spPr>
          <a:xfrm>
            <a:off x="6995160" y="1377315"/>
            <a:ext cx="74295" cy="74295"/>
          </a:xfrm>
          <a:prstGeom prst="rect">
            <a:avLst/>
          </a:prstGeom>
          <a:solidFill>
            <a:srgbClr val="D9651F"/>
          </a:solidFill>
          <a:ln w="12700">
            <a:solidFill>
              <a:srgbClr val="D9651F"/>
            </a:solidFill>
            <a:prstDash val="solid"/>
          </a:ln>
        </p:spPr>
      </p:sp>
      <p:sp>
        <p:nvSpPr>
          <p:cNvPr id="40" name="Shape 37"/>
          <p:cNvSpPr/>
          <p:nvPr/>
        </p:nvSpPr>
        <p:spPr>
          <a:xfrm>
            <a:off x="7069455" y="1377315"/>
            <a:ext cx="74295" cy="74295"/>
          </a:xfrm>
          <a:prstGeom prst="rect">
            <a:avLst/>
          </a:prstGeom>
          <a:solidFill>
            <a:srgbClr val="D9651F"/>
          </a:solidFill>
          <a:ln w="12700">
            <a:solidFill>
              <a:srgbClr val="D9651F"/>
            </a:solidFill>
            <a:prstDash val="solid"/>
          </a:ln>
        </p:spPr>
      </p:sp>
      <p:sp>
        <p:nvSpPr>
          <p:cNvPr id="41" name="Shape 38"/>
          <p:cNvSpPr/>
          <p:nvPr/>
        </p:nvSpPr>
        <p:spPr>
          <a:xfrm>
            <a:off x="7143750" y="1377315"/>
            <a:ext cx="74295" cy="74295"/>
          </a:xfrm>
          <a:prstGeom prst="rect">
            <a:avLst/>
          </a:prstGeom>
          <a:solidFill>
            <a:srgbClr val="D9651F"/>
          </a:solidFill>
          <a:ln w="12700">
            <a:solidFill>
              <a:srgbClr val="D9651F"/>
            </a:solidFill>
            <a:prstDash val="solid"/>
          </a:ln>
        </p:spPr>
      </p:sp>
      <p:sp>
        <p:nvSpPr>
          <p:cNvPr id="42" name="Shape 39"/>
          <p:cNvSpPr/>
          <p:nvPr/>
        </p:nvSpPr>
        <p:spPr>
          <a:xfrm>
            <a:off x="7218045" y="1377315"/>
            <a:ext cx="74295" cy="74295"/>
          </a:xfrm>
          <a:prstGeom prst="rect">
            <a:avLst/>
          </a:prstGeom>
          <a:solidFill>
            <a:srgbClr val="D9651F"/>
          </a:solidFill>
          <a:ln w="12700">
            <a:solidFill>
              <a:srgbClr val="D9651F"/>
            </a:solidFill>
            <a:prstDash val="solid"/>
          </a:ln>
        </p:spPr>
      </p:sp>
      <p:sp>
        <p:nvSpPr>
          <p:cNvPr id="43" name="Shape 40"/>
          <p:cNvSpPr/>
          <p:nvPr/>
        </p:nvSpPr>
        <p:spPr>
          <a:xfrm>
            <a:off x="7292340" y="1377315"/>
            <a:ext cx="74295" cy="74295"/>
          </a:xfrm>
          <a:prstGeom prst="rect">
            <a:avLst/>
          </a:prstGeom>
          <a:solidFill>
            <a:srgbClr val="D9651F"/>
          </a:solidFill>
          <a:ln w="12700">
            <a:solidFill>
              <a:srgbClr val="D9651F"/>
            </a:solidFill>
            <a:prstDash val="solid"/>
          </a:ln>
        </p:spPr>
      </p:sp>
      <p:sp>
        <p:nvSpPr>
          <p:cNvPr id="44" name="Shape 41"/>
          <p:cNvSpPr/>
          <p:nvPr/>
        </p:nvSpPr>
        <p:spPr>
          <a:xfrm>
            <a:off x="7366635" y="1377315"/>
            <a:ext cx="74295" cy="74295"/>
          </a:xfrm>
          <a:prstGeom prst="rect">
            <a:avLst/>
          </a:prstGeom>
          <a:solidFill>
            <a:srgbClr val="D9651F"/>
          </a:solidFill>
          <a:ln w="12700">
            <a:solidFill>
              <a:srgbClr val="D9651F"/>
            </a:solidFill>
            <a:prstDash val="solid"/>
          </a:ln>
        </p:spPr>
      </p:sp>
      <p:sp>
        <p:nvSpPr>
          <p:cNvPr id="45" name="Shape 42"/>
          <p:cNvSpPr/>
          <p:nvPr/>
        </p:nvSpPr>
        <p:spPr>
          <a:xfrm>
            <a:off x="6549390" y="1451610"/>
            <a:ext cx="74295" cy="74295"/>
          </a:xfrm>
          <a:prstGeom prst="rect">
            <a:avLst/>
          </a:prstGeom>
          <a:solidFill>
            <a:srgbClr val="D9651F"/>
          </a:solidFill>
          <a:ln w="12700">
            <a:solidFill>
              <a:srgbClr val="D9651F"/>
            </a:solidFill>
            <a:prstDash val="solid"/>
          </a:ln>
        </p:spPr>
      </p:sp>
      <p:sp>
        <p:nvSpPr>
          <p:cNvPr id="46" name="Shape 43"/>
          <p:cNvSpPr/>
          <p:nvPr/>
        </p:nvSpPr>
        <p:spPr>
          <a:xfrm>
            <a:off x="6623685" y="1451610"/>
            <a:ext cx="74295" cy="74295"/>
          </a:xfrm>
          <a:prstGeom prst="rect">
            <a:avLst/>
          </a:prstGeom>
          <a:solidFill>
            <a:srgbClr val="D9651F"/>
          </a:solidFill>
          <a:ln w="12700">
            <a:solidFill>
              <a:srgbClr val="D9651F"/>
            </a:solidFill>
            <a:prstDash val="solid"/>
          </a:ln>
        </p:spPr>
      </p:sp>
      <p:sp>
        <p:nvSpPr>
          <p:cNvPr id="47" name="Shape 44"/>
          <p:cNvSpPr/>
          <p:nvPr/>
        </p:nvSpPr>
        <p:spPr>
          <a:xfrm>
            <a:off x="6697980" y="1451610"/>
            <a:ext cx="74295" cy="74295"/>
          </a:xfrm>
          <a:prstGeom prst="rect">
            <a:avLst/>
          </a:prstGeom>
          <a:solidFill>
            <a:srgbClr val="D9651F"/>
          </a:solidFill>
          <a:ln w="12700">
            <a:solidFill>
              <a:srgbClr val="D9651F"/>
            </a:solidFill>
            <a:prstDash val="solid"/>
          </a:ln>
        </p:spPr>
      </p:sp>
      <p:sp>
        <p:nvSpPr>
          <p:cNvPr id="48" name="Shape 45"/>
          <p:cNvSpPr/>
          <p:nvPr/>
        </p:nvSpPr>
        <p:spPr>
          <a:xfrm>
            <a:off x="6772275" y="1451610"/>
            <a:ext cx="74295" cy="74295"/>
          </a:xfrm>
          <a:prstGeom prst="rect">
            <a:avLst/>
          </a:prstGeom>
          <a:solidFill>
            <a:srgbClr val="D9651F"/>
          </a:solidFill>
          <a:ln w="12700">
            <a:solidFill>
              <a:srgbClr val="D9651F"/>
            </a:solidFill>
            <a:prstDash val="solid"/>
          </a:ln>
        </p:spPr>
      </p:sp>
      <p:sp>
        <p:nvSpPr>
          <p:cNvPr id="49" name="Shape 46"/>
          <p:cNvSpPr/>
          <p:nvPr/>
        </p:nvSpPr>
        <p:spPr>
          <a:xfrm>
            <a:off x="6846570" y="1451610"/>
            <a:ext cx="74295" cy="74295"/>
          </a:xfrm>
          <a:prstGeom prst="rect">
            <a:avLst/>
          </a:prstGeom>
          <a:solidFill>
            <a:srgbClr val="D9651F"/>
          </a:solidFill>
          <a:ln w="12700">
            <a:solidFill>
              <a:srgbClr val="D9651F"/>
            </a:solidFill>
            <a:prstDash val="solid"/>
          </a:ln>
        </p:spPr>
      </p:sp>
      <p:sp>
        <p:nvSpPr>
          <p:cNvPr id="50" name="Shape 47"/>
          <p:cNvSpPr/>
          <p:nvPr/>
        </p:nvSpPr>
        <p:spPr>
          <a:xfrm>
            <a:off x="6920865" y="1451610"/>
            <a:ext cx="74295" cy="74295"/>
          </a:xfrm>
          <a:prstGeom prst="rect">
            <a:avLst/>
          </a:prstGeom>
          <a:solidFill>
            <a:srgbClr val="D9651F"/>
          </a:solidFill>
          <a:ln w="12700">
            <a:solidFill>
              <a:srgbClr val="D9651F"/>
            </a:solidFill>
            <a:prstDash val="solid"/>
          </a:ln>
        </p:spPr>
      </p:sp>
      <p:sp>
        <p:nvSpPr>
          <p:cNvPr id="51" name="Shape 48"/>
          <p:cNvSpPr/>
          <p:nvPr/>
        </p:nvSpPr>
        <p:spPr>
          <a:xfrm>
            <a:off x="6995160" y="1451610"/>
            <a:ext cx="74295" cy="74295"/>
          </a:xfrm>
          <a:prstGeom prst="rect">
            <a:avLst/>
          </a:prstGeom>
          <a:solidFill>
            <a:srgbClr val="D9651F"/>
          </a:solidFill>
          <a:ln w="12700">
            <a:solidFill>
              <a:srgbClr val="D9651F"/>
            </a:solidFill>
            <a:prstDash val="solid"/>
          </a:ln>
        </p:spPr>
      </p:sp>
      <p:sp>
        <p:nvSpPr>
          <p:cNvPr id="52" name="Shape 49"/>
          <p:cNvSpPr/>
          <p:nvPr/>
        </p:nvSpPr>
        <p:spPr>
          <a:xfrm>
            <a:off x="7069455" y="1451610"/>
            <a:ext cx="74295" cy="74295"/>
          </a:xfrm>
          <a:prstGeom prst="rect">
            <a:avLst/>
          </a:prstGeom>
          <a:solidFill>
            <a:srgbClr val="D9651F"/>
          </a:solidFill>
          <a:ln w="12700">
            <a:solidFill>
              <a:srgbClr val="D9651F"/>
            </a:solidFill>
            <a:prstDash val="solid"/>
          </a:ln>
        </p:spPr>
      </p:sp>
      <p:sp>
        <p:nvSpPr>
          <p:cNvPr id="53" name="Shape 50"/>
          <p:cNvSpPr/>
          <p:nvPr/>
        </p:nvSpPr>
        <p:spPr>
          <a:xfrm>
            <a:off x="7143750" y="1451610"/>
            <a:ext cx="74295" cy="74295"/>
          </a:xfrm>
          <a:prstGeom prst="rect">
            <a:avLst/>
          </a:prstGeom>
          <a:solidFill>
            <a:srgbClr val="D9651F"/>
          </a:solidFill>
          <a:ln w="12700">
            <a:solidFill>
              <a:srgbClr val="D9651F"/>
            </a:solidFill>
            <a:prstDash val="solid"/>
          </a:ln>
        </p:spPr>
      </p:sp>
      <p:sp>
        <p:nvSpPr>
          <p:cNvPr id="54" name="Shape 51"/>
          <p:cNvSpPr/>
          <p:nvPr/>
        </p:nvSpPr>
        <p:spPr>
          <a:xfrm>
            <a:off x="7218045" y="1451610"/>
            <a:ext cx="74295" cy="74295"/>
          </a:xfrm>
          <a:prstGeom prst="rect">
            <a:avLst/>
          </a:prstGeom>
          <a:solidFill>
            <a:srgbClr val="D9651F"/>
          </a:solidFill>
          <a:ln w="12700">
            <a:solidFill>
              <a:srgbClr val="D9651F"/>
            </a:solidFill>
            <a:prstDash val="solid"/>
          </a:ln>
        </p:spPr>
      </p:sp>
      <p:sp>
        <p:nvSpPr>
          <p:cNvPr id="55" name="Shape 52"/>
          <p:cNvSpPr/>
          <p:nvPr/>
        </p:nvSpPr>
        <p:spPr>
          <a:xfrm>
            <a:off x="7292340" y="1451610"/>
            <a:ext cx="74295" cy="74295"/>
          </a:xfrm>
          <a:prstGeom prst="rect">
            <a:avLst/>
          </a:prstGeom>
          <a:solidFill>
            <a:srgbClr val="D9651F"/>
          </a:solidFill>
          <a:ln w="12700">
            <a:solidFill>
              <a:srgbClr val="D9651F"/>
            </a:solidFill>
            <a:prstDash val="solid"/>
          </a:ln>
        </p:spPr>
      </p:sp>
      <p:sp>
        <p:nvSpPr>
          <p:cNvPr id="56" name="Shape 53"/>
          <p:cNvSpPr/>
          <p:nvPr/>
        </p:nvSpPr>
        <p:spPr>
          <a:xfrm>
            <a:off x="7366635" y="1451610"/>
            <a:ext cx="74295" cy="74295"/>
          </a:xfrm>
          <a:prstGeom prst="rect">
            <a:avLst/>
          </a:prstGeom>
          <a:solidFill>
            <a:srgbClr val="D9651F"/>
          </a:solidFill>
          <a:ln w="12700">
            <a:solidFill>
              <a:srgbClr val="D9651F"/>
            </a:solidFill>
            <a:prstDash val="solid"/>
          </a:ln>
        </p:spPr>
      </p:sp>
      <p:sp>
        <p:nvSpPr>
          <p:cNvPr id="57" name="Shape 54"/>
          <p:cNvSpPr/>
          <p:nvPr/>
        </p:nvSpPr>
        <p:spPr>
          <a:xfrm>
            <a:off x="7440930" y="1451610"/>
            <a:ext cx="74295" cy="74295"/>
          </a:xfrm>
          <a:prstGeom prst="rect">
            <a:avLst/>
          </a:prstGeom>
          <a:solidFill>
            <a:srgbClr val="D9651F"/>
          </a:solidFill>
          <a:ln w="12700">
            <a:solidFill>
              <a:srgbClr val="D9651F"/>
            </a:solidFill>
            <a:prstDash val="solid"/>
          </a:ln>
        </p:spPr>
      </p:sp>
      <p:sp>
        <p:nvSpPr>
          <p:cNvPr id="58" name="Shape 55"/>
          <p:cNvSpPr/>
          <p:nvPr/>
        </p:nvSpPr>
        <p:spPr>
          <a:xfrm>
            <a:off x="6549390" y="1525905"/>
            <a:ext cx="74295" cy="74295"/>
          </a:xfrm>
          <a:prstGeom prst="rect">
            <a:avLst/>
          </a:prstGeom>
          <a:solidFill>
            <a:srgbClr val="D9651F"/>
          </a:solidFill>
          <a:ln w="12700">
            <a:solidFill>
              <a:srgbClr val="D9651F"/>
            </a:solidFill>
            <a:prstDash val="solid"/>
          </a:ln>
        </p:spPr>
      </p:sp>
      <p:sp>
        <p:nvSpPr>
          <p:cNvPr id="59" name="Shape 56"/>
          <p:cNvSpPr/>
          <p:nvPr/>
        </p:nvSpPr>
        <p:spPr>
          <a:xfrm>
            <a:off x="6623685" y="1525905"/>
            <a:ext cx="74295" cy="74295"/>
          </a:xfrm>
          <a:prstGeom prst="rect">
            <a:avLst/>
          </a:prstGeom>
          <a:solidFill>
            <a:srgbClr val="D9651F"/>
          </a:solidFill>
          <a:ln w="12700">
            <a:solidFill>
              <a:srgbClr val="D9651F"/>
            </a:solidFill>
            <a:prstDash val="solid"/>
          </a:ln>
        </p:spPr>
      </p:sp>
      <p:sp>
        <p:nvSpPr>
          <p:cNvPr id="60" name="Shape 57"/>
          <p:cNvSpPr/>
          <p:nvPr/>
        </p:nvSpPr>
        <p:spPr>
          <a:xfrm>
            <a:off x="6697980" y="1525905"/>
            <a:ext cx="74295" cy="74295"/>
          </a:xfrm>
          <a:prstGeom prst="rect">
            <a:avLst/>
          </a:prstGeom>
          <a:solidFill>
            <a:srgbClr val="D9651F"/>
          </a:solidFill>
          <a:ln w="12700">
            <a:solidFill>
              <a:srgbClr val="D9651F"/>
            </a:solidFill>
            <a:prstDash val="solid"/>
          </a:ln>
        </p:spPr>
      </p:sp>
      <p:sp>
        <p:nvSpPr>
          <p:cNvPr id="61" name="Shape 58"/>
          <p:cNvSpPr/>
          <p:nvPr/>
        </p:nvSpPr>
        <p:spPr>
          <a:xfrm>
            <a:off x="6772275" y="1525905"/>
            <a:ext cx="74295" cy="74295"/>
          </a:xfrm>
          <a:prstGeom prst="rect">
            <a:avLst/>
          </a:prstGeom>
          <a:solidFill>
            <a:srgbClr val="D9651F"/>
          </a:solidFill>
          <a:ln w="12700">
            <a:solidFill>
              <a:srgbClr val="D9651F"/>
            </a:solidFill>
            <a:prstDash val="solid"/>
          </a:ln>
        </p:spPr>
      </p:sp>
      <p:sp>
        <p:nvSpPr>
          <p:cNvPr id="62" name="Shape 59"/>
          <p:cNvSpPr/>
          <p:nvPr/>
        </p:nvSpPr>
        <p:spPr>
          <a:xfrm>
            <a:off x="6846570" y="1525905"/>
            <a:ext cx="74295" cy="74295"/>
          </a:xfrm>
          <a:prstGeom prst="rect">
            <a:avLst/>
          </a:prstGeom>
          <a:solidFill>
            <a:srgbClr val="D9651F"/>
          </a:solidFill>
          <a:ln w="12700">
            <a:solidFill>
              <a:srgbClr val="D9651F"/>
            </a:solidFill>
            <a:prstDash val="solid"/>
          </a:ln>
        </p:spPr>
      </p:sp>
      <p:sp>
        <p:nvSpPr>
          <p:cNvPr id="63" name="Shape 60"/>
          <p:cNvSpPr/>
          <p:nvPr/>
        </p:nvSpPr>
        <p:spPr>
          <a:xfrm>
            <a:off x="6920865" y="1525905"/>
            <a:ext cx="74295" cy="74295"/>
          </a:xfrm>
          <a:prstGeom prst="rect">
            <a:avLst/>
          </a:prstGeom>
          <a:solidFill>
            <a:srgbClr val="D9651F"/>
          </a:solidFill>
          <a:ln w="12700">
            <a:solidFill>
              <a:srgbClr val="D9651F"/>
            </a:solidFill>
            <a:prstDash val="solid"/>
          </a:ln>
        </p:spPr>
      </p:sp>
      <p:sp>
        <p:nvSpPr>
          <p:cNvPr id="64" name="Shape 61"/>
          <p:cNvSpPr/>
          <p:nvPr/>
        </p:nvSpPr>
        <p:spPr>
          <a:xfrm>
            <a:off x="6995160" y="1525905"/>
            <a:ext cx="74295" cy="74295"/>
          </a:xfrm>
          <a:prstGeom prst="rect">
            <a:avLst/>
          </a:prstGeom>
          <a:solidFill>
            <a:srgbClr val="D9651F"/>
          </a:solidFill>
          <a:ln w="12700">
            <a:solidFill>
              <a:srgbClr val="D9651F"/>
            </a:solidFill>
            <a:prstDash val="solid"/>
          </a:ln>
        </p:spPr>
      </p:sp>
      <p:sp>
        <p:nvSpPr>
          <p:cNvPr id="65" name="Shape 62"/>
          <p:cNvSpPr/>
          <p:nvPr/>
        </p:nvSpPr>
        <p:spPr>
          <a:xfrm>
            <a:off x="7069455" y="1525905"/>
            <a:ext cx="74295" cy="74295"/>
          </a:xfrm>
          <a:prstGeom prst="rect">
            <a:avLst/>
          </a:prstGeom>
          <a:solidFill>
            <a:srgbClr val="D9651F"/>
          </a:solidFill>
          <a:ln w="12700">
            <a:solidFill>
              <a:srgbClr val="D9651F"/>
            </a:solidFill>
            <a:prstDash val="solid"/>
          </a:ln>
        </p:spPr>
      </p:sp>
      <p:sp>
        <p:nvSpPr>
          <p:cNvPr id="66" name="Shape 63"/>
          <p:cNvSpPr/>
          <p:nvPr/>
        </p:nvSpPr>
        <p:spPr>
          <a:xfrm>
            <a:off x="7143750" y="1525905"/>
            <a:ext cx="74295" cy="74295"/>
          </a:xfrm>
          <a:prstGeom prst="rect">
            <a:avLst/>
          </a:prstGeom>
          <a:solidFill>
            <a:srgbClr val="D9651F"/>
          </a:solidFill>
          <a:ln w="12700">
            <a:solidFill>
              <a:srgbClr val="D9651F"/>
            </a:solidFill>
            <a:prstDash val="solid"/>
          </a:ln>
        </p:spPr>
      </p:sp>
      <p:sp>
        <p:nvSpPr>
          <p:cNvPr id="67" name="Shape 64"/>
          <p:cNvSpPr/>
          <p:nvPr/>
        </p:nvSpPr>
        <p:spPr>
          <a:xfrm>
            <a:off x="7218045" y="1525905"/>
            <a:ext cx="74295" cy="74295"/>
          </a:xfrm>
          <a:prstGeom prst="rect">
            <a:avLst/>
          </a:prstGeom>
          <a:solidFill>
            <a:srgbClr val="D9651F"/>
          </a:solidFill>
          <a:ln w="12700">
            <a:solidFill>
              <a:srgbClr val="D9651F"/>
            </a:solidFill>
            <a:prstDash val="solid"/>
          </a:ln>
        </p:spPr>
      </p:sp>
      <p:sp>
        <p:nvSpPr>
          <p:cNvPr id="68" name="Shape 65"/>
          <p:cNvSpPr/>
          <p:nvPr/>
        </p:nvSpPr>
        <p:spPr>
          <a:xfrm>
            <a:off x="7292340" y="1525905"/>
            <a:ext cx="74295" cy="74295"/>
          </a:xfrm>
          <a:prstGeom prst="rect">
            <a:avLst/>
          </a:prstGeom>
          <a:solidFill>
            <a:srgbClr val="D9651F"/>
          </a:solidFill>
          <a:ln w="12700">
            <a:solidFill>
              <a:srgbClr val="D9651F"/>
            </a:solidFill>
            <a:prstDash val="solid"/>
          </a:ln>
        </p:spPr>
      </p:sp>
      <p:sp>
        <p:nvSpPr>
          <p:cNvPr id="69" name="Shape 66"/>
          <p:cNvSpPr/>
          <p:nvPr/>
        </p:nvSpPr>
        <p:spPr>
          <a:xfrm>
            <a:off x="7366635" y="1525905"/>
            <a:ext cx="74295" cy="74295"/>
          </a:xfrm>
          <a:prstGeom prst="rect">
            <a:avLst/>
          </a:prstGeom>
          <a:solidFill>
            <a:srgbClr val="D9651F"/>
          </a:solidFill>
          <a:ln w="12700">
            <a:solidFill>
              <a:srgbClr val="D9651F"/>
            </a:solidFill>
            <a:prstDash val="solid"/>
          </a:ln>
        </p:spPr>
      </p:sp>
      <p:sp>
        <p:nvSpPr>
          <p:cNvPr id="70" name="Shape 67"/>
          <p:cNvSpPr/>
          <p:nvPr/>
        </p:nvSpPr>
        <p:spPr>
          <a:xfrm>
            <a:off x="7440930" y="1525905"/>
            <a:ext cx="74295" cy="74295"/>
          </a:xfrm>
          <a:prstGeom prst="rect">
            <a:avLst/>
          </a:prstGeom>
          <a:solidFill>
            <a:srgbClr val="D9651F"/>
          </a:solidFill>
          <a:ln w="12700">
            <a:solidFill>
              <a:srgbClr val="D9651F"/>
            </a:solidFill>
            <a:prstDash val="solid"/>
          </a:ln>
        </p:spPr>
      </p:sp>
      <p:sp>
        <p:nvSpPr>
          <p:cNvPr id="71" name="Shape 68"/>
          <p:cNvSpPr/>
          <p:nvPr/>
        </p:nvSpPr>
        <p:spPr>
          <a:xfrm>
            <a:off x="6549390" y="1600200"/>
            <a:ext cx="74295" cy="74295"/>
          </a:xfrm>
          <a:prstGeom prst="rect">
            <a:avLst/>
          </a:prstGeom>
          <a:solidFill>
            <a:srgbClr val="D9651F"/>
          </a:solidFill>
          <a:ln w="12700">
            <a:solidFill>
              <a:srgbClr val="D9651F"/>
            </a:solidFill>
            <a:prstDash val="solid"/>
          </a:ln>
        </p:spPr>
      </p:sp>
      <p:sp>
        <p:nvSpPr>
          <p:cNvPr id="72" name="Shape 69"/>
          <p:cNvSpPr/>
          <p:nvPr/>
        </p:nvSpPr>
        <p:spPr>
          <a:xfrm>
            <a:off x="6623685" y="1600200"/>
            <a:ext cx="74295" cy="74295"/>
          </a:xfrm>
          <a:prstGeom prst="rect">
            <a:avLst/>
          </a:prstGeom>
          <a:solidFill>
            <a:srgbClr val="D9651F"/>
          </a:solidFill>
          <a:ln w="12700">
            <a:solidFill>
              <a:srgbClr val="D9651F"/>
            </a:solidFill>
            <a:prstDash val="solid"/>
          </a:ln>
        </p:spPr>
      </p:sp>
      <p:sp>
        <p:nvSpPr>
          <p:cNvPr id="73" name="Shape 70"/>
          <p:cNvSpPr/>
          <p:nvPr/>
        </p:nvSpPr>
        <p:spPr>
          <a:xfrm>
            <a:off x="6697980" y="1600200"/>
            <a:ext cx="74295" cy="74295"/>
          </a:xfrm>
          <a:prstGeom prst="rect">
            <a:avLst/>
          </a:prstGeom>
          <a:solidFill>
            <a:srgbClr val="D9651F"/>
          </a:solidFill>
          <a:ln w="12700">
            <a:solidFill>
              <a:srgbClr val="D9651F"/>
            </a:solidFill>
            <a:prstDash val="solid"/>
          </a:ln>
        </p:spPr>
      </p:sp>
      <p:sp>
        <p:nvSpPr>
          <p:cNvPr id="74" name="Shape 71"/>
          <p:cNvSpPr/>
          <p:nvPr/>
        </p:nvSpPr>
        <p:spPr>
          <a:xfrm>
            <a:off x="6772275" y="1600200"/>
            <a:ext cx="74295" cy="74295"/>
          </a:xfrm>
          <a:prstGeom prst="rect">
            <a:avLst/>
          </a:prstGeom>
          <a:solidFill>
            <a:srgbClr val="D9651F"/>
          </a:solidFill>
          <a:ln w="12700">
            <a:solidFill>
              <a:srgbClr val="D9651F"/>
            </a:solidFill>
            <a:prstDash val="solid"/>
          </a:ln>
        </p:spPr>
      </p:sp>
      <p:sp>
        <p:nvSpPr>
          <p:cNvPr id="75" name="Shape 72"/>
          <p:cNvSpPr/>
          <p:nvPr/>
        </p:nvSpPr>
        <p:spPr>
          <a:xfrm>
            <a:off x="6920865" y="1600200"/>
            <a:ext cx="74295" cy="74295"/>
          </a:xfrm>
          <a:prstGeom prst="rect">
            <a:avLst/>
          </a:prstGeom>
          <a:solidFill>
            <a:srgbClr val="D9651F"/>
          </a:solidFill>
          <a:ln w="12700">
            <a:solidFill>
              <a:srgbClr val="D9651F"/>
            </a:solidFill>
            <a:prstDash val="solid"/>
          </a:ln>
        </p:spPr>
      </p:sp>
      <p:sp>
        <p:nvSpPr>
          <p:cNvPr id="76" name="Shape 73"/>
          <p:cNvSpPr/>
          <p:nvPr/>
        </p:nvSpPr>
        <p:spPr>
          <a:xfrm>
            <a:off x="6995160" y="1600200"/>
            <a:ext cx="74295" cy="74295"/>
          </a:xfrm>
          <a:prstGeom prst="rect">
            <a:avLst/>
          </a:prstGeom>
          <a:solidFill>
            <a:srgbClr val="D9651F"/>
          </a:solidFill>
          <a:ln w="12700">
            <a:solidFill>
              <a:srgbClr val="D9651F"/>
            </a:solidFill>
            <a:prstDash val="solid"/>
          </a:ln>
        </p:spPr>
      </p:sp>
      <p:sp>
        <p:nvSpPr>
          <p:cNvPr id="77" name="Shape 74"/>
          <p:cNvSpPr/>
          <p:nvPr/>
        </p:nvSpPr>
        <p:spPr>
          <a:xfrm>
            <a:off x="7069455" y="1600200"/>
            <a:ext cx="74295" cy="74295"/>
          </a:xfrm>
          <a:prstGeom prst="rect">
            <a:avLst/>
          </a:prstGeom>
          <a:solidFill>
            <a:srgbClr val="D9651F"/>
          </a:solidFill>
          <a:ln w="12700">
            <a:solidFill>
              <a:srgbClr val="D9651F"/>
            </a:solidFill>
            <a:prstDash val="solid"/>
          </a:ln>
        </p:spPr>
      </p:sp>
      <p:sp>
        <p:nvSpPr>
          <p:cNvPr id="78" name="Shape 75"/>
          <p:cNvSpPr/>
          <p:nvPr/>
        </p:nvSpPr>
        <p:spPr>
          <a:xfrm>
            <a:off x="7143750" y="1600200"/>
            <a:ext cx="74295" cy="74295"/>
          </a:xfrm>
          <a:prstGeom prst="rect">
            <a:avLst/>
          </a:prstGeom>
          <a:solidFill>
            <a:srgbClr val="D9651F"/>
          </a:solidFill>
          <a:ln w="12700">
            <a:solidFill>
              <a:srgbClr val="D9651F"/>
            </a:solidFill>
            <a:prstDash val="solid"/>
          </a:ln>
        </p:spPr>
      </p:sp>
      <p:sp>
        <p:nvSpPr>
          <p:cNvPr id="79" name="Shape 76"/>
          <p:cNvSpPr/>
          <p:nvPr/>
        </p:nvSpPr>
        <p:spPr>
          <a:xfrm>
            <a:off x="7218045" y="1600200"/>
            <a:ext cx="74295" cy="74295"/>
          </a:xfrm>
          <a:prstGeom prst="rect">
            <a:avLst/>
          </a:prstGeom>
          <a:solidFill>
            <a:srgbClr val="D9651F"/>
          </a:solidFill>
          <a:ln w="12700">
            <a:solidFill>
              <a:srgbClr val="D9651F"/>
            </a:solidFill>
            <a:prstDash val="solid"/>
          </a:ln>
        </p:spPr>
      </p:sp>
      <p:sp>
        <p:nvSpPr>
          <p:cNvPr id="80" name="Shape 77"/>
          <p:cNvSpPr/>
          <p:nvPr/>
        </p:nvSpPr>
        <p:spPr>
          <a:xfrm>
            <a:off x="7292340" y="1600200"/>
            <a:ext cx="74295" cy="74295"/>
          </a:xfrm>
          <a:prstGeom prst="rect">
            <a:avLst/>
          </a:prstGeom>
          <a:solidFill>
            <a:srgbClr val="D9651F"/>
          </a:solidFill>
          <a:ln w="12700">
            <a:solidFill>
              <a:srgbClr val="D9651F"/>
            </a:solidFill>
            <a:prstDash val="solid"/>
          </a:ln>
        </p:spPr>
      </p:sp>
      <p:sp>
        <p:nvSpPr>
          <p:cNvPr id="81" name="Shape 78"/>
          <p:cNvSpPr/>
          <p:nvPr/>
        </p:nvSpPr>
        <p:spPr>
          <a:xfrm>
            <a:off x="7366635" y="1600200"/>
            <a:ext cx="74295" cy="74295"/>
          </a:xfrm>
          <a:prstGeom prst="rect">
            <a:avLst/>
          </a:prstGeom>
          <a:solidFill>
            <a:srgbClr val="D9651F"/>
          </a:solidFill>
          <a:ln w="12700">
            <a:solidFill>
              <a:srgbClr val="D9651F"/>
            </a:solidFill>
            <a:prstDash val="solid"/>
          </a:ln>
        </p:spPr>
      </p:sp>
      <p:sp>
        <p:nvSpPr>
          <p:cNvPr id="82" name="Shape 79"/>
          <p:cNvSpPr/>
          <p:nvPr/>
        </p:nvSpPr>
        <p:spPr>
          <a:xfrm>
            <a:off x="6475095" y="1674495"/>
            <a:ext cx="74295" cy="74295"/>
          </a:xfrm>
          <a:prstGeom prst="rect">
            <a:avLst/>
          </a:prstGeom>
          <a:solidFill>
            <a:srgbClr val="D9651F"/>
          </a:solidFill>
          <a:ln w="12700">
            <a:solidFill>
              <a:srgbClr val="D9651F"/>
            </a:solidFill>
            <a:prstDash val="solid"/>
          </a:ln>
        </p:spPr>
      </p:sp>
      <p:sp>
        <p:nvSpPr>
          <p:cNvPr id="83" name="Shape 80"/>
          <p:cNvSpPr/>
          <p:nvPr/>
        </p:nvSpPr>
        <p:spPr>
          <a:xfrm>
            <a:off x="6549390" y="1674495"/>
            <a:ext cx="74295" cy="74295"/>
          </a:xfrm>
          <a:prstGeom prst="rect">
            <a:avLst/>
          </a:prstGeom>
          <a:solidFill>
            <a:srgbClr val="D9651F"/>
          </a:solidFill>
          <a:ln w="12700">
            <a:solidFill>
              <a:srgbClr val="D9651F"/>
            </a:solidFill>
            <a:prstDash val="solid"/>
          </a:ln>
        </p:spPr>
      </p:sp>
      <p:sp>
        <p:nvSpPr>
          <p:cNvPr id="84" name="Shape 81"/>
          <p:cNvSpPr/>
          <p:nvPr/>
        </p:nvSpPr>
        <p:spPr>
          <a:xfrm>
            <a:off x="6623685" y="1674495"/>
            <a:ext cx="74295" cy="74295"/>
          </a:xfrm>
          <a:prstGeom prst="rect">
            <a:avLst/>
          </a:prstGeom>
          <a:solidFill>
            <a:srgbClr val="D9651F"/>
          </a:solidFill>
          <a:ln w="12700">
            <a:solidFill>
              <a:srgbClr val="D9651F"/>
            </a:solidFill>
            <a:prstDash val="solid"/>
          </a:ln>
        </p:spPr>
      </p:sp>
      <p:sp>
        <p:nvSpPr>
          <p:cNvPr id="85" name="Shape 82"/>
          <p:cNvSpPr/>
          <p:nvPr/>
        </p:nvSpPr>
        <p:spPr>
          <a:xfrm>
            <a:off x="6697980" y="1674495"/>
            <a:ext cx="74295" cy="74295"/>
          </a:xfrm>
          <a:prstGeom prst="rect">
            <a:avLst/>
          </a:prstGeom>
          <a:solidFill>
            <a:srgbClr val="D9651F"/>
          </a:solidFill>
          <a:ln w="12700">
            <a:solidFill>
              <a:srgbClr val="D9651F"/>
            </a:solidFill>
            <a:prstDash val="solid"/>
          </a:ln>
        </p:spPr>
      </p:sp>
      <p:sp>
        <p:nvSpPr>
          <p:cNvPr id="86" name="Shape 83"/>
          <p:cNvSpPr/>
          <p:nvPr/>
        </p:nvSpPr>
        <p:spPr>
          <a:xfrm>
            <a:off x="6772275" y="1674495"/>
            <a:ext cx="74295" cy="74295"/>
          </a:xfrm>
          <a:prstGeom prst="rect">
            <a:avLst/>
          </a:prstGeom>
          <a:solidFill>
            <a:srgbClr val="D9651F"/>
          </a:solidFill>
          <a:ln w="12700">
            <a:solidFill>
              <a:srgbClr val="D9651F"/>
            </a:solidFill>
            <a:prstDash val="solid"/>
          </a:ln>
        </p:spPr>
      </p:sp>
      <p:sp>
        <p:nvSpPr>
          <p:cNvPr id="87" name="Shape 84"/>
          <p:cNvSpPr/>
          <p:nvPr/>
        </p:nvSpPr>
        <p:spPr>
          <a:xfrm>
            <a:off x="6846570" y="1674495"/>
            <a:ext cx="74295" cy="74295"/>
          </a:xfrm>
          <a:prstGeom prst="rect">
            <a:avLst/>
          </a:prstGeom>
          <a:solidFill>
            <a:srgbClr val="D9651F"/>
          </a:solidFill>
          <a:ln w="12700">
            <a:solidFill>
              <a:srgbClr val="D9651F"/>
            </a:solidFill>
            <a:prstDash val="solid"/>
          </a:ln>
        </p:spPr>
      </p:sp>
      <p:sp>
        <p:nvSpPr>
          <p:cNvPr id="88" name="Shape 85"/>
          <p:cNvSpPr/>
          <p:nvPr/>
        </p:nvSpPr>
        <p:spPr>
          <a:xfrm>
            <a:off x="6920865" y="1674495"/>
            <a:ext cx="74295" cy="74295"/>
          </a:xfrm>
          <a:prstGeom prst="rect">
            <a:avLst/>
          </a:prstGeom>
          <a:solidFill>
            <a:srgbClr val="D9651F"/>
          </a:solidFill>
          <a:ln w="12700">
            <a:solidFill>
              <a:srgbClr val="D9651F"/>
            </a:solidFill>
            <a:prstDash val="solid"/>
          </a:ln>
        </p:spPr>
      </p:sp>
      <p:sp>
        <p:nvSpPr>
          <p:cNvPr id="89" name="Shape 86"/>
          <p:cNvSpPr/>
          <p:nvPr/>
        </p:nvSpPr>
        <p:spPr>
          <a:xfrm>
            <a:off x="6995160" y="1674495"/>
            <a:ext cx="74295" cy="74295"/>
          </a:xfrm>
          <a:prstGeom prst="rect">
            <a:avLst/>
          </a:prstGeom>
          <a:solidFill>
            <a:srgbClr val="D9651F"/>
          </a:solidFill>
          <a:ln w="12700">
            <a:solidFill>
              <a:srgbClr val="D9651F"/>
            </a:solidFill>
            <a:prstDash val="solid"/>
          </a:ln>
        </p:spPr>
      </p:sp>
      <p:sp>
        <p:nvSpPr>
          <p:cNvPr id="90" name="Shape 87"/>
          <p:cNvSpPr/>
          <p:nvPr/>
        </p:nvSpPr>
        <p:spPr>
          <a:xfrm>
            <a:off x="7069455" y="1674495"/>
            <a:ext cx="74295" cy="74295"/>
          </a:xfrm>
          <a:prstGeom prst="rect">
            <a:avLst/>
          </a:prstGeom>
          <a:solidFill>
            <a:srgbClr val="D9651F"/>
          </a:solidFill>
          <a:ln w="12700">
            <a:solidFill>
              <a:srgbClr val="D9651F"/>
            </a:solidFill>
            <a:prstDash val="solid"/>
          </a:ln>
        </p:spPr>
      </p:sp>
      <p:sp>
        <p:nvSpPr>
          <p:cNvPr id="91" name="Shape 88"/>
          <p:cNvSpPr/>
          <p:nvPr/>
        </p:nvSpPr>
        <p:spPr>
          <a:xfrm>
            <a:off x="7143750" y="1674495"/>
            <a:ext cx="74295" cy="74295"/>
          </a:xfrm>
          <a:prstGeom prst="rect">
            <a:avLst/>
          </a:prstGeom>
          <a:solidFill>
            <a:srgbClr val="D9651F"/>
          </a:solidFill>
          <a:ln w="12700">
            <a:solidFill>
              <a:srgbClr val="D9651F"/>
            </a:solidFill>
            <a:prstDash val="solid"/>
          </a:ln>
        </p:spPr>
      </p:sp>
      <p:sp>
        <p:nvSpPr>
          <p:cNvPr id="92" name="Shape 89"/>
          <p:cNvSpPr/>
          <p:nvPr/>
        </p:nvSpPr>
        <p:spPr>
          <a:xfrm>
            <a:off x="7218045" y="1674495"/>
            <a:ext cx="74295" cy="74295"/>
          </a:xfrm>
          <a:prstGeom prst="rect">
            <a:avLst/>
          </a:prstGeom>
          <a:solidFill>
            <a:srgbClr val="D9651F"/>
          </a:solidFill>
          <a:ln w="12700">
            <a:solidFill>
              <a:srgbClr val="D9651F"/>
            </a:solidFill>
            <a:prstDash val="solid"/>
          </a:ln>
        </p:spPr>
      </p:sp>
      <p:sp>
        <p:nvSpPr>
          <p:cNvPr id="93" name="Shape 90"/>
          <p:cNvSpPr/>
          <p:nvPr/>
        </p:nvSpPr>
        <p:spPr>
          <a:xfrm>
            <a:off x="7292340" y="1674495"/>
            <a:ext cx="74295" cy="74295"/>
          </a:xfrm>
          <a:prstGeom prst="rect">
            <a:avLst/>
          </a:prstGeom>
          <a:solidFill>
            <a:srgbClr val="D9651F"/>
          </a:solidFill>
          <a:ln w="12700">
            <a:solidFill>
              <a:srgbClr val="D9651F"/>
            </a:solidFill>
            <a:prstDash val="solid"/>
          </a:ln>
        </p:spPr>
      </p:sp>
      <p:sp>
        <p:nvSpPr>
          <p:cNvPr id="94" name="Shape 91"/>
          <p:cNvSpPr/>
          <p:nvPr/>
        </p:nvSpPr>
        <p:spPr>
          <a:xfrm>
            <a:off x="7366635" y="1674495"/>
            <a:ext cx="74295" cy="74295"/>
          </a:xfrm>
          <a:prstGeom prst="rect">
            <a:avLst/>
          </a:prstGeom>
          <a:solidFill>
            <a:srgbClr val="D9651F"/>
          </a:solidFill>
          <a:ln w="12700">
            <a:solidFill>
              <a:srgbClr val="D9651F"/>
            </a:solidFill>
            <a:prstDash val="solid"/>
          </a:ln>
        </p:spPr>
      </p:sp>
      <p:sp>
        <p:nvSpPr>
          <p:cNvPr id="95" name="Shape 92"/>
          <p:cNvSpPr/>
          <p:nvPr/>
        </p:nvSpPr>
        <p:spPr>
          <a:xfrm>
            <a:off x="6549390" y="1748790"/>
            <a:ext cx="74295" cy="74295"/>
          </a:xfrm>
          <a:prstGeom prst="rect">
            <a:avLst/>
          </a:prstGeom>
          <a:solidFill>
            <a:srgbClr val="D9651F"/>
          </a:solidFill>
          <a:ln w="12700">
            <a:solidFill>
              <a:srgbClr val="D9651F"/>
            </a:solidFill>
            <a:prstDash val="solid"/>
          </a:ln>
        </p:spPr>
      </p:sp>
      <p:sp>
        <p:nvSpPr>
          <p:cNvPr id="96" name="Shape 93"/>
          <p:cNvSpPr/>
          <p:nvPr/>
        </p:nvSpPr>
        <p:spPr>
          <a:xfrm>
            <a:off x="6623685" y="1748790"/>
            <a:ext cx="74295" cy="74295"/>
          </a:xfrm>
          <a:prstGeom prst="rect">
            <a:avLst/>
          </a:prstGeom>
          <a:solidFill>
            <a:srgbClr val="D9651F"/>
          </a:solidFill>
          <a:ln w="12700">
            <a:solidFill>
              <a:srgbClr val="D9651F"/>
            </a:solidFill>
            <a:prstDash val="solid"/>
          </a:ln>
        </p:spPr>
      </p:sp>
      <p:sp>
        <p:nvSpPr>
          <p:cNvPr id="97" name="Shape 94"/>
          <p:cNvSpPr/>
          <p:nvPr/>
        </p:nvSpPr>
        <p:spPr>
          <a:xfrm>
            <a:off x="6697980" y="1748790"/>
            <a:ext cx="74295" cy="74295"/>
          </a:xfrm>
          <a:prstGeom prst="rect">
            <a:avLst/>
          </a:prstGeom>
          <a:solidFill>
            <a:srgbClr val="D9651F"/>
          </a:solidFill>
          <a:ln w="12700">
            <a:solidFill>
              <a:srgbClr val="D9651F"/>
            </a:solidFill>
            <a:prstDash val="solid"/>
          </a:ln>
        </p:spPr>
      </p:sp>
      <p:sp>
        <p:nvSpPr>
          <p:cNvPr id="98" name="Shape 95"/>
          <p:cNvSpPr/>
          <p:nvPr/>
        </p:nvSpPr>
        <p:spPr>
          <a:xfrm>
            <a:off x="6772275" y="1748790"/>
            <a:ext cx="74295" cy="74295"/>
          </a:xfrm>
          <a:prstGeom prst="rect">
            <a:avLst/>
          </a:prstGeom>
          <a:solidFill>
            <a:srgbClr val="D9651F"/>
          </a:solidFill>
          <a:ln w="12700">
            <a:solidFill>
              <a:srgbClr val="D9651F"/>
            </a:solidFill>
            <a:prstDash val="solid"/>
          </a:ln>
        </p:spPr>
      </p:sp>
      <p:sp>
        <p:nvSpPr>
          <p:cNvPr id="99" name="Shape 96"/>
          <p:cNvSpPr/>
          <p:nvPr/>
        </p:nvSpPr>
        <p:spPr>
          <a:xfrm>
            <a:off x="6846570" y="1748790"/>
            <a:ext cx="74295" cy="74295"/>
          </a:xfrm>
          <a:prstGeom prst="rect">
            <a:avLst/>
          </a:prstGeom>
          <a:solidFill>
            <a:srgbClr val="D9651F"/>
          </a:solidFill>
          <a:ln w="12700">
            <a:solidFill>
              <a:srgbClr val="D9651F"/>
            </a:solidFill>
            <a:prstDash val="solid"/>
          </a:ln>
        </p:spPr>
      </p:sp>
      <p:sp>
        <p:nvSpPr>
          <p:cNvPr id="100" name="Shape 97"/>
          <p:cNvSpPr/>
          <p:nvPr/>
        </p:nvSpPr>
        <p:spPr>
          <a:xfrm>
            <a:off x="6920865" y="1748790"/>
            <a:ext cx="74295" cy="74295"/>
          </a:xfrm>
          <a:prstGeom prst="rect">
            <a:avLst/>
          </a:prstGeom>
          <a:solidFill>
            <a:srgbClr val="D9651F"/>
          </a:solidFill>
          <a:ln w="12700">
            <a:solidFill>
              <a:srgbClr val="D9651F"/>
            </a:solidFill>
            <a:prstDash val="solid"/>
          </a:ln>
        </p:spPr>
      </p:sp>
      <p:sp>
        <p:nvSpPr>
          <p:cNvPr id="101" name="Shape 98"/>
          <p:cNvSpPr/>
          <p:nvPr/>
        </p:nvSpPr>
        <p:spPr>
          <a:xfrm>
            <a:off x="6995160" y="1748790"/>
            <a:ext cx="74295" cy="74295"/>
          </a:xfrm>
          <a:prstGeom prst="rect">
            <a:avLst/>
          </a:prstGeom>
          <a:solidFill>
            <a:srgbClr val="D9651F"/>
          </a:solidFill>
          <a:ln w="12700">
            <a:solidFill>
              <a:srgbClr val="D9651F"/>
            </a:solidFill>
            <a:prstDash val="solid"/>
          </a:ln>
        </p:spPr>
      </p:sp>
      <p:sp>
        <p:nvSpPr>
          <p:cNvPr id="102" name="Shape 99"/>
          <p:cNvSpPr/>
          <p:nvPr/>
        </p:nvSpPr>
        <p:spPr>
          <a:xfrm>
            <a:off x="7069455" y="1748790"/>
            <a:ext cx="74295" cy="74295"/>
          </a:xfrm>
          <a:prstGeom prst="rect">
            <a:avLst/>
          </a:prstGeom>
          <a:solidFill>
            <a:srgbClr val="D9651F"/>
          </a:solidFill>
          <a:ln w="12700">
            <a:solidFill>
              <a:srgbClr val="D9651F"/>
            </a:solidFill>
            <a:prstDash val="solid"/>
          </a:ln>
        </p:spPr>
      </p:sp>
      <p:sp>
        <p:nvSpPr>
          <p:cNvPr id="103" name="Shape 100"/>
          <p:cNvSpPr/>
          <p:nvPr/>
        </p:nvSpPr>
        <p:spPr>
          <a:xfrm>
            <a:off x="7218045" y="1748790"/>
            <a:ext cx="74295" cy="74295"/>
          </a:xfrm>
          <a:prstGeom prst="rect">
            <a:avLst/>
          </a:prstGeom>
          <a:solidFill>
            <a:srgbClr val="D9651F"/>
          </a:solidFill>
          <a:ln w="12700">
            <a:solidFill>
              <a:srgbClr val="D9651F"/>
            </a:solidFill>
            <a:prstDash val="solid"/>
          </a:ln>
        </p:spPr>
      </p:sp>
      <p:sp>
        <p:nvSpPr>
          <p:cNvPr id="104" name="Shape 101"/>
          <p:cNvSpPr/>
          <p:nvPr/>
        </p:nvSpPr>
        <p:spPr>
          <a:xfrm>
            <a:off x="7292340" y="1748790"/>
            <a:ext cx="74295" cy="74295"/>
          </a:xfrm>
          <a:prstGeom prst="rect">
            <a:avLst/>
          </a:prstGeom>
          <a:solidFill>
            <a:srgbClr val="D9651F"/>
          </a:solidFill>
          <a:ln w="12700">
            <a:solidFill>
              <a:srgbClr val="D9651F"/>
            </a:solidFill>
            <a:prstDash val="solid"/>
          </a:ln>
        </p:spPr>
      </p:sp>
      <p:sp>
        <p:nvSpPr>
          <p:cNvPr id="105" name="Shape 102"/>
          <p:cNvSpPr/>
          <p:nvPr/>
        </p:nvSpPr>
        <p:spPr>
          <a:xfrm>
            <a:off x="6549390" y="1823085"/>
            <a:ext cx="74295" cy="74295"/>
          </a:xfrm>
          <a:prstGeom prst="rect">
            <a:avLst/>
          </a:prstGeom>
          <a:solidFill>
            <a:srgbClr val="D9651F"/>
          </a:solidFill>
          <a:ln w="12700">
            <a:solidFill>
              <a:srgbClr val="D9651F"/>
            </a:solidFill>
            <a:prstDash val="solid"/>
          </a:ln>
        </p:spPr>
      </p:sp>
      <p:sp>
        <p:nvSpPr>
          <p:cNvPr id="106" name="Shape 103"/>
          <p:cNvSpPr/>
          <p:nvPr/>
        </p:nvSpPr>
        <p:spPr>
          <a:xfrm>
            <a:off x="6623685" y="1823085"/>
            <a:ext cx="74295" cy="74295"/>
          </a:xfrm>
          <a:prstGeom prst="rect">
            <a:avLst/>
          </a:prstGeom>
          <a:solidFill>
            <a:srgbClr val="D9651F"/>
          </a:solidFill>
          <a:ln w="12700">
            <a:solidFill>
              <a:srgbClr val="D9651F"/>
            </a:solidFill>
            <a:prstDash val="solid"/>
          </a:ln>
        </p:spPr>
      </p:sp>
      <p:sp>
        <p:nvSpPr>
          <p:cNvPr id="107" name="Shape 104"/>
          <p:cNvSpPr/>
          <p:nvPr/>
        </p:nvSpPr>
        <p:spPr>
          <a:xfrm>
            <a:off x="6697980" y="1823085"/>
            <a:ext cx="74295" cy="74295"/>
          </a:xfrm>
          <a:prstGeom prst="rect">
            <a:avLst/>
          </a:prstGeom>
          <a:solidFill>
            <a:srgbClr val="D9651F"/>
          </a:solidFill>
          <a:ln w="12700">
            <a:solidFill>
              <a:srgbClr val="D9651F"/>
            </a:solidFill>
            <a:prstDash val="solid"/>
          </a:ln>
        </p:spPr>
      </p:sp>
      <p:sp>
        <p:nvSpPr>
          <p:cNvPr id="108" name="Shape 105"/>
          <p:cNvSpPr/>
          <p:nvPr/>
        </p:nvSpPr>
        <p:spPr>
          <a:xfrm>
            <a:off x="6772275" y="1823085"/>
            <a:ext cx="74295" cy="74295"/>
          </a:xfrm>
          <a:prstGeom prst="rect">
            <a:avLst/>
          </a:prstGeom>
          <a:solidFill>
            <a:srgbClr val="D9651F"/>
          </a:solidFill>
          <a:ln w="12700">
            <a:solidFill>
              <a:srgbClr val="D9651F"/>
            </a:solidFill>
            <a:prstDash val="solid"/>
          </a:ln>
        </p:spPr>
      </p:sp>
      <p:sp>
        <p:nvSpPr>
          <p:cNvPr id="109" name="Shape 106"/>
          <p:cNvSpPr/>
          <p:nvPr/>
        </p:nvSpPr>
        <p:spPr>
          <a:xfrm>
            <a:off x="6846570" y="1823085"/>
            <a:ext cx="74295" cy="74295"/>
          </a:xfrm>
          <a:prstGeom prst="rect">
            <a:avLst/>
          </a:prstGeom>
          <a:solidFill>
            <a:srgbClr val="D9651F"/>
          </a:solidFill>
          <a:ln w="12700">
            <a:solidFill>
              <a:srgbClr val="D9651F"/>
            </a:solidFill>
            <a:prstDash val="solid"/>
          </a:ln>
        </p:spPr>
      </p:sp>
      <p:sp>
        <p:nvSpPr>
          <p:cNvPr id="110" name="Shape 107"/>
          <p:cNvSpPr/>
          <p:nvPr/>
        </p:nvSpPr>
        <p:spPr>
          <a:xfrm>
            <a:off x="6920865" y="1823085"/>
            <a:ext cx="74295" cy="74295"/>
          </a:xfrm>
          <a:prstGeom prst="rect">
            <a:avLst/>
          </a:prstGeom>
          <a:solidFill>
            <a:srgbClr val="D9651F"/>
          </a:solidFill>
          <a:ln w="12700">
            <a:solidFill>
              <a:srgbClr val="D9651F"/>
            </a:solidFill>
            <a:prstDash val="solid"/>
          </a:ln>
        </p:spPr>
      </p:sp>
      <p:sp>
        <p:nvSpPr>
          <p:cNvPr id="111" name="Shape 108"/>
          <p:cNvSpPr/>
          <p:nvPr/>
        </p:nvSpPr>
        <p:spPr>
          <a:xfrm>
            <a:off x="6995160" y="1823085"/>
            <a:ext cx="74295" cy="74295"/>
          </a:xfrm>
          <a:prstGeom prst="rect">
            <a:avLst/>
          </a:prstGeom>
          <a:solidFill>
            <a:srgbClr val="D9651F"/>
          </a:solidFill>
          <a:ln w="12700">
            <a:solidFill>
              <a:srgbClr val="D9651F"/>
            </a:solidFill>
            <a:prstDash val="solid"/>
          </a:ln>
        </p:spPr>
      </p:sp>
      <p:sp>
        <p:nvSpPr>
          <p:cNvPr id="112" name="Shape 109"/>
          <p:cNvSpPr/>
          <p:nvPr/>
        </p:nvSpPr>
        <p:spPr>
          <a:xfrm>
            <a:off x="7069455" y="1823085"/>
            <a:ext cx="74295" cy="74295"/>
          </a:xfrm>
          <a:prstGeom prst="rect">
            <a:avLst/>
          </a:prstGeom>
          <a:solidFill>
            <a:srgbClr val="D9651F"/>
          </a:solidFill>
          <a:ln w="12700">
            <a:solidFill>
              <a:srgbClr val="D9651F"/>
            </a:solidFill>
            <a:prstDash val="solid"/>
          </a:ln>
        </p:spPr>
      </p:sp>
      <p:sp>
        <p:nvSpPr>
          <p:cNvPr id="113" name="Shape 110"/>
          <p:cNvSpPr/>
          <p:nvPr/>
        </p:nvSpPr>
        <p:spPr>
          <a:xfrm>
            <a:off x="7143750" y="1823085"/>
            <a:ext cx="74295" cy="74295"/>
          </a:xfrm>
          <a:prstGeom prst="rect">
            <a:avLst/>
          </a:prstGeom>
          <a:solidFill>
            <a:srgbClr val="D9651F"/>
          </a:solidFill>
          <a:ln w="12700">
            <a:solidFill>
              <a:srgbClr val="D9651F"/>
            </a:solidFill>
            <a:prstDash val="solid"/>
          </a:ln>
        </p:spPr>
      </p:sp>
      <p:sp>
        <p:nvSpPr>
          <p:cNvPr id="114" name="Shape 111"/>
          <p:cNvSpPr/>
          <p:nvPr/>
        </p:nvSpPr>
        <p:spPr>
          <a:xfrm>
            <a:off x="7218045" y="1823085"/>
            <a:ext cx="74295" cy="74295"/>
          </a:xfrm>
          <a:prstGeom prst="rect">
            <a:avLst/>
          </a:prstGeom>
          <a:solidFill>
            <a:srgbClr val="D9651F"/>
          </a:solidFill>
          <a:ln w="12700">
            <a:solidFill>
              <a:srgbClr val="D9651F"/>
            </a:solidFill>
            <a:prstDash val="solid"/>
          </a:ln>
        </p:spPr>
      </p:sp>
      <p:sp>
        <p:nvSpPr>
          <p:cNvPr id="115" name="Shape 112"/>
          <p:cNvSpPr/>
          <p:nvPr/>
        </p:nvSpPr>
        <p:spPr>
          <a:xfrm>
            <a:off x="6623685" y="1897380"/>
            <a:ext cx="74295" cy="74295"/>
          </a:xfrm>
          <a:prstGeom prst="rect">
            <a:avLst/>
          </a:prstGeom>
          <a:solidFill>
            <a:srgbClr val="D9651F"/>
          </a:solidFill>
          <a:ln w="12700">
            <a:solidFill>
              <a:srgbClr val="D9651F"/>
            </a:solidFill>
            <a:prstDash val="solid"/>
          </a:ln>
        </p:spPr>
      </p:sp>
      <p:sp>
        <p:nvSpPr>
          <p:cNvPr id="116" name="Shape 113"/>
          <p:cNvSpPr/>
          <p:nvPr/>
        </p:nvSpPr>
        <p:spPr>
          <a:xfrm>
            <a:off x="6697980" y="1897380"/>
            <a:ext cx="74295" cy="74295"/>
          </a:xfrm>
          <a:prstGeom prst="rect">
            <a:avLst/>
          </a:prstGeom>
          <a:solidFill>
            <a:srgbClr val="D9651F"/>
          </a:solidFill>
          <a:ln w="12700">
            <a:solidFill>
              <a:srgbClr val="D9651F"/>
            </a:solidFill>
            <a:prstDash val="solid"/>
          </a:ln>
        </p:spPr>
      </p:sp>
      <p:sp>
        <p:nvSpPr>
          <p:cNvPr id="117" name="Shape 114"/>
          <p:cNvSpPr/>
          <p:nvPr/>
        </p:nvSpPr>
        <p:spPr>
          <a:xfrm>
            <a:off x="6772275" y="1897380"/>
            <a:ext cx="74295" cy="74295"/>
          </a:xfrm>
          <a:prstGeom prst="rect">
            <a:avLst/>
          </a:prstGeom>
          <a:solidFill>
            <a:srgbClr val="D9651F"/>
          </a:solidFill>
          <a:ln w="12700">
            <a:solidFill>
              <a:srgbClr val="D9651F"/>
            </a:solidFill>
            <a:prstDash val="solid"/>
          </a:ln>
        </p:spPr>
      </p:sp>
      <p:sp>
        <p:nvSpPr>
          <p:cNvPr id="118" name="Shape 115"/>
          <p:cNvSpPr/>
          <p:nvPr/>
        </p:nvSpPr>
        <p:spPr>
          <a:xfrm>
            <a:off x="6846570" y="1897380"/>
            <a:ext cx="74295" cy="74295"/>
          </a:xfrm>
          <a:prstGeom prst="rect">
            <a:avLst/>
          </a:prstGeom>
          <a:solidFill>
            <a:srgbClr val="D9651F"/>
          </a:solidFill>
          <a:ln w="12700">
            <a:solidFill>
              <a:srgbClr val="D9651F"/>
            </a:solidFill>
            <a:prstDash val="solid"/>
          </a:ln>
        </p:spPr>
      </p:sp>
      <p:sp>
        <p:nvSpPr>
          <p:cNvPr id="119" name="Shape 116"/>
          <p:cNvSpPr/>
          <p:nvPr/>
        </p:nvSpPr>
        <p:spPr>
          <a:xfrm>
            <a:off x="6995160" y="1897380"/>
            <a:ext cx="74295" cy="74295"/>
          </a:xfrm>
          <a:prstGeom prst="rect">
            <a:avLst/>
          </a:prstGeom>
          <a:solidFill>
            <a:srgbClr val="D9651F"/>
          </a:solidFill>
          <a:ln w="12700">
            <a:solidFill>
              <a:srgbClr val="D9651F"/>
            </a:solidFill>
            <a:prstDash val="solid"/>
          </a:ln>
        </p:spPr>
      </p:sp>
      <p:sp>
        <p:nvSpPr>
          <p:cNvPr id="120" name="Shape 117"/>
          <p:cNvSpPr/>
          <p:nvPr/>
        </p:nvSpPr>
        <p:spPr>
          <a:xfrm>
            <a:off x="7069455" y="1897380"/>
            <a:ext cx="74295" cy="74295"/>
          </a:xfrm>
          <a:prstGeom prst="rect">
            <a:avLst/>
          </a:prstGeom>
          <a:solidFill>
            <a:srgbClr val="D9651F"/>
          </a:solidFill>
          <a:ln w="12700">
            <a:solidFill>
              <a:srgbClr val="D9651F"/>
            </a:solidFill>
            <a:prstDash val="solid"/>
          </a:ln>
        </p:spPr>
      </p:sp>
      <p:sp>
        <p:nvSpPr>
          <p:cNvPr id="121" name="Shape 118"/>
          <p:cNvSpPr/>
          <p:nvPr/>
        </p:nvSpPr>
        <p:spPr>
          <a:xfrm>
            <a:off x="7143750" y="1897380"/>
            <a:ext cx="74295" cy="74295"/>
          </a:xfrm>
          <a:prstGeom prst="rect">
            <a:avLst/>
          </a:prstGeom>
          <a:solidFill>
            <a:srgbClr val="D9651F"/>
          </a:solidFill>
          <a:ln w="12700">
            <a:solidFill>
              <a:srgbClr val="D9651F"/>
            </a:solidFill>
            <a:prstDash val="solid"/>
          </a:ln>
        </p:spPr>
      </p:sp>
      <p:sp>
        <p:nvSpPr>
          <p:cNvPr id="122" name="Shape 119"/>
          <p:cNvSpPr/>
          <p:nvPr/>
        </p:nvSpPr>
        <p:spPr>
          <a:xfrm>
            <a:off x="6772275" y="1971675"/>
            <a:ext cx="74295" cy="74295"/>
          </a:xfrm>
          <a:prstGeom prst="rect">
            <a:avLst/>
          </a:prstGeom>
          <a:solidFill>
            <a:srgbClr val="D9651F"/>
          </a:solidFill>
          <a:ln w="12700">
            <a:solidFill>
              <a:srgbClr val="D9651F"/>
            </a:solidFill>
            <a:prstDash val="solid"/>
          </a:ln>
        </p:spPr>
      </p:sp>
      <p:sp>
        <p:nvSpPr>
          <p:cNvPr id="123" name="Shape 120"/>
          <p:cNvSpPr/>
          <p:nvPr/>
        </p:nvSpPr>
        <p:spPr>
          <a:xfrm>
            <a:off x="6846570" y="1971675"/>
            <a:ext cx="74295" cy="74295"/>
          </a:xfrm>
          <a:prstGeom prst="rect">
            <a:avLst/>
          </a:prstGeom>
          <a:solidFill>
            <a:srgbClr val="D9651F"/>
          </a:solidFill>
          <a:ln w="12700">
            <a:solidFill>
              <a:srgbClr val="D9651F"/>
            </a:solidFill>
            <a:prstDash val="solid"/>
          </a:ln>
        </p:spPr>
      </p:sp>
      <p:sp>
        <p:nvSpPr>
          <p:cNvPr id="124" name="Shape 121"/>
          <p:cNvSpPr/>
          <p:nvPr/>
        </p:nvSpPr>
        <p:spPr>
          <a:xfrm>
            <a:off x="6920865" y="1971675"/>
            <a:ext cx="74295" cy="74295"/>
          </a:xfrm>
          <a:prstGeom prst="rect">
            <a:avLst/>
          </a:prstGeom>
          <a:solidFill>
            <a:srgbClr val="D9651F"/>
          </a:solidFill>
          <a:ln w="12700">
            <a:solidFill>
              <a:srgbClr val="D9651F"/>
            </a:solidFill>
            <a:prstDash val="solid"/>
          </a:ln>
        </p:spPr>
      </p:sp>
      <p:sp>
        <p:nvSpPr>
          <p:cNvPr id="125" name="Shape 122"/>
          <p:cNvSpPr/>
          <p:nvPr/>
        </p:nvSpPr>
        <p:spPr>
          <a:xfrm>
            <a:off x="6995160" y="1971675"/>
            <a:ext cx="74295" cy="74295"/>
          </a:xfrm>
          <a:prstGeom prst="rect">
            <a:avLst/>
          </a:prstGeom>
          <a:solidFill>
            <a:srgbClr val="D9651F"/>
          </a:solidFill>
          <a:ln w="12700">
            <a:solidFill>
              <a:srgbClr val="D9651F"/>
            </a:solidFill>
            <a:prstDash val="solid"/>
          </a:ln>
        </p:spPr>
      </p:sp>
      <p:sp>
        <p:nvSpPr>
          <p:cNvPr id="126" name="Shape 123"/>
          <p:cNvSpPr/>
          <p:nvPr/>
        </p:nvSpPr>
        <p:spPr>
          <a:xfrm>
            <a:off x="7626096" y="950976"/>
            <a:ext cx="1298448" cy="1298448"/>
          </a:xfrm>
          <a:prstGeom prst="roundRect">
            <a:avLst>
              <a:gd name="adj" fmla="val 7042"/>
            </a:avLst>
          </a:prstGeom>
          <a:solidFill>
            <a:srgbClr val="FFFFFF"/>
          </a:solidFill>
          <a:ln w="19050">
            <a:solidFill>
              <a:srgbClr val="F0E4D0"/>
            </a:solidFill>
            <a:prstDash val="solid"/>
          </a:ln>
        </p:spPr>
      </p:sp>
      <p:sp>
        <p:nvSpPr>
          <p:cNvPr id="127" name="Shape 124"/>
          <p:cNvSpPr/>
          <p:nvPr/>
        </p:nvSpPr>
        <p:spPr>
          <a:xfrm>
            <a:off x="7903845" y="1005840"/>
            <a:ext cx="74295" cy="74295"/>
          </a:xfrm>
          <a:prstGeom prst="rect">
            <a:avLst/>
          </a:prstGeom>
          <a:solidFill>
            <a:srgbClr val="2378BD"/>
          </a:solidFill>
          <a:ln w="12700">
            <a:solidFill>
              <a:srgbClr val="2378BD"/>
            </a:solidFill>
            <a:prstDash val="solid"/>
          </a:ln>
        </p:spPr>
      </p:sp>
      <p:sp>
        <p:nvSpPr>
          <p:cNvPr id="128" name="Shape 125"/>
          <p:cNvSpPr/>
          <p:nvPr/>
        </p:nvSpPr>
        <p:spPr>
          <a:xfrm>
            <a:off x="7978140" y="1005840"/>
            <a:ext cx="74295" cy="74295"/>
          </a:xfrm>
          <a:prstGeom prst="rect">
            <a:avLst/>
          </a:prstGeom>
          <a:solidFill>
            <a:srgbClr val="2378BD"/>
          </a:solidFill>
          <a:ln w="12700">
            <a:solidFill>
              <a:srgbClr val="2378BD"/>
            </a:solidFill>
            <a:prstDash val="solid"/>
          </a:ln>
        </p:spPr>
      </p:sp>
      <p:sp>
        <p:nvSpPr>
          <p:cNvPr id="129" name="Shape 126"/>
          <p:cNvSpPr/>
          <p:nvPr/>
        </p:nvSpPr>
        <p:spPr>
          <a:xfrm>
            <a:off x="8052435" y="1005840"/>
            <a:ext cx="74295" cy="74295"/>
          </a:xfrm>
          <a:prstGeom prst="rect">
            <a:avLst/>
          </a:prstGeom>
          <a:solidFill>
            <a:srgbClr val="2378BD"/>
          </a:solidFill>
          <a:ln w="12700">
            <a:solidFill>
              <a:srgbClr val="2378BD"/>
            </a:solidFill>
            <a:prstDash val="solid"/>
          </a:ln>
        </p:spPr>
      </p:sp>
      <p:sp>
        <p:nvSpPr>
          <p:cNvPr id="130" name="Shape 127"/>
          <p:cNvSpPr/>
          <p:nvPr/>
        </p:nvSpPr>
        <p:spPr>
          <a:xfrm>
            <a:off x="8201025" y="1005840"/>
            <a:ext cx="74295" cy="74295"/>
          </a:xfrm>
          <a:prstGeom prst="rect">
            <a:avLst/>
          </a:prstGeom>
          <a:solidFill>
            <a:srgbClr val="2378BD"/>
          </a:solidFill>
          <a:ln w="12700">
            <a:solidFill>
              <a:srgbClr val="2378BD"/>
            </a:solidFill>
            <a:prstDash val="solid"/>
          </a:ln>
        </p:spPr>
      </p:sp>
      <p:sp>
        <p:nvSpPr>
          <p:cNvPr id="131" name="Shape 128"/>
          <p:cNvSpPr/>
          <p:nvPr/>
        </p:nvSpPr>
        <p:spPr>
          <a:xfrm>
            <a:off x="8275320" y="1005840"/>
            <a:ext cx="74295" cy="74295"/>
          </a:xfrm>
          <a:prstGeom prst="rect">
            <a:avLst/>
          </a:prstGeom>
          <a:solidFill>
            <a:srgbClr val="2378BD"/>
          </a:solidFill>
          <a:ln w="12700">
            <a:solidFill>
              <a:srgbClr val="2378BD"/>
            </a:solidFill>
            <a:prstDash val="solid"/>
          </a:ln>
        </p:spPr>
      </p:sp>
      <p:sp>
        <p:nvSpPr>
          <p:cNvPr id="132" name="Shape 129"/>
          <p:cNvSpPr/>
          <p:nvPr/>
        </p:nvSpPr>
        <p:spPr>
          <a:xfrm>
            <a:off x="8349615" y="1005840"/>
            <a:ext cx="74295" cy="74295"/>
          </a:xfrm>
          <a:prstGeom prst="rect">
            <a:avLst/>
          </a:prstGeom>
          <a:solidFill>
            <a:srgbClr val="2378BD"/>
          </a:solidFill>
          <a:ln w="12700">
            <a:solidFill>
              <a:srgbClr val="2378BD"/>
            </a:solidFill>
            <a:prstDash val="solid"/>
          </a:ln>
        </p:spPr>
      </p:sp>
      <p:sp>
        <p:nvSpPr>
          <p:cNvPr id="133" name="Shape 130"/>
          <p:cNvSpPr/>
          <p:nvPr/>
        </p:nvSpPr>
        <p:spPr>
          <a:xfrm>
            <a:off x="8423910" y="1005840"/>
            <a:ext cx="74295" cy="74295"/>
          </a:xfrm>
          <a:prstGeom prst="rect">
            <a:avLst/>
          </a:prstGeom>
          <a:solidFill>
            <a:srgbClr val="2378BD"/>
          </a:solidFill>
          <a:ln w="12700">
            <a:solidFill>
              <a:srgbClr val="2378BD"/>
            </a:solidFill>
            <a:prstDash val="solid"/>
          </a:ln>
        </p:spPr>
      </p:sp>
      <p:sp>
        <p:nvSpPr>
          <p:cNvPr id="134" name="Shape 131"/>
          <p:cNvSpPr/>
          <p:nvPr/>
        </p:nvSpPr>
        <p:spPr>
          <a:xfrm>
            <a:off x="8498205" y="1005840"/>
            <a:ext cx="74295" cy="74295"/>
          </a:xfrm>
          <a:prstGeom prst="rect">
            <a:avLst/>
          </a:prstGeom>
          <a:solidFill>
            <a:srgbClr val="2378BD"/>
          </a:solidFill>
          <a:ln w="12700">
            <a:solidFill>
              <a:srgbClr val="2378BD"/>
            </a:solidFill>
            <a:prstDash val="solid"/>
          </a:ln>
        </p:spPr>
      </p:sp>
      <p:sp>
        <p:nvSpPr>
          <p:cNvPr id="135" name="Shape 132"/>
          <p:cNvSpPr/>
          <p:nvPr/>
        </p:nvSpPr>
        <p:spPr>
          <a:xfrm>
            <a:off x="8572500" y="1005840"/>
            <a:ext cx="74295" cy="74295"/>
          </a:xfrm>
          <a:prstGeom prst="rect">
            <a:avLst/>
          </a:prstGeom>
          <a:solidFill>
            <a:srgbClr val="2378BD"/>
          </a:solidFill>
          <a:ln w="12700">
            <a:solidFill>
              <a:srgbClr val="2378BD"/>
            </a:solidFill>
            <a:prstDash val="solid"/>
          </a:ln>
        </p:spPr>
      </p:sp>
      <p:sp>
        <p:nvSpPr>
          <p:cNvPr id="136" name="Shape 133"/>
          <p:cNvSpPr/>
          <p:nvPr/>
        </p:nvSpPr>
        <p:spPr>
          <a:xfrm>
            <a:off x="7755255" y="1080135"/>
            <a:ext cx="74295" cy="74295"/>
          </a:xfrm>
          <a:prstGeom prst="rect">
            <a:avLst/>
          </a:prstGeom>
          <a:solidFill>
            <a:srgbClr val="2378BD"/>
          </a:solidFill>
          <a:ln w="12700">
            <a:solidFill>
              <a:srgbClr val="2378BD"/>
            </a:solidFill>
            <a:prstDash val="solid"/>
          </a:ln>
        </p:spPr>
      </p:sp>
      <p:sp>
        <p:nvSpPr>
          <p:cNvPr id="137" name="Shape 134"/>
          <p:cNvSpPr/>
          <p:nvPr/>
        </p:nvSpPr>
        <p:spPr>
          <a:xfrm>
            <a:off x="7829550" y="1080135"/>
            <a:ext cx="74295" cy="74295"/>
          </a:xfrm>
          <a:prstGeom prst="rect">
            <a:avLst/>
          </a:prstGeom>
          <a:solidFill>
            <a:srgbClr val="2378BD"/>
          </a:solidFill>
          <a:ln w="12700">
            <a:solidFill>
              <a:srgbClr val="2378BD"/>
            </a:solidFill>
            <a:prstDash val="solid"/>
          </a:ln>
        </p:spPr>
      </p:sp>
      <p:sp>
        <p:nvSpPr>
          <p:cNvPr id="138" name="Shape 135"/>
          <p:cNvSpPr/>
          <p:nvPr/>
        </p:nvSpPr>
        <p:spPr>
          <a:xfrm>
            <a:off x="7903845" y="1080135"/>
            <a:ext cx="74295" cy="74295"/>
          </a:xfrm>
          <a:prstGeom prst="rect">
            <a:avLst/>
          </a:prstGeom>
          <a:solidFill>
            <a:srgbClr val="2378BD"/>
          </a:solidFill>
          <a:ln w="12700">
            <a:solidFill>
              <a:srgbClr val="2378BD"/>
            </a:solidFill>
            <a:prstDash val="solid"/>
          </a:ln>
        </p:spPr>
      </p:sp>
      <p:sp>
        <p:nvSpPr>
          <p:cNvPr id="139" name="Shape 136"/>
          <p:cNvSpPr/>
          <p:nvPr/>
        </p:nvSpPr>
        <p:spPr>
          <a:xfrm>
            <a:off x="7978140" y="1080135"/>
            <a:ext cx="74295" cy="74295"/>
          </a:xfrm>
          <a:prstGeom prst="rect">
            <a:avLst/>
          </a:prstGeom>
          <a:solidFill>
            <a:srgbClr val="2378BD"/>
          </a:solidFill>
          <a:ln w="12700">
            <a:solidFill>
              <a:srgbClr val="2378BD"/>
            </a:solidFill>
            <a:prstDash val="solid"/>
          </a:ln>
        </p:spPr>
      </p:sp>
      <p:sp>
        <p:nvSpPr>
          <p:cNvPr id="140" name="Shape 137"/>
          <p:cNvSpPr/>
          <p:nvPr/>
        </p:nvSpPr>
        <p:spPr>
          <a:xfrm>
            <a:off x="8052435" y="1080135"/>
            <a:ext cx="74295" cy="74295"/>
          </a:xfrm>
          <a:prstGeom prst="rect">
            <a:avLst/>
          </a:prstGeom>
          <a:solidFill>
            <a:srgbClr val="2378BD"/>
          </a:solidFill>
          <a:ln w="12700">
            <a:solidFill>
              <a:srgbClr val="2378BD"/>
            </a:solidFill>
            <a:prstDash val="solid"/>
          </a:ln>
        </p:spPr>
      </p:sp>
      <p:sp>
        <p:nvSpPr>
          <p:cNvPr id="141" name="Shape 138"/>
          <p:cNvSpPr/>
          <p:nvPr/>
        </p:nvSpPr>
        <p:spPr>
          <a:xfrm>
            <a:off x="8126730" y="1080135"/>
            <a:ext cx="74295" cy="74295"/>
          </a:xfrm>
          <a:prstGeom prst="rect">
            <a:avLst/>
          </a:prstGeom>
          <a:solidFill>
            <a:srgbClr val="2378BD"/>
          </a:solidFill>
          <a:ln w="12700">
            <a:solidFill>
              <a:srgbClr val="2378BD"/>
            </a:solidFill>
            <a:prstDash val="solid"/>
          </a:ln>
        </p:spPr>
      </p:sp>
      <p:sp>
        <p:nvSpPr>
          <p:cNvPr id="142" name="Shape 139"/>
          <p:cNvSpPr/>
          <p:nvPr/>
        </p:nvSpPr>
        <p:spPr>
          <a:xfrm>
            <a:off x="8201025" y="1080135"/>
            <a:ext cx="74295" cy="74295"/>
          </a:xfrm>
          <a:prstGeom prst="rect">
            <a:avLst/>
          </a:prstGeom>
          <a:solidFill>
            <a:srgbClr val="2378BD"/>
          </a:solidFill>
          <a:ln w="12700">
            <a:solidFill>
              <a:srgbClr val="2378BD"/>
            </a:solidFill>
            <a:prstDash val="solid"/>
          </a:ln>
        </p:spPr>
      </p:sp>
      <p:sp>
        <p:nvSpPr>
          <p:cNvPr id="143" name="Shape 140"/>
          <p:cNvSpPr/>
          <p:nvPr/>
        </p:nvSpPr>
        <p:spPr>
          <a:xfrm>
            <a:off x="8275320" y="1080135"/>
            <a:ext cx="74295" cy="74295"/>
          </a:xfrm>
          <a:prstGeom prst="rect">
            <a:avLst/>
          </a:prstGeom>
          <a:solidFill>
            <a:srgbClr val="2378BD"/>
          </a:solidFill>
          <a:ln w="12700">
            <a:solidFill>
              <a:srgbClr val="2378BD"/>
            </a:solidFill>
            <a:prstDash val="solid"/>
          </a:ln>
        </p:spPr>
      </p:sp>
      <p:sp>
        <p:nvSpPr>
          <p:cNvPr id="144" name="Shape 141"/>
          <p:cNvSpPr/>
          <p:nvPr/>
        </p:nvSpPr>
        <p:spPr>
          <a:xfrm>
            <a:off x="8349615" y="1080135"/>
            <a:ext cx="74295" cy="74295"/>
          </a:xfrm>
          <a:prstGeom prst="rect">
            <a:avLst/>
          </a:prstGeom>
          <a:solidFill>
            <a:srgbClr val="2378BD"/>
          </a:solidFill>
          <a:ln w="12700">
            <a:solidFill>
              <a:srgbClr val="2378BD"/>
            </a:solidFill>
            <a:prstDash val="solid"/>
          </a:ln>
        </p:spPr>
      </p:sp>
      <p:sp>
        <p:nvSpPr>
          <p:cNvPr id="145" name="Shape 142"/>
          <p:cNvSpPr/>
          <p:nvPr/>
        </p:nvSpPr>
        <p:spPr>
          <a:xfrm>
            <a:off x="8423910" y="1080135"/>
            <a:ext cx="74295" cy="74295"/>
          </a:xfrm>
          <a:prstGeom prst="rect">
            <a:avLst/>
          </a:prstGeom>
          <a:solidFill>
            <a:srgbClr val="2378BD"/>
          </a:solidFill>
          <a:ln w="12700">
            <a:solidFill>
              <a:srgbClr val="2378BD"/>
            </a:solidFill>
            <a:prstDash val="solid"/>
          </a:ln>
        </p:spPr>
      </p:sp>
      <p:sp>
        <p:nvSpPr>
          <p:cNvPr id="146" name="Shape 143"/>
          <p:cNvSpPr/>
          <p:nvPr/>
        </p:nvSpPr>
        <p:spPr>
          <a:xfrm>
            <a:off x="8498205" y="1080135"/>
            <a:ext cx="74295" cy="74295"/>
          </a:xfrm>
          <a:prstGeom prst="rect">
            <a:avLst/>
          </a:prstGeom>
          <a:solidFill>
            <a:srgbClr val="2378BD"/>
          </a:solidFill>
          <a:ln w="12700">
            <a:solidFill>
              <a:srgbClr val="2378BD"/>
            </a:solidFill>
            <a:prstDash val="solid"/>
          </a:ln>
        </p:spPr>
      </p:sp>
      <p:sp>
        <p:nvSpPr>
          <p:cNvPr id="147" name="Shape 144"/>
          <p:cNvSpPr/>
          <p:nvPr/>
        </p:nvSpPr>
        <p:spPr>
          <a:xfrm>
            <a:off x="8572500" y="1080135"/>
            <a:ext cx="74295" cy="74295"/>
          </a:xfrm>
          <a:prstGeom prst="rect">
            <a:avLst/>
          </a:prstGeom>
          <a:solidFill>
            <a:srgbClr val="2378BD"/>
          </a:solidFill>
          <a:ln w="12700">
            <a:solidFill>
              <a:srgbClr val="2378BD"/>
            </a:solidFill>
            <a:prstDash val="solid"/>
          </a:ln>
        </p:spPr>
      </p:sp>
      <p:sp>
        <p:nvSpPr>
          <p:cNvPr id="148" name="Shape 145"/>
          <p:cNvSpPr/>
          <p:nvPr/>
        </p:nvSpPr>
        <p:spPr>
          <a:xfrm>
            <a:off x="8646795" y="1080135"/>
            <a:ext cx="74295" cy="74295"/>
          </a:xfrm>
          <a:prstGeom prst="rect">
            <a:avLst/>
          </a:prstGeom>
          <a:solidFill>
            <a:srgbClr val="2378BD"/>
          </a:solidFill>
          <a:ln w="12700">
            <a:solidFill>
              <a:srgbClr val="2378BD"/>
            </a:solidFill>
            <a:prstDash val="solid"/>
          </a:ln>
        </p:spPr>
      </p:sp>
      <p:sp>
        <p:nvSpPr>
          <p:cNvPr id="149" name="Shape 146"/>
          <p:cNvSpPr/>
          <p:nvPr/>
        </p:nvSpPr>
        <p:spPr>
          <a:xfrm>
            <a:off x="7680960" y="1154430"/>
            <a:ext cx="74295" cy="74295"/>
          </a:xfrm>
          <a:prstGeom prst="rect">
            <a:avLst/>
          </a:prstGeom>
          <a:solidFill>
            <a:srgbClr val="2378BD"/>
          </a:solidFill>
          <a:ln w="12700">
            <a:solidFill>
              <a:srgbClr val="2378BD"/>
            </a:solidFill>
            <a:prstDash val="solid"/>
          </a:ln>
        </p:spPr>
      </p:sp>
      <p:sp>
        <p:nvSpPr>
          <p:cNvPr id="150" name="Shape 147"/>
          <p:cNvSpPr/>
          <p:nvPr/>
        </p:nvSpPr>
        <p:spPr>
          <a:xfrm>
            <a:off x="7755255" y="1154430"/>
            <a:ext cx="74295" cy="74295"/>
          </a:xfrm>
          <a:prstGeom prst="rect">
            <a:avLst/>
          </a:prstGeom>
          <a:solidFill>
            <a:srgbClr val="2378BD"/>
          </a:solidFill>
          <a:ln w="12700">
            <a:solidFill>
              <a:srgbClr val="2378BD"/>
            </a:solidFill>
            <a:prstDash val="solid"/>
          </a:ln>
        </p:spPr>
      </p:sp>
      <p:sp>
        <p:nvSpPr>
          <p:cNvPr id="151" name="Shape 148"/>
          <p:cNvSpPr/>
          <p:nvPr/>
        </p:nvSpPr>
        <p:spPr>
          <a:xfrm>
            <a:off x="7829550" y="1154430"/>
            <a:ext cx="74295" cy="74295"/>
          </a:xfrm>
          <a:prstGeom prst="rect">
            <a:avLst/>
          </a:prstGeom>
          <a:solidFill>
            <a:srgbClr val="2378BD"/>
          </a:solidFill>
          <a:ln w="12700">
            <a:solidFill>
              <a:srgbClr val="2378BD"/>
            </a:solidFill>
            <a:prstDash val="solid"/>
          </a:ln>
        </p:spPr>
      </p:sp>
      <p:sp>
        <p:nvSpPr>
          <p:cNvPr id="152" name="Shape 149"/>
          <p:cNvSpPr/>
          <p:nvPr/>
        </p:nvSpPr>
        <p:spPr>
          <a:xfrm>
            <a:off x="7903845" y="1154430"/>
            <a:ext cx="74295" cy="74295"/>
          </a:xfrm>
          <a:prstGeom prst="rect">
            <a:avLst/>
          </a:prstGeom>
          <a:solidFill>
            <a:srgbClr val="2378BD"/>
          </a:solidFill>
          <a:ln w="12700">
            <a:solidFill>
              <a:srgbClr val="2378BD"/>
            </a:solidFill>
            <a:prstDash val="solid"/>
          </a:ln>
        </p:spPr>
      </p:sp>
      <p:sp>
        <p:nvSpPr>
          <p:cNvPr id="153" name="Shape 150"/>
          <p:cNvSpPr/>
          <p:nvPr/>
        </p:nvSpPr>
        <p:spPr>
          <a:xfrm>
            <a:off x="8201025" y="1154430"/>
            <a:ext cx="74295" cy="74295"/>
          </a:xfrm>
          <a:prstGeom prst="rect">
            <a:avLst/>
          </a:prstGeom>
          <a:solidFill>
            <a:srgbClr val="2378BD"/>
          </a:solidFill>
          <a:ln w="12700">
            <a:solidFill>
              <a:srgbClr val="2378BD"/>
            </a:solidFill>
            <a:prstDash val="solid"/>
          </a:ln>
        </p:spPr>
      </p:sp>
      <p:sp>
        <p:nvSpPr>
          <p:cNvPr id="154" name="Shape 151"/>
          <p:cNvSpPr/>
          <p:nvPr/>
        </p:nvSpPr>
        <p:spPr>
          <a:xfrm>
            <a:off x="8275320" y="1154430"/>
            <a:ext cx="74295" cy="74295"/>
          </a:xfrm>
          <a:prstGeom prst="rect">
            <a:avLst/>
          </a:prstGeom>
          <a:solidFill>
            <a:srgbClr val="2378BD"/>
          </a:solidFill>
          <a:ln w="12700">
            <a:solidFill>
              <a:srgbClr val="2378BD"/>
            </a:solidFill>
            <a:prstDash val="solid"/>
          </a:ln>
        </p:spPr>
      </p:sp>
      <p:sp>
        <p:nvSpPr>
          <p:cNvPr id="155" name="Shape 152"/>
          <p:cNvSpPr/>
          <p:nvPr/>
        </p:nvSpPr>
        <p:spPr>
          <a:xfrm>
            <a:off x="8423910" y="1154430"/>
            <a:ext cx="74295" cy="74295"/>
          </a:xfrm>
          <a:prstGeom prst="rect">
            <a:avLst/>
          </a:prstGeom>
          <a:solidFill>
            <a:srgbClr val="2378BD"/>
          </a:solidFill>
          <a:ln w="12700">
            <a:solidFill>
              <a:srgbClr val="2378BD"/>
            </a:solidFill>
            <a:prstDash val="solid"/>
          </a:ln>
        </p:spPr>
      </p:sp>
      <p:sp>
        <p:nvSpPr>
          <p:cNvPr id="156" name="Shape 153"/>
          <p:cNvSpPr/>
          <p:nvPr/>
        </p:nvSpPr>
        <p:spPr>
          <a:xfrm>
            <a:off x="8498205" y="1154430"/>
            <a:ext cx="74295" cy="74295"/>
          </a:xfrm>
          <a:prstGeom prst="rect">
            <a:avLst/>
          </a:prstGeom>
          <a:solidFill>
            <a:srgbClr val="2378BD"/>
          </a:solidFill>
          <a:ln w="12700">
            <a:solidFill>
              <a:srgbClr val="2378BD"/>
            </a:solidFill>
            <a:prstDash val="solid"/>
          </a:ln>
        </p:spPr>
      </p:sp>
      <p:sp>
        <p:nvSpPr>
          <p:cNvPr id="157" name="Shape 154"/>
          <p:cNvSpPr/>
          <p:nvPr/>
        </p:nvSpPr>
        <p:spPr>
          <a:xfrm>
            <a:off x="8572500" y="1154430"/>
            <a:ext cx="74295" cy="74295"/>
          </a:xfrm>
          <a:prstGeom prst="rect">
            <a:avLst/>
          </a:prstGeom>
          <a:solidFill>
            <a:srgbClr val="2378BD"/>
          </a:solidFill>
          <a:ln w="12700">
            <a:solidFill>
              <a:srgbClr val="2378BD"/>
            </a:solidFill>
            <a:prstDash val="solid"/>
          </a:ln>
        </p:spPr>
      </p:sp>
      <p:sp>
        <p:nvSpPr>
          <p:cNvPr id="158" name="Shape 155"/>
          <p:cNvSpPr/>
          <p:nvPr/>
        </p:nvSpPr>
        <p:spPr>
          <a:xfrm>
            <a:off x="8646795" y="1154430"/>
            <a:ext cx="74295" cy="74295"/>
          </a:xfrm>
          <a:prstGeom prst="rect">
            <a:avLst/>
          </a:prstGeom>
          <a:solidFill>
            <a:srgbClr val="2378BD"/>
          </a:solidFill>
          <a:ln w="12700">
            <a:solidFill>
              <a:srgbClr val="2378BD"/>
            </a:solidFill>
            <a:prstDash val="solid"/>
          </a:ln>
        </p:spPr>
      </p:sp>
      <p:sp>
        <p:nvSpPr>
          <p:cNvPr id="159" name="Shape 156"/>
          <p:cNvSpPr/>
          <p:nvPr/>
        </p:nvSpPr>
        <p:spPr>
          <a:xfrm>
            <a:off x="8721090" y="1154430"/>
            <a:ext cx="74295" cy="74295"/>
          </a:xfrm>
          <a:prstGeom prst="rect">
            <a:avLst/>
          </a:prstGeom>
          <a:solidFill>
            <a:srgbClr val="2378BD"/>
          </a:solidFill>
          <a:ln w="12700">
            <a:solidFill>
              <a:srgbClr val="2378BD"/>
            </a:solidFill>
            <a:prstDash val="solid"/>
          </a:ln>
        </p:spPr>
      </p:sp>
      <p:sp>
        <p:nvSpPr>
          <p:cNvPr id="160" name="Shape 157"/>
          <p:cNvSpPr/>
          <p:nvPr/>
        </p:nvSpPr>
        <p:spPr>
          <a:xfrm>
            <a:off x="7680960" y="1228725"/>
            <a:ext cx="74295" cy="74295"/>
          </a:xfrm>
          <a:prstGeom prst="rect">
            <a:avLst/>
          </a:prstGeom>
          <a:solidFill>
            <a:srgbClr val="2378BD"/>
          </a:solidFill>
          <a:ln w="12700">
            <a:solidFill>
              <a:srgbClr val="2378BD"/>
            </a:solidFill>
            <a:prstDash val="solid"/>
          </a:ln>
        </p:spPr>
      </p:sp>
      <p:sp>
        <p:nvSpPr>
          <p:cNvPr id="161" name="Shape 158"/>
          <p:cNvSpPr/>
          <p:nvPr/>
        </p:nvSpPr>
        <p:spPr>
          <a:xfrm>
            <a:off x="7755255" y="1228725"/>
            <a:ext cx="74295" cy="74295"/>
          </a:xfrm>
          <a:prstGeom prst="rect">
            <a:avLst/>
          </a:prstGeom>
          <a:solidFill>
            <a:srgbClr val="2378BD"/>
          </a:solidFill>
          <a:ln w="12700">
            <a:solidFill>
              <a:srgbClr val="2378BD"/>
            </a:solidFill>
            <a:prstDash val="solid"/>
          </a:ln>
        </p:spPr>
      </p:sp>
      <p:sp>
        <p:nvSpPr>
          <p:cNvPr id="162" name="Shape 159"/>
          <p:cNvSpPr/>
          <p:nvPr/>
        </p:nvSpPr>
        <p:spPr>
          <a:xfrm>
            <a:off x="7829550" y="1228725"/>
            <a:ext cx="74295" cy="74295"/>
          </a:xfrm>
          <a:prstGeom prst="rect">
            <a:avLst/>
          </a:prstGeom>
          <a:solidFill>
            <a:srgbClr val="2378BD"/>
          </a:solidFill>
          <a:ln w="12700">
            <a:solidFill>
              <a:srgbClr val="2378BD"/>
            </a:solidFill>
            <a:prstDash val="solid"/>
          </a:ln>
        </p:spPr>
      </p:sp>
      <p:sp>
        <p:nvSpPr>
          <p:cNvPr id="163" name="Shape 160"/>
          <p:cNvSpPr/>
          <p:nvPr/>
        </p:nvSpPr>
        <p:spPr>
          <a:xfrm>
            <a:off x="7903845" y="1228725"/>
            <a:ext cx="74295" cy="74295"/>
          </a:xfrm>
          <a:prstGeom prst="rect">
            <a:avLst/>
          </a:prstGeom>
          <a:solidFill>
            <a:srgbClr val="2378BD"/>
          </a:solidFill>
          <a:ln w="12700">
            <a:solidFill>
              <a:srgbClr val="2378BD"/>
            </a:solidFill>
            <a:prstDash val="solid"/>
          </a:ln>
        </p:spPr>
      </p:sp>
      <p:sp>
        <p:nvSpPr>
          <p:cNvPr id="164" name="Shape 161"/>
          <p:cNvSpPr/>
          <p:nvPr/>
        </p:nvSpPr>
        <p:spPr>
          <a:xfrm>
            <a:off x="8126730" y="1228725"/>
            <a:ext cx="74295" cy="74295"/>
          </a:xfrm>
          <a:prstGeom prst="rect">
            <a:avLst/>
          </a:prstGeom>
          <a:solidFill>
            <a:srgbClr val="2378BD"/>
          </a:solidFill>
          <a:ln w="12700">
            <a:solidFill>
              <a:srgbClr val="2378BD"/>
            </a:solidFill>
            <a:prstDash val="solid"/>
          </a:ln>
        </p:spPr>
      </p:sp>
      <p:sp>
        <p:nvSpPr>
          <p:cNvPr id="165" name="Shape 162"/>
          <p:cNvSpPr/>
          <p:nvPr/>
        </p:nvSpPr>
        <p:spPr>
          <a:xfrm>
            <a:off x="8201025" y="1228725"/>
            <a:ext cx="74295" cy="74295"/>
          </a:xfrm>
          <a:prstGeom prst="rect">
            <a:avLst/>
          </a:prstGeom>
          <a:solidFill>
            <a:srgbClr val="2378BD"/>
          </a:solidFill>
          <a:ln w="12700">
            <a:solidFill>
              <a:srgbClr val="2378BD"/>
            </a:solidFill>
            <a:prstDash val="solid"/>
          </a:ln>
        </p:spPr>
      </p:sp>
      <p:sp>
        <p:nvSpPr>
          <p:cNvPr id="166" name="Shape 163"/>
          <p:cNvSpPr/>
          <p:nvPr/>
        </p:nvSpPr>
        <p:spPr>
          <a:xfrm>
            <a:off x="8275320" y="1228725"/>
            <a:ext cx="74295" cy="74295"/>
          </a:xfrm>
          <a:prstGeom prst="rect">
            <a:avLst/>
          </a:prstGeom>
          <a:solidFill>
            <a:srgbClr val="2378BD"/>
          </a:solidFill>
          <a:ln w="12700">
            <a:solidFill>
              <a:srgbClr val="2378BD"/>
            </a:solidFill>
            <a:prstDash val="solid"/>
          </a:ln>
        </p:spPr>
      </p:sp>
      <p:sp>
        <p:nvSpPr>
          <p:cNvPr id="167" name="Shape 164"/>
          <p:cNvSpPr/>
          <p:nvPr/>
        </p:nvSpPr>
        <p:spPr>
          <a:xfrm>
            <a:off x="8349615" y="1228725"/>
            <a:ext cx="74295" cy="74295"/>
          </a:xfrm>
          <a:prstGeom prst="rect">
            <a:avLst/>
          </a:prstGeom>
          <a:solidFill>
            <a:srgbClr val="2378BD"/>
          </a:solidFill>
          <a:ln w="12700">
            <a:solidFill>
              <a:srgbClr val="2378BD"/>
            </a:solidFill>
            <a:prstDash val="solid"/>
          </a:ln>
        </p:spPr>
      </p:sp>
      <p:sp>
        <p:nvSpPr>
          <p:cNvPr id="168" name="Shape 165"/>
          <p:cNvSpPr/>
          <p:nvPr/>
        </p:nvSpPr>
        <p:spPr>
          <a:xfrm>
            <a:off x="8423910" y="1228725"/>
            <a:ext cx="74295" cy="74295"/>
          </a:xfrm>
          <a:prstGeom prst="rect">
            <a:avLst/>
          </a:prstGeom>
          <a:solidFill>
            <a:srgbClr val="2378BD"/>
          </a:solidFill>
          <a:ln w="12700">
            <a:solidFill>
              <a:srgbClr val="2378BD"/>
            </a:solidFill>
            <a:prstDash val="solid"/>
          </a:ln>
        </p:spPr>
      </p:sp>
      <p:sp>
        <p:nvSpPr>
          <p:cNvPr id="169" name="Shape 166"/>
          <p:cNvSpPr/>
          <p:nvPr/>
        </p:nvSpPr>
        <p:spPr>
          <a:xfrm>
            <a:off x="8572500" y="1228725"/>
            <a:ext cx="74295" cy="74295"/>
          </a:xfrm>
          <a:prstGeom prst="rect">
            <a:avLst/>
          </a:prstGeom>
          <a:solidFill>
            <a:srgbClr val="2378BD"/>
          </a:solidFill>
          <a:ln w="12700">
            <a:solidFill>
              <a:srgbClr val="2378BD"/>
            </a:solidFill>
            <a:prstDash val="solid"/>
          </a:ln>
        </p:spPr>
      </p:sp>
      <p:sp>
        <p:nvSpPr>
          <p:cNvPr id="170" name="Shape 167"/>
          <p:cNvSpPr/>
          <p:nvPr/>
        </p:nvSpPr>
        <p:spPr>
          <a:xfrm>
            <a:off x="8646795" y="1228725"/>
            <a:ext cx="74295" cy="74295"/>
          </a:xfrm>
          <a:prstGeom prst="rect">
            <a:avLst/>
          </a:prstGeom>
          <a:solidFill>
            <a:srgbClr val="2378BD"/>
          </a:solidFill>
          <a:ln w="12700">
            <a:solidFill>
              <a:srgbClr val="2378BD"/>
            </a:solidFill>
            <a:prstDash val="solid"/>
          </a:ln>
        </p:spPr>
      </p:sp>
      <p:sp>
        <p:nvSpPr>
          <p:cNvPr id="171" name="Shape 168"/>
          <p:cNvSpPr/>
          <p:nvPr/>
        </p:nvSpPr>
        <p:spPr>
          <a:xfrm>
            <a:off x="8721090" y="1228725"/>
            <a:ext cx="74295" cy="74295"/>
          </a:xfrm>
          <a:prstGeom prst="rect">
            <a:avLst/>
          </a:prstGeom>
          <a:solidFill>
            <a:srgbClr val="2378BD"/>
          </a:solidFill>
          <a:ln w="12700">
            <a:solidFill>
              <a:srgbClr val="2378BD"/>
            </a:solidFill>
            <a:prstDash val="solid"/>
          </a:ln>
        </p:spPr>
      </p:sp>
      <p:sp>
        <p:nvSpPr>
          <p:cNvPr id="172" name="Shape 169"/>
          <p:cNvSpPr/>
          <p:nvPr/>
        </p:nvSpPr>
        <p:spPr>
          <a:xfrm>
            <a:off x="8795385" y="1228725"/>
            <a:ext cx="74295" cy="74295"/>
          </a:xfrm>
          <a:prstGeom prst="rect">
            <a:avLst/>
          </a:prstGeom>
          <a:solidFill>
            <a:srgbClr val="2378BD"/>
          </a:solidFill>
          <a:ln w="12700">
            <a:solidFill>
              <a:srgbClr val="2378BD"/>
            </a:solidFill>
            <a:prstDash val="solid"/>
          </a:ln>
        </p:spPr>
      </p:sp>
      <p:sp>
        <p:nvSpPr>
          <p:cNvPr id="173" name="Shape 170"/>
          <p:cNvSpPr/>
          <p:nvPr/>
        </p:nvSpPr>
        <p:spPr>
          <a:xfrm>
            <a:off x="7680960" y="1303020"/>
            <a:ext cx="74295" cy="74295"/>
          </a:xfrm>
          <a:prstGeom prst="rect">
            <a:avLst/>
          </a:prstGeom>
          <a:solidFill>
            <a:srgbClr val="2378BD"/>
          </a:solidFill>
          <a:ln w="12700">
            <a:solidFill>
              <a:srgbClr val="2378BD"/>
            </a:solidFill>
            <a:prstDash val="solid"/>
          </a:ln>
        </p:spPr>
      </p:sp>
      <p:sp>
        <p:nvSpPr>
          <p:cNvPr id="174" name="Shape 171"/>
          <p:cNvSpPr/>
          <p:nvPr/>
        </p:nvSpPr>
        <p:spPr>
          <a:xfrm>
            <a:off x="7755255" y="1303020"/>
            <a:ext cx="74295" cy="74295"/>
          </a:xfrm>
          <a:prstGeom prst="rect">
            <a:avLst/>
          </a:prstGeom>
          <a:solidFill>
            <a:srgbClr val="2378BD"/>
          </a:solidFill>
          <a:ln w="12700">
            <a:solidFill>
              <a:srgbClr val="2378BD"/>
            </a:solidFill>
            <a:prstDash val="solid"/>
          </a:ln>
        </p:spPr>
      </p:sp>
      <p:sp>
        <p:nvSpPr>
          <p:cNvPr id="175" name="Shape 172"/>
          <p:cNvSpPr/>
          <p:nvPr/>
        </p:nvSpPr>
        <p:spPr>
          <a:xfrm>
            <a:off x="7829550" y="1303020"/>
            <a:ext cx="74295" cy="74295"/>
          </a:xfrm>
          <a:prstGeom prst="rect">
            <a:avLst/>
          </a:prstGeom>
          <a:solidFill>
            <a:srgbClr val="2378BD"/>
          </a:solidFill>
          <a:ln w="12700">
            <a:solidFill>
              <a:srgbClr val="2378BD"/>
            </a:solidFill>
            <a:prstDash val="solid"/>
          </a:ln>
        </p:spPr>
      </p:sp>
      <p:sp>
        <p:nvSpPr>
          <p:cNvPr id="176" name="Shape 173"/>
          <p:cNvSpPr/>
          <p:nvPr/>
        </p:nvSpPr>
        <p:spPr>
          <a:xfrm>
            <a:off x="8052435" y="1303020"/>
            <a:ext cx="74295" cy="74295"/>
          </a:xfrm>
          <a:prstGeom prst="rect">
            <a:avLst/>
          </a:prstGeom>
          <a:solidFill>
            <a:srgbClr val="2378BD"/>
          </a:solidFill>
          <a:ln w="12700">
            <a:solidFill>
              <a:srgbClr val="2378BD"/>
            </a:solidFill>
            <a:prstDash val="solid"/>
          </a:ln>
        </p:spPr>
      </p:sp>
      <p:sp>
        <p:nvSpPr>
          <p:cNvPr id="177" name="Shape 174"/>
          <p:cNvSpPr/>
          <p:nvPr/>
        </p:nvSpPr>
        <p:spPr>
          <a:xfrm>
            <a:off x="8126730" y="1303020"/>
            <a:ext cx="74295" cy="74295"/>
          </a:xfrm>
          <a:prstGeom prst="rect">
            <a:avLst/>
          </a:prstGeom>
          <a:solidFill>
            <a:srgbClr val="2378BD"/>
          </a:solidFill>
          <a:ln w="12700">
            <a:solidFill>
              <a:srgbClr val="2378BD"/>
            </a:solidFill>
            <a:prstDash val="solid"/>
          </a:ln>
        </p:spPr>
      </p:sp>
      <p:sp>
        <p:nvSpPr>
          <p:cNvPr id="178" name="Shape 175"/>
          <p:cNvSpPr/>
          <p:nvPr/>
        </p:nvSpPr>
        <p:spPr>
          <a:xfrm>
            <a:off x="8201025" y="1303020"/>
            <a:ext cx="74295" cy="74295"/>
          </a:xfrm>
          <a:prstGeom prst="rect">
            <a:avLst/>
          </a:prstGeom>
          <a:solidFill>
            <a:srgbClr val="2378BD"/>
          </a:solidFill>
          <a:ln w="12700">
            <a:solidFill>
              <a:srgbClr val="2378BD"/>
            </a:solidFill>
            <a:prstDash val="solid"/>
          </a:ln>
        </p:spPr>
      </p:sp>
      <p:sp>
        <p:nvSpPr>
          <p:cNvPr id="179" name="Shape 176"/>
          <p:cNvSpPr/>
          <p:nvPr/>
        </p:nvSpPr>
        <p:spPr>
          <a:xfrm>
            <a:off x="8275320" y="1303020"/>
            <a:ext cx="74295" cy="74295"/>
          </a:xfrm>
          <a:prstGeom prst="rect">
            <a:avLst/>
          </a:prstGeom>
          <a:solidFill>
            <a:srgbClr val="2378BD"/>
          </a:solidFill>
          <a:ln w="12700">
            <a:solidFill>
              <a:srgbClr val="2378BD"/>
            </a:solidFill>
            <a:prstDash val="solid"/>
          </a:ln>
        </p:spPr>
      </p:sp>
      <p:sp>
        <p:nvSpPr>
          <p:cNvPr id="180" name="Shape 177"/>
          <p:cNvSpPr/>
          <p:nvPr/>
        </p:nvSpPr>
        <p:spPr>
          <a:xfrm>
            <a:off x="8349615" y="1303020"/>
            <a:ext cx="74295" cy="74295"/>
          </a:xfrm>
          <a:prstGeom prst="rect">
            <a:avLst/>
          </a:prstGeom>
          <a:solidFill>
            <a:srgbClr val="2378BD"/>
          </a:solidFill>
          <a:ln w="12700">
            <a:solidFill>
              <a:srgbClr val="2378BD"/>
            </a:solidFill>
            <a:prstDash val="solid"/>
          </a:ln>
        </p:spPr>
      </p:sp>
      <p:sp>
        <p:nvSpPr>
          <p:cNvPr id="181" name="Shape 178"/>
          <p:cNvSpPr/>
          <p:nvPr/>
        </p:nvSpPr>
        <p:spPr>
          <a:xfrm>
            <a:off x="8423910" y="1303020"/>
            <a:ext cx="74295" cy="74295"/>
          </a:xfrm>
          <a:prstGeom prst="rect">
            <a:avLst/>
          </a:prstGeom>
          <a:solidFill>
            <a:srgbClr val="2378BD"/>
          </a:solidFill>
          <a:ln w="12700">
            <a:solidFill>
              <a:srgbClr val="2378BD"/>
            </a:solidFill>
            <a:prstDash val="solid"/>
          </a:ln>
        </p:spPr>
      </p:sp>
      <p:sp>
        <p:nvSpPr>
          <p:cNvPr id="182" name="Shape 179"/>
          <p:cNvSpPr/>
          <p:nvPr/>
        </p:nvSpPr>
        <p:spPr>
          <a:xfrm>
            <a:off x="8646795" y="1303020"/>
            <a:ext cx="74295" cy="74295"/>
          </a:xfrm>
          <a:prstGeom prst="rect">
            <a:avLst/>
          </a:prstGeom>
          <a:solidFill>
            <a:srgbClr val="2378BD"/>
          </a:solidFill>
          <a:ln w="12700">
            <a:solidFill>
              <a:srgbClr val="2378BD"/>
            </a:solidFill>
            <a:prstDash val="solid"/>
          </a:ln>
        </p:spPr>
      </p:sp>
      <p:sp>
        <p:nvSpPr>
          <p:cNvPr id="183" name="Shape 180"/>
          <p:cNvSpPr/>
          <p:nvPr/>
        </p:nvSpPr>
        <p:spPr>
          <a:xfrm>
            <a:off x="8721090" y="1303020"/>
            <a:ext cx="74295" cy="74295"/>
          </a:xfrm>
          <a:prstGeom prst="rect">
            <a:avLst/>
          </a:prstGeom>
          <a:solidFill>
            <a:srgbClr val="2378BD"/>
          </a:solidFill>
          <a:ln w="12700">
            <a:solidFill>
              <a:srgbClr val="2378BD"/>
            </a:solidFill>
            <a:prstDash val="solid"/>
          </a:ln>
        </p:spPr>
      </p:sp>
      <p:sp>
        <p:nvSpPr>
          <p:cNvPr id="184" name="Shape 181"/>
          <p:cNvSpPr/>
          <p:nvPr/>
        </p:nvSpPr>
        <p:spPr>
          <a:xfrm>
            <a:off x="8795385" y="1303020"/>
            <a:ext cx="74295" cy="74295"/>
          </a:xfrm>
          <a:prstGeom prst="rect">
            <a:avLst/>
          </a:prstGeom>
          <a:solidFill>
            <a:srgbClr val="2378BD"/>
          </a:solidFill>
          <a:ln w="12700">
            <a:solidFill>
              <a:srgbClr val="2378BD"/>
            </a:solidFill>
            <a:prstDash val="solid"/>
          </a:ln>
        </p:spPr>
      </p:sp>
      <p:sp>
        <p:nvSpPr>
          <p:cNvPr id="185" name="Shape 182"/>
          <p:cNvSpPr/>
          <p:nvPr/>
        </p:nvSpPr>
        <p:spPr>
          <a:xfrm>
            <a:off x="7680960" y="1377315"/>
            <a:ext cx="74295" cy="74295"/>
          </a:xfrm>
          <a:prstGeom prst="rect">
            <a:avLst/>
          </a:prstGeom>
          <a:solidFill>
            <a:srgbClr val="2378BD"/>
          </a:solidFill>
          <a:ln w="12700">
            <a:solidFill>
              <a:srgbClr val="2378BD"/>
            </a:solidFill>
            <a:prstDash val="solid"/>
          </a:ln>
        </p:spPr>
      </p:sp>
      <p:sp>
        <p:nvSpPr>
          <p:cNvPr id="186" name="Shape 183"/>
          <p:cNvSpPr/>
          <p:nvPr/>
        </p:nvSpPr>
        <p:spPr>
          <a:xfrm>
            <a:off x="7755255" y="1377315"/>
            <a:ext cx="74295" cy="74295"/>
          </a:xfrm>
          <a:prstGeom prst="rect">
            <a:avLst/>
          </a:prstGeom>
          <a:solidFill>
            <a:srgbClr val="2378BD"/>
          </a:solidFill>
          <a:ln w="12700">
            <a:solidFill>
              <a:srgbClr val="2378BD"/>
            </a:solidFill>
            <a:prstDash val="solid"/>
          </a:ln>
        </p:spPr>
      </p:sp>
      <p:sp>
        <p:nvSpPr>
          <p:cNvPr id="187" name="Shape 184"/>
          <p:cNvSpPr/>
          <p:nvPr/>
        </p:nvSpPr>
        <p:spPr>
          <a:xfrm>
            <a:off x="8201025" y="1377315"/>
            <a:ext cx="74295" cy="74295"/>
          </a:xfrm>
          <a:prstGeom prst="rect">
            <a:avLst/>
          </a:prstGeom>
          <a:solidFill>
            <a:srgbClr val="2378BD"/>
          </a:solidFill>
          <a:ln w="12700">
            <a:solidFill>
              <a:srgbClr val="2378BD"/>
            </a:solidFill>
            <a:prstDash val="solid"/>
          </a:ln>
        </p:spPr>
      </p:sp>
      <p:sp>
        <p:nvSpPr>
          <p:cNvPr id="188" name="Shape 185"/>
          <p:cNvSpPr/>
          <p:nvPr/>
        </p:nvSpPr>
        <p:spPr>
          <a:xfrm>
            <a:off x="8275320" y="1377315"/>
            <a:ext cx="74295" cy="74295"/>
          </a:xfrm>
          <a:prstGeom prst="rect">
            <a:avLst/>
          </a:prstGeom>
          <a:solidFill>
            <a:srgbClr val="2378BD"/>
          </a:solidFill>
          <a:ln w="12700">
            <a:solidFill>
              <a:srgbClr val="2378BD"/>
            </a:solidFill>
            <a:prstDash val="solid"/>
          </a:ln>
        </p:spPr>
      </p:sp>
      <p:sp>
        <p:nvSpPr>
          <p:cNvPr id="189" name="Shape 186"/>
          <p:cNvSpPr/>
          <p:nvPr/>
        </p:nvSpPr>
        <p:spPr>
          <a:xfrm>
            <a:off x="8646795" y="1377315"/>
            <a:ext cx="74295" cy="74295"/>
          </a:xfrm>
          <a:prstGeom prst="rect">
            <a:avLst/>
          </a:prstGeom>
          <a:solidFill>
            <a:srgbClr val="2378BD"/>
          </a:solidFill>
          <a:ln w="12700">
            <a:solidFill>
              <a:srgbClr val="2378BD"/>
            </a:solidFill>
            <a:prstDash val="solid"/>
          </a:ln>
        </p:spPr>
      </p:sp>
      <p:sp>
        <p:nvSpPr>
          <p:cNvPr id="190" name="Shape 187"/>
          <p:cNvSpPr/>
          <p:nvPr/>
        </p:nvSpPr>
        <p:spPr>
          <a:xfrm>
            <a:off x="8721090" y="1377315"/>
            <a:ext cx="74295" cy="74295"/>
          </a:xfrm>
          <a:prstGeom prst="rect">
            <a:avLst/>
          </a:prstGeom>
          <a:solidFill>
            <a:srgbClr val="2378BD"/>
          </a:solidFill>
          <a:ln w="12700">
            <a:solidFill>
              <a:srgbClr val="2378BD"/>
            </a:solidFill>
            <a:prstDash val="solid"/>
          </a:ln>
        </p:spPr>
      </p:sp>
      <p:sp>
        <p:nvSpPr>
          <p:cNvPr id="191" name="Shape 188"/>
          <p:cNvSpPr/>
          <p:nvPr/>
        </p:nvSpPr>
        <p:spPr>
          <a:xfrm>
            <a:off x="8795385" y="1377315"/>
            <a:ext cx="74295" cy="74295"/>
          </a:xfrm>
          <a:prstGeom prst="rect">
            <a:avLst/>
          </a:prstGeom>
          <a:solidFill>
            <a:srgbClr val="2378BD"/>
          </a:solidFill>
          <a:ln w="12700">
            <a:solidFill>
              <a:srgbClr val="2378BD"/>
            </a:solidFill>
            <a:prstDash val="solid"/>
          </a:ln>
        </p:spPr>
      </p:sp>
      <p:sp>
        <p:nvSpPr>
          <p:cNvPr id="192" name="Shape 189"/>
          <p:cNvSpPr/>
          <p:nvPr/>
        </p:nvSpPr>
        <p:spPr>
          <a:xfrm>
            <a:off x="7680960" y="1451610"/>
            <a:ext cx="74295" cy="74295"/>
          </a:xfrm>
          <a:prstGeom prst="rect">
            <a:avLst/>
          </a:prstGeom>
          <a:solidFill>
            <a:srgbClr val="2378BD"/>
          </a:solidFill>
          <a:ln w="12700">
            <a:solidFill>
              <a:srgbClr val="2378BD"/>
            </a:solidFill>
            <a:prstDash val="solid"/>
          </a:ln>
        </p:spPr>
      </p:sp>
      <p:sp>
        <p:nvSpPr>
          <p:cNvPr id="193" name="Shape 190"/>
          <p:cNvSpPr/>
          <p:nvPr/>
        </p:nvSpPr>
        <p:spPr>
          <a:xfrm>
            <a:off x="7755255" y="1451610"/>
            <a:ext cx="74295" cy="74295"/>
          </a:xfrm>
          <a:prstGeom prst="rect">
            <a:avLst/>
          </a:prstGeom>
          <a:solidFill>
            <a:srgbClr val="2378BD"/>
          </a:solidFill>
          <a:ln w="12700">
            <a:solidFill>
              <a:srgbClr val="2378BD"/>
            </a:solidFill>
            <a:prstDash val="solid"/>
          </a:ln>
        </p:spPr>
      </p:sp>
      <p:sp>
        <p:nvSpPr>
          <p:cNvPr id="194" name="Shape 191"/>
          <p:cNvSpPr/>
          <p:nvPr/>
        </p:nvSpPr>
        <p:spPr>
          <a:xfrm>
            <a:off x="8201025" y="1451610"/>
            <a:ext cx="74295" cy="74295"/>
          </a:xfrm>
          <a:prstGeom prst="rect">
            <a:avLst/>
          </a:prstGeom>
          <a:solidFill>
            <a:srgbClr val="2378BD"/>
          </a:solidFill>
          <a:ln w="12700">
            <a:solidFill>
              <a:srgbClr val="2378BD"/>
            </a:solidFill>
            <a:prstDash val="solid"/>
          </a:ln>
        </p:spPr>
      </p:sp>
      <p:sp>
        <p:nvSpPr>
          <p:cNvPr id="195" name="Shape 192"/>
          <p:cNvSpPr/>
          <p:nvPr/>
        </p:nvSpPr>
        <p:spPr>
          <a:xfrm>
            <a:off x="8275320" y="1451610"/>
            <a:ext cx="74295" cy="74295"/>
          </a:xfrm>
          <a:prstGeom prst="rect">
            <a:avLst/>
          </a:prstGeom>
          <a:solidFill>
            <a:srgbClr val="2378BD"/>
          </a:solidFill>
          <a:ln w="12700">
            <a:solidFill>
              <a:srgbClr val="2378BD"/>
            </a:solidFill>
            <a:prstDash val="solid"/>
          </a:ln>
        </p:spPr>
      </p:sp>
      <p:sp>
        <p:nvSpPr>
          <p:cNvPr id="196" name="Shape 193"/>
          <p:cNvSpPr/>
          <p:nvPr/>
        </p:nvSpPr>
        <p:spPr>
          <a:xfrm>
            <a:off x="8646795" y="1451610"/>
            <a:ext cx="74295" cy="74295"/>
          </a:xfrm>
          <a:prstGeom prst="rect">
            <a:avLst/>
          </a:prstGeom>
          <a:solidFill>
            <a:srgbClr val="2378BD"/>
          </a:solidFill>
          <a:ln w="12700">
            <a:solidFill>
              <a:srgbClr val="2378BD"/>
            </a:solidFill>
            <a:prstDash val="solid"/>
          </a:ln>
        </p:spPr>
      </p:sp>
      <p:sp>
        <p:nvSpPr>
          <p:cNvPr id="197" name="Shape 194"/>
          <p:cNvSpPr/>
          <p:nvPr/>
        </p:nvSpPr>
        <p:spPr>
          <a:xfrm>
            <a:off x="8721090" y="1451610"/>
            <a:ext cx="74295" cy="74295"/>
          </a:xfrm>
          <a:prstGeom prst="rect">
            <a:avLst/>
          </a:prstGeom>
          <a:solidFill>
            <a:srgbClr val="2378BD"/>
          </a:solidFill>
          <a:ln w="12700">
            <a:solidFill>
              <a:srgbClr val="2378BD"/>
            </a:solidFill>
            <a:prstDash val="solid"/>
          </a:ln>
        </p:spPr>
      </p:sp>
      <p:sp>
        <p:nvSpPr>
          <p:cNvPr id="198" name="Shape 195"/>
          <p:cNvSpPr/>
          <p:nvPr/>
        </p:nvSpPr>
        <p:spPr>
          <a:xfrm>
            <a:off x="8795385" y="1451610"/>
            <a:ext cx="74295" cy="74295"/>
          </a:xfrm>
          <a:prstGeom prst="rect">
            <a:avLst/>
          </a:prstGeom>
          <a:solidFill>
            <a:srgbClr val="2378BD"/>
          </a:solidFill>
          <a:ln w="12700">
            <a:solidFill>
              <a:srgbClr val="2378BD"/>
            </a:solidFill>
            <a:prstDash val="solid"/>
          </a:ln>
        </p:spPr>
      </p:sp>
      <p:sp>
        <p:nvSpPr>
          <p:cNvPr id="199" name="Shape 196"/>
          <p:cNvSpPr/>
          <p:nvPr/>
        </p:nvSpPr>
        <p:spPr>
          <a:xfrm>
            <a:off x="7680960" y="1525905"/>
            <a:ext cx="74295" cy="74295"/>
          </a:xfrm>
          <a:prstGeom prst="rect">
            <a:avLst/>
          </a:prstGeom>
          <a:solidFill>
            <a:srgbClr val="2378BD"/>
          </a:solidFill>
          <a:ln w="12700">
            <a:solidFill>
              <a:srgbClr val="2378BD"/>
            </a:solidFill>
            <a:prstDash val="solid"/>
          </a:ln>
        </p:spPr>
      </p:sp>
      <p:sp>
        <p:nvSpPr>
          <p:cNvPr id="200" name="Shape 197"/>
          <p:cNvSpPr/>
          <p:nvPr/>
        </p:nvSpPr>
        <p:spPr>
          <a:xfrm>
            <a:off x="7755255" y="1525905"/>
            <a:ext cx="74295" cy="74295"/>
          </a:xfrm>
          <a:prstGeom prst="rect">
            <a:avLst/>
          </a:prstGeom>
          <a:solidFill>
            <a:srgbClr val="2378BD"/>
          </a:solidFill>
          <a:ln w="12700">
            <a:solidFill>
              <a:srgbClr val="2378BD"/>
            </a:solidFill>
            <a:prstDash val="solid"/>
          </a:ln>
        </p:spPr>
      </p:sp>
      <p:sp>
        <p:nvSpPr>
          <p:cNvPr id="201" name="Shape 198"/>
          <p:cNvSpPr/>
          <p:nvPr/>
        </p:nvSpPr>
        <p:spPr>
          <a:xfrm>
            <a:off x="8052435" y="1525905"/>
            <a:ext cx="74295" cy="74295"/>
          </a:xfrm>
          <a:prstGeom prst="rect">
            <a:avLst/>
          </a:prstGeom>
          <a:solidFill>
            <a:srgbClr val="2378BD"/>
          </a:solidFill>
          <a:ln w="12700">
            <a:solidFill>
              <a:srgbClr val="2378BD"/>
            </a:solidFill>
            <a:prstDash val="solid"/>
          </a:ln>
        </p:spPr>
      </p:sp>
      <p:sp>
        <p:nvSpPr>
          <p:cNvPr id="202" name="Shape 199"/>
          <p:cNvSpPr/>
          <p:nvPr/>
        </p:nvSpPr>
        <p:spPr>
          <a:xfrm>
            <a:off x="8126730" y="1525905"/>
            <a:ext cx="74295" cy="74295"/>
          </a:xfrm>
          <a:prstGeom prst="rect">
            <a:avLst/>
          </a:prstGeom>
          <a:solidFill>
            <a:srgbClr val="2378BD"/>
          </a:solidFill>
          <a:ln w="12700">
            <a:solidFill>
              <a:srgbClr val="2378BD"/>
            </a:solidFill>
            <a:prstDash val="solid"/>
          </a:ln>
        </p:spPr>
      </p:sp>
      <p:sp>
        <p:nvSpPr>
          <p:cNvPr id="203" name="Shape 200"/>
          <p:cNvSpPr/>
          <p:nvPr/>
        </p:nvSpPr>
        <p:spPr>
          <a:xfrm>
            <a:off x="8201025" y="1525905"/>
            <a:ext cx="74295" cy="74295"/>
          </a:xfrm>
          <a:prstGeom prst="rect">
            <a:avLst/>
          </a:prstGeom>
          <a:solidFill>
            <a:srgbClr val="2378BD"/>
          </a:solidFill>
          <a:ln w="12700">
            <a:solidFill>
              <a:srgbClr val="2378BD"/>
            </a:solidFill>
            <a:prstDash val="solid"/>
          </a:ln>
        </p:spPr>
      </p:sp>
      <p:sp>
        <p:nvSpPr>
          <p:cNvPr id="204" name="Shape 201"/>
          <p:cNvSpPr/>
          <p:nvPr/>
        </p:nvSpPr>
        <p:spPr>
          <a:xfrm>
            <a:off x="8275320" y="1525905"/>
            <a:ext cx="74295" cy="74295"/>
          </a:xfrm>
          <a:prstGeom prst="rect">
            <a:avLst/>
          </a:prstGeom>
          <a:solidFill>
            <a:srgbClr val="2378BD"/>
          </a:solidFill>
          <a:ln w="12700">
            <a:solidFill>
              <a:srgbClr val="2378BD"/>
            </a:solidFill>
            <a:prstDash val="solid"/>
          </a:ln>
        </p:spPr>
      </p:sp>
      <p:sp>
        <p:nvSpPr>
          <p:cNvPr id="205" name="Shape 202"/>
          <p:cNvSpPr/>
          <p:nvPr/>
        </p:nvSpPr>
        <p:spPr>
          <a:xfrm>
            <a:off x="8349615" y="1525905"/>
            <a:ext cx="74295" cy="74295"/>
          </a:xfrm>
          <a:prstGeom prst="rect">
            <a:avLst/>
          </a:prstGeom>
          <a:solidFill>
            <a:srgbClr val="2378BD"/>
          </a:solidFill>
          <a:ln w="12700">
            <a:solidFill>
              <a:srgbClr val="2378BD"/>
            </a:solidFill>
            <a:prstDash val="solid"/>
          </a:ln>
        </p:spPr>
      </p:sp>
      <p:sp>
        <p:nvSpPr>
          <p:cNvPr id="206" name="Shape 203"/>
          <p:cNvSpPr/>
          <p:nvPr/>
        </p:nvSpPr>
        <p:spPr>
          <a:xfrm>
            <a:off x="8423910" y="1525905"/>
            <a:ext cx="74295" cy="74295"/>
          </a:xfrm>
          <a:prstGeom prst="rect">
            <a:avLst/>
          </a:prstGeom>
          <a:solidFill>
            <a:srgbClr val="2378BD"/>
          </a:solidFill>
          <a:ln w="12700">
            <a:solidFill>
              <a:srgbClr val="2378BD"/>
            </a:solidFill>
            <a:prstDash val="solid"/>
          </a:ln>
        </p:spPr>
      </p:sp>
      <p:sp>
        <p:nvSpPr>
          <p:cNvPr id="207" name="Shape 204"/>
          <p:cNvSpPr/>
          <p:nvPr/>
        </p:nvSpPr>
        <p:spPr>
          <a:xfrm>
            <a:off x="8721090" y="1525905"/>
            <a:ext cx="74295" cy="74295"/>
          </a:xfrm>
          <a:prstGeom prst="rect">
            <a:avLst/>
          </a:prstGeom>
          <a:solidFill>
            <a:srgbClr val="2378BD"/>
          </a:solidFill>
          <a:ln w="12700">
            <a:solidFill>
              <a:srgbClr val="2378BD"/>
            </a:solidFill>
            <a:prstDash val="solid"/>
          </a:ln>
        </p:spPr>
      </p:sp>
      <p:sp>
        <p:nvSpPr>
          <p:cNvPr id="208" name="Shape 205"/>
          <p:cNvSpPr/>
          <p:nvPr/>
        </p:nvSpPr>
        <p:spPr>
          <a:xfrm>
            <a:off x="7680960" y="1600200"/>
            <a:ext cx="74295" cy="74295"/>
          </a:xfrm>
          <a:prstGeom prst="rect">
            <a:avLst/>
          </a:prstGeom>
          <a:solidFill>
            <a:srgbClr val="2378BD"/>
          </a:solidFill>
          <a:ln w="12700">
            <a:solidFill>
              <a:srgbClr val="2378BD"/>
            </a:solidFill>
            <a:prstDash val="solid"/>
          </a:ln>
        </p:spPr>
      </p:sp>
      <p:sp>
        <p:nvSpPr>
          <p:cNvPr id="209" name="Shape 206"/>
          <p:cNvSpPr/>
          <p:nvPr/>
        </p:nvSpPr>
        <p:spPr>
          <a:xfrm>
            <a:off x="7755255" y="1600200"/>
            <a:ext cx="74295" cy="74295"/>
          </a:xfrm>
          <a:prstGeom prst="rect">
            <a:avLst/>
          </a:prstGeom>
          <a:solidFill>
            <a:srgbClr val="2378BD"/>
          </a:solidFill>
          <a:ln w="12700">
            <a:solidFill>
              <a:srgbClr val="2378BD"/>
            </a:solidFill>
            <a:prstDash val="solid"/>
          </a:ln>
        </p:spPr>
      </p:sp>
      <p:sp>
        <p:nvSpPr>
          <p:cNvPr id="210" name="Shape 207"/>
          <p:cNvSpPr/>
          <p:nvPr/>
        </p:nvSpPr>
        <p:spPr>
          <a:xfrm>
            <a:off x="8052435" y="1600200"/>
            <a:ext cx="74295" cy="74295"/>
          </a:xfrm>
          <a:prstGeom prst="rect">
            <a:avLst/>
          </a:prstGeom>
          <a:solidFill>
            <a:srgbClr val="2378BD"/>
          </a:solidFill>
          <a:ln w="12700">
            <a:solidFill>
              <a:srgbClr val="2378BD"/>
            </a:solidFill>
            <a:prstDash val="solid"/>
          </a:ln>
        </p:spPr>
      </p:sp>
      <p:sp>
        <p:nvSpPr>
          <p:cNvPr id="211" name="Shape 208"/>
          <p:cNvSpPr/>
          <p:nvPr/>
        </p:nvSpPr>
        <p:spPr>
          <a:xfrm>
            <a:off x="8126730" y="1600200"/>
            <a:ext cx="74295" cy="74295"/>
          </a:xfrm>
          <a:prstGeom prst="rect">
            <a:avLst/>
          </a:prstGeom>
          <a:solidFill>
            <a:srgbClr val="2378BD"/>
          </a:solidFill>
          <a:ln w="12700">
            <a:solidFill>
              <a:srgbClr val="2378BD"/>
            </a:solidFill>
            <a:prstDash val="solid"/>
          </a:ln>
        </p:spPr>
      </p:sp>
      <p:sp>
        <p:nvSpPr>
          <p:cNvPr id="212" name="Shape 209"/>
          <p:cNvSpPr/>
          <p:nvPr/>
        </p:nvSpPr>
        <p:spPr>
          <a:xfrm>
            <a:off x="8201025" y="1600200"/>
            <a:ext cx="74295" cy="74295"/>
          </a:xfrm>
          <a:prstGeom prst="rect">
            <a:avLst/>
          </a:prstGeom>
          <a:solidFill>
            <a:srgbClr val="2378BD"/>
          </a:solidFill>
          <a:ln w="12700">
            <a:solidFill>
              <a:srgbClr val="2378BD"/>
            </a:solidFill>
            <a:prstDash val="solid"/>
          </a:ln>
        </p:spPr>
      </p:sp>
      <p:sp>
        <p:nvSpPr>
          <p:cNvPr id="213" name="Shape 210"/>
          <p:cNvSpPr/>
          <p:nvPr/>
        </p:nvSpPr>
        <p:spPr>
          <a:xfrm>
            <a:off x="8275320" y="1600200"/>
            <a:ext cx="74295" cy="74295"/>
          </a:xfrm>
          <a:prstGeom prst="rect">
            <a:avLst/>
          </a:prstGeom>
          <a:solidFill>
            <a:srgbClr val="2378BD"/>
          </a:solidFill>
          <a:ln w="12700">
            <a:solidFill>
              <a:srgbClr val="2378BD"/>
            </a:solidFill>
            <a:prstDash val="solid"/>
          </a:ln>
        </p:spPr>
      </p:sp>
      <p:sp>
        <p:nvSpPr>
          <p:cNvPr id="214" name="Shape 211"/>
          <p:cNvSpPr/>
          <p:nvPr/>
        </p:nvSpPr>
        <p:spPr>
          <a:xfrm>
            <a:off x="8423910" y="1600200"/>
            <a:ext cx="74295" cy="74295"/>
          </a:xfrm>
          <a:prstGeom prst="rect">
            <a:avLst/>
          </a:prstGeom>
          <a:solidFill>
            <a:srgbClr val="2378BD"/>
          </a:solidFill>
          <a:ln w="12700">
            <a:solidFill>
              <a:srgbClr val="2378BD"/>
            </a:solidFill>
            <a:prstDash val="solid"/>
          </a:ln>
        </p:spPr>
      </p:sp>
      <p:sp>
        <p:nvSpPr>
          <p:cNvPr id="215" name="Shape 212"/>
          <p:cNvSpPr/>
          <p:nvPr/>
        </p:nvSpPr>
        <p:spPr>
          <a:xfrm>
            <a:off x="8646795" y="1600200"/>
            <a:ext cx="74295" cy="74295"/>
          </a:xfrm>
          <a:prstGeom prst="rect">
            <a:avLst/>
          </a:prstGeom>
          <a:solidFill>
            <a:srgbClr val="2378BD"/>
          </a:solidFill>
          <a:ln w="12700">
            <a:solidFill>
              <a:srgbClr val="2378BD"/>
            </a:solidFill>
            <a:prstDash val="solid"/>
          </a:ln>
        </p:spPr>
      </p:sp>
      <p:sp>
        <p:nvSpPr>
          <p:cNvPr id="216" name="Shape 213"/>
          <p:cNvSpPr/>
          <p:nvPr/>
        </p:nvSpPr>
        <p:spPr>
          <a:xfrm>
            <a:off x="8721090" y="1600200"/>
            <a:ext cx="74295" cy="74295"/>
          </a:xfrm>
          <a:prstGeom prst="rect">
            <a:avLst/>
          </a:prstGeom>
          <a:solidFill>
            <a:srgbClr val="2378BD"/>
          </a:solidFill>
          <a:ln w="12700">
            <a:solidFill>
              <a:srgbClr val="2378BD"/>
            </a:solidFill>
            <a:prstDash val="solid"/>
          </a:ln>
        </p:spPr>
      </p:sp>
      <p:sp>
        <p:nvSpPr>
          <p:cNvPr id="217" name="Shape 214"/>
          <p:cNvSpPr/>
          <p:nvPr/>
        </p:nvSpPr>
        <p:spPr>
          <a:xfrm>
            <a:off x="8795385" y="1600200"/>
            <a:ext cx="74295" cy="74295"/>
          </a:xfrm>
          <a:prstGeom prst="rect">
            <a:avLst/>
          </a:prstGeom>
          <a:solidFill>
            <a:srgbClr val="2378BD"/>
          </a:solidFill>
          <a:ln w="12700">
            <a:solidFill>
              <a:srgbClr val="2378BD"/>
            </a:solidFill>
            <a:prstDash val="solid"/>
          </a:ln>
        </p:spPr>
      </p:sp>
      <p:sp>
        <p:nvSpPr>
          <p:cNvPr id="218" name="Shape 215"/>
          <p:cNvSpPr/>
          <p:nvPr/>
        </p:nvSpPr>
        <p:spPr>
          <a:xfrm>
            <a:off x="7680960" y="1674495"/>
            <a:ext cx="74295" cy="74295"/>
          </a:xfrm>
          <a:prstGeom prst="rect">
            <a:avLst/>
          </a:prstGeom>
          <a:solidFill>
            <a:srgbClr val="2378BD"/>
          </a:solidFill>
          <a:ln w="12700">
            <a:solidFill>
              <a:srgbClr val="2378BD"/>
            </a:solidFill>
            <a:prstDash val="solid"/>
          </a:ln>
        </p:spPr>
      </p:sp>
      <p:sp>
        <p:nvSpPr>
          <p:cNvPr id="219" name="Shape 216"/>
          <p:cNvSpPr/>
          <p:nvPr/>
        </p:nvSpPr>
        <p:spPr>
          <a:xfrm>
            <a:off x="7755255" y="1674495"/>
            <a:ext cx="74295" cy="74295"/>
          </a:xfrm>
          <a:prstGeom prst="rect">
            <a:avLst/>
          </a:prstGeom>
          <a:solidFill>
            <a:srgbClr val="2378BD"/>
          </a:solidFill>
          <a:ln w="12700">
            <a:solidFill>
              <a:srgbClr val="2378BD"/>
            </a:solidFill>
            <a:prstDash val="solid"/>
          </a:ln>
        </p:spPr>
      </p:sp>
      <p:sp>
        <p:nvSpPr>
          <p:cNvPr id="220" name="Shape 217"/>
          <p:cNvSpPr/>
          <p:nvPr/>
        </p:nvSpPr>
        <p:spPr>
          <a:xfrm>
            <a:off x="8201025" y="1674495"/>
            <a:ext cx="74295" cy="74295"/>
          </a:xfrm>
          <a:prstGeom prst="rect">
            <a:avLst/>
          </a:prstGeom>
          <a:solidFill>
            <a:srgbClr val="2378BD"/>
          </a:solidFill>
          <a:ln w="12700">
            <a:solidFill>
              <a:srgbClr val="2378BD"/>
            </a:solidFill>
            <a:prstDash val="solid"/>
          </a:ln>
        </p:spPr>
      </p:sp>
      <p:sp>
        <p:nvSpPr>
          <p:cNvPr id="221" name="Shape 218"/>
          <p:cNvSpPr/>
          <p:nvPr/>
        </p:nvSpPr>
        <p:spPr>
          <a:xfrm>
            <a:off x="8275320" y="1674495"/>
            <a:ext cx="74295" cy="74295"/>
          </a:xfrm>
          <a:prstGeom prst="rect">
            <a:avLst/>
          </a:prstGeom>
          <a:solidFill>
            <a:srgbClr val="2378BD"/>
          </a:solidFill>
          <a:ln w="12700">
            <a:solidFill>
              <a:srgbClr val="2378BD"/>
            </a:solidFill>
            <a:prstDash val="solid"/>
          </a:ln>
        </p:spPr>
      </p:sp>
      <p:sp>
        <p:nvSpPr>
          <p:cNvPr id="222" name="Shape 219"/>
          <p:cNvSpPr/>
          <p:nvPr/>
        </p:nvSpPr>
        <p:spPr>
          <a:xfrm>
            <a:off x="8646795" y="1674495"/>
            <a:ext cx="74295" cy="74295"/>
          </a:xfrm>
          <a:prstGeom prst="rect">
            <a:avLst/>
          </a:prstGeom>
          <a:solidFill>
            <a:srgbClr val="2378BD"/>
          </a:solidFill>
          <a:ln w="12700">
            <a:solidFill>
              <a:srgbClr val="2378BD"/>
            </a:solidFill>
            <a:prstDash val="solid"/>
          </a:ln>
        </p:spPr>
      </p:sp>
      <p:sp>
        <p:nvSpPr>
          <p:cNvPr id="223" name="Shape 220"/>
          <p:cNvSpPr/>
          <p:nvPr/>
        </p:nvSpPr>
        <p:spPr>
          <a:xfrm>
            <a:off x="8721090" y="1674495"/>
            <a:ext cx="74295" cy="74295"/>
          </a:xfrm>
          <a:prstGeom prst="rect">
            <a:avLst/>
          </a:prstGeom>
          <a:solidFill>
            <a:srgbClr val="2378BD"/>
          </a:solidFill>
          <a:ln w="12700">
            <a:solidFill>
              <a:srgbClr val="2378BD"/>
            </a:solidFill>
            <a:prstDash val="solid"/>
          </a:ln>
        </p:spPr>
      </p:sp>
      <p:sp>
        <p:nvSpPr>
          <p:cNvPr id="224" name="Shape 221"/>
          <p:cNvSpPr/>
          <p:nvPr/>
        </p:nvSpPr>
        <p:spPr>
          <a:xfrm>
            <a:off x="8795385" y="1674495"/>
            <a:ext cx="74295" cy="74295"/>
          </a:xfrm>
          <a:prstGeom prst="rect">
            <a:avLst/>
          </a:prstGeom>
          <a:solidFill>
            <a:srgbClr val="2378BD"/>
          </a:solidFill>
          <a:ln w="12700">
            <a:solidFill>
              <a:srgbClr val="2378BD"/>
            </a:solidFill>
            <a:prstDash val="solid"/>
          </a:ln>
        </p:spPr>
      </p:sp>
      <p:sp>
        <p:nvSpPr>
          <p:cNvPr id="225" name="Shape 222"/>
          <p:cNvSpPr/>
          <p:nvPr/>
        </p:nvSpPr>
        <p:spPr>
          <a:xfrm>
            <a:off x="7680960" y="1748790"/>
            <a:ext cx="74295" cy="74295"/>
          </a:xfrm>
          <a:prstGeom prst="rect">
            <a:avLst/>
          </a:prstGeom>
          <a:solidFill>
            <a:srgbClr val="2378BD"/>
          </a:solidFill>
          <a:ln w="12700">
            <a:solidFill>
              <a:srgbClr val="2378BD"/>
            </a:solidFill>
            <a:prstDash val="solid"/>
          </a:ln>
        </p:spPr>
      </p:sp>
      <p:sp>
        <p:nvSpPr>
          <p:cNvPr id="226" name="Shape 223"/>
          <p:cNvSpPr/>
          <p:nvPr/>
        </p:nvSpPr>
        <p:spPr>
          <a:xfrm>
            <a:off x="7755255" y="1748790"/>
            <a:ext cx="74295" cy="74295"/>
          </a:xfrm>
          <a:prstGeom prst="rect">
            <a:avLst/>
          </a:prstGeom>
          <a:solidFill>
            <a:srgbClr val="2378BD"/>
          </a:solidFill>
          <a:ln w="12700">
            <a:solidFill>
              <a:srgbClr val="2378BD"/>
            </a:solidFill>
            <a:prstDash val="solid"/>
          </a:ln>
        </p:spPr>
      </p:sp>
      <p:sp>
        <p:nvSpPr>
          <p:cNvPr id="227" name="Shape 224"/>
          <p:cNvSpPr/>
          <p:nvPr/>
        </p:nvSpPr>
        <p:spPr>
          <a:xfrm>
            <a:off x="7829550" y="1748790"/>
            <a:ext cx="74295" cy="74295"/>
          </a:xfrm>
          <a:prstGeom prst="rect">
            <a:avLst/>
          </a:prstGeom>
          <a:solidFill>
            <a:srgbClr val="2378BD"/>
          </a:solidFill>
          <a:ln w="12700">
            <a:solidFill>
              <a:srgbClr val="2378BD"/>
            </a:solidFill>
            <a:prstDash val="solid"/>
          </a:ln>
        </p:spPr>
      </p:sp>
      <p:sp>
        <p:nvSpPr>
          <p:cNvPr id="228" name="Shape 225"/>
          <p:cNvSpPr/>
          <p:nvPr/>
        </p:nvSpPr>
        <p:spPr>
          <a:xfrm>
            <a:off x="8201025" y="1748790"/>
            <a:ext cx="74295" cy="74295"/>
          </a:xfrm>
          <a:prstGeom prst="rect">
            <a:avLst/>
          </a:prstGeom>
          <a:solidFill>
            <a:srgbClr val="2378BD"/>
          </a:solidFill>
          <a:ln w="12700">
            <a:solidFill>
              <a:srgbClr val="2378BD"/>
            </a:solidFill>
            <a:prstDash val="solid"/>
          </a:ln>
        </p:spPr>
      </p:sp>
      <p:sp>
        <p:nvSpPr>
          <p:cNvPr id="229" name="Shape 226"/>
          <p:cNvSpPr/>
          <p:nvPr/>
        </p:nvSpPr>
        <p:spPr>
          <a:xfrm>
            <a:off x="8275320" y="1748790"/>
            <a:ext cx="74295" cy="74295"/>
          </a:xfrm>
          <a:prstGeom prst="rect">
            <a:avLst/>
          </a:prstGeom>
          <a:solidFill>
            <a:srgbClr val="2378BD"/>
          </a:solidFill>
          <a:ln w="12700">
            <a:solidFill>
              <a:srgbClr val="2378BD"/>
            </a:solidFill>
            <a:prstDash val="solid"/>
          </a:ln>
        </p:spPr>
      </p:sp>
      <p:sp>
        <p:nvSpPr>
          <p:cNvPr id="230" name="Shape 227"/>
          <p:cNvSpPr/>
          <p:nvPr/>
        </p:nvSpPr>
        <p:spPr>
          <a:xfrm>
            <a:off x="8646795" y="1748790"/>
            <a:ext cx="74295" cy="74295"/>
          </a:xfrm>
          <a:prstGeom prst="rect">
            <a:avLst/>
          </a:prstGeom>
          <a:solidFill>
            <a:srgbClr val="2378BD"/>
          </a:solidFill>
          <a:ln w="12700">
            <a:solidFill>
              <a:srgbClr val="2378BD"/>
            </a:solidFill>
            <a:prstDash val="solid"/>
          </a:ln>
        </p:spPr>
      </p:sp>
      <p:sp>
        <p:nvSpPr>
          <p:cNvPr id="231" name="Shape 228"/>
          <p:cNvSpPr/>
          <p:nvPr/>
        </p:nvSpPr>
        <p:spPr>
          <a:xfrm>
            <a:off x="8721090" y="1748790"/>
            <a:ext cx="74295" cy="74295"/>
          </a:xfrm>
          <a:prstGeom prst="rect">
            <a:avLst/>
          </a:prstGeom>
          <a:solidFill>
            <a:srgbClr val="2378BD"/>
          </a:solidFill>
          <a:ln w="12700">
            <a:solidFill>
              <a:srgbClr val="2378BD"/>
            </a:solidFill>
            <a:prstDash val="solid"/>
          </a:ln>
        </p:spPr>
      </p:sp>
      <p:sp>
        <p:nvSpPr>
          <p:cNvPr id="232" name="Shape 229"/>
          <p:cNvSpPr/>
          <p:nvPr/>
        </p:nvSpPr>
        <p:spPr>
          <a:xfrm>
            <a:off x="7680960" y="1823085"/>
            <a:ext cx="74295" cy="74295"/>
          </a:xfrm>
          <a:prstGeom prst="rect">
            <a:avLst/>
          </a:prstGeom>
          <a:solidFill>
            <a:srgbClr val="2378BD"/>
          </a:solidFill>
          <a:ln w="12700">
            <a:solidFill>
              <a:srgbClr val="2378BD"/>
            </a:solidFill>
            <a:prstDash val="solid"/>
          </a:ln>
        </p:spPr>
      </p:sp>
      <p:sp>
        <p:nvSpPr>
          <p:cNvPr id="233" name="Shape 230"/>
          <p:cNvSpPr/>
          <p:nvPr/>
        </p:nvSpPr>
        <p:spPr>
          <a:xfrm>
            <a:off x="7755255" y="1823085"/>
            <a:ext cx="74295" cy="74295"/>
          </a:xfrm>
          <a:prstGeom prst="rect">
            <a:avLst/>
          </a:prstGeom>
          <a:solidFill>
            <a:srgbClr val="2378BD"/>
          </a:solidFill>
          <a:ln w="12700">
            <a:solidFill>
              <a:srgbClr val="2378BD"/>
            </a:solidFill>
            <a:prstDash val="solid"/>
          </a:ln>
        </p:spPr>
      </p:sp>
      <p:sp>
        <p:nvSpPr>
          <p:cNvPr id="234" name="Shape 231"/>
          <p:cNvSpPr/>
          <p:nvPr/>
        </p:nvSpPr>
        <p:spPr>
          <a:xfrm>
            <a:off x="7829550" y="1823085"/>
            <a:ext cx="74295" cy="74295"/>
          </a:xfrm>
          <a:prstGeom prst="rect">
            <a:avLst/>
          </a:prstGeom>
          <a:solidFill>
            <a:srgbClr val="2378BD"/>
          </a:solidFill>
          <a:ln w="12700">
            <a:solidFill>
              <a:srgbClr val="2378BD"/>
            </a:solidFill>
            <a:prstDash val="solid"/>
          </a:ln>
        </p:spPr>
      </p:sp>
      <p:sp>
        <p:nvSpPr>
          <p:cNvPr id="235" name="Shape 232"/>
          <p:cNvSpPr/>
          <p:nvPr/>
        </p:nvSpPr>
        <p:spPr>
          <a:xfrm>
            <a:off x="7903845" y="1823085"/>
            <a:ext cx="74295" cy="74295"/>
          </a:xfrm>
          <a:prstGeom prst="rect">
            <a:avLst/>
          </a:prstGeom>
          <a:solidFill>
            <a:srgbClr val="2378BD"/>
          </a:solidFill>
          <a:ln w="12700">
            <a:solidFill>
              <a:srgbClr val="2378BD"/>
            </a:solidFill>
            <a:prstDash val="solid"/>
          </a:ln>
        </p:spPr>
      </p:sp>
      <p:sp>
        <p:nvSpPr>
          <p:cNvPr id="236" name="Shape 233"/>
          <p:cNvSpPr/>
          <p:nvPr/>
        </p:nvSpPr>
        <p:spPr>
          <a:xfrm>
            <a:off x="8052435" y="1823085"/>
            <a:ext cx="74295" cy="74295"/>
          </a:xfrm>
          <a:prstGeom prst="rect">
            <a:avLst/>
          </a:prstGeom>
          <a:solidFill>
            <a:srgbClr val="2378BD"/>
          </a:solidFill>
          <a:ln w="12700">
            <a:solidFill>
              <a:srgbClr val="2378BD"/>
            </a:solidFill>
            <a:prstDash val="solid"/>
          </a:ln>
        </p:spPr>
      </p:sp>
      <p:sp>
        <p:nvSpPr>
          <p:cNvPr id="237" name="Shape 234"/>
          <p:cNvSpPr/>
          <p:nvPr/>
        </p:nvSpPr>
        <p:spPr>
          <a:xfrm>
            <a:off x="8126730" y="1823085"/>
            <a:ext cx="74295" cy="74295"/>
          </a:xfrm>
          <a:prstGeom prst="rect">
            <a:avLst/>
          </a:prstGeom>
          <a:solidFill>
            <a:srgbClr val="2378BD"/>
          </a:solidFill>
          <a:ln w="12700">
            <a:solidFill>
              <a:srgbClr val="2378BD"/>
            </a:solidFill>
            <a:prstDash val="solid"/>
          </a:ln>
        </p:spPr>
      </p:sp>
      <p:sp>
        <p:nvSpPr>
          <p:cNvPr id="238" name="Shape 235"/>
          <p:cNvSpPr/>
          <p:nvPr/>
        </p:nvSpPr>
        <p:spPr>
          <a:xfrm>
            <a:off x="8201025" y="1823085"/>
            <a:ext cx="74295" cy="74295"/>
          </a:xfrm>
          <a:prstGeom prst="rect">
            <a:avLst/>
          </a:prstGeom>
          <a:solidFill>
            <a:srgbClr val="2378BD"/>
          </a:solidFill>
          <a:ln w="12700">
            <a:solidFill>
              <a:srgbClr val="2378BD"/>
            </a:solidFill>
            <a:prstDash val="solid"/>
          </a:ln>
        </p:spPr>
      </p:sp>
      <p:sp>
        <p:nvSpPr>
          <p:cNvPr id="239" name="Shape 236"/>
          <p:cNvSpPr/>
          <p:nvPr/>
        </p:nvSpPr>
        <p:spPr>
          <a:xfrm>
            <a:off x="8275320" y="1823085"/>
            <a:ext cx="74295" cy="74295"/>
          </a:xfrm>
          <a:prstGeom prst="rect">
            <a:avLst/>
          </a:prstGeom>
          <a:solidFill>
            <a:srgbClr val="2378BD"/>
          </a:solidFill>
          <a:ln w="12700">
            <a:solidFill>
              <a:srgbClr val="2378BD"/>
            </a:solidFill>
            <a:prstDash val="solid"/>
          </a:ln>
        </p:spPr>
      </p:sp>
      <p:sp>
        <p:nvSpPr>
          <p:cNvPr id="240" name="Shape 237"/>
          <p:cNvSpPr/>
          <p:nvPr/>
        </p:nvSpPr>
        <p:spPr>
          <a:xfrm>
            <a:off x="8349615" y="1823085"/>
            <a:ext cx="74295" cy="74295"/>
          </a:xfrm>
          <a:prstGeom prst="rect">
            <a:avLst/>
          </a:prstGeom>
          <a:solidFill>
            <a:srgbClr val="2378BD"/>
          </a:solidFill>
          <a:ln w="12700">
            <a:solidFill>
              <a:srgbClr val="2378BD"/>
            </a:solidFill>
            <a:prstDash val="solid"/>
          </a:ln>
        </p:spPr>
      </p:sp>
      <p:sp>
        <p:nvSpPr>
          <p:cNvPr id="241" name="Shape 238"/>
          <p:cNvSpPr/>
          <p:nvPr/>
        </p:nvSpPr>
        <p:spPr>
          <a:xfrm>
            <a:off x="8423910" y="1823085"/>
            <a:ext cx="74295" cy="74295"/>
          </a:xfrm>
          <a:prstGeom prst="rect">
            <a:avLst/>
          </a:prstGeom>
          <a:solidFill>
            <a:srgbClr val="2378BD"/>
          </a:solidFill>
          <a:ln w="12700">
            <a:solidFill>
              <a:srgbClr val="2378BD"/>
            </a:solidFill>
            <a:prstDash val="solid"/>
          </a:ln>
        </p:spPr>
      </p:sp>
      <p:sp>
        <p:nvSpPr>
          <p:cNvPr id="242" name="Shape 239"/>
          <p:cNvSpPr/>
          <p:nvPr/>
        </p:nvSpPr>
        <p:spPr>
          <a:xfrm>
            <a:off x="8572500" y="1823085"/>
            <a:ext cx="74295" cy="74295"/>
          </a:xfrm>
          <a:prstGeom prst="rect">
            <a:avLst/>
          </a:prstGeom>
          <a:solidFill>
            <a:srgbClr val="2378BD"/>
          </a:solidFill>
          <a:ln w="12700">
            <a:solidFill>
              <a:srgbClr val="2378BD"/>
            </a:solidFill>
            <a:prstDash val="solid"/>
          </a:ln>
        </p:spPr>
      </p:sp>
      <p:sp>
        <p:nvSpPr>
          <p:cNvPr id="243" name="Shape 240"/>
          <p:cNvSpPr/>
          <p:nvPr/>
        </p:nvSpPr>
        <p:spPr>
          <a:xfrm>
            <a:off x="8646795" y="1823085"/>
            <a:ext cx="74295" cy="74295"/>
          </a:xfrm>
          <a:prstGeom prst="rect">
            <a:avLst/>
          </a:prstGeom>
          <a:solidFill>
            <a:srgbClr val="2378BD"/>
          </a:solidFill>
          <a:ln w="12700">
            <a:solidFill>
              <a:srgbClr val="2378BD"/>
            </a:solidFill>
            <a:prstDash val="solid"/>
          </a:ln>
        </p:spPr>
      </p:sp>
      <p:sp>
        <p:nvSpPr>
          <p:cNvPr id="244" name="Shape 241"/>
          <p:cNvSpPr/>
          <p:nvPr/>
        </p:nvSpPr>
        <p:spPr>
          <a:xfrm>
            <a:off x="8721090" y="1823085"/>
            <a:ext cx="74295" cy="74295"/>
          </a:xfrm>
          <a:prstGeom prst="rect">
            <a:avLst/>
          </a:prstGeom>
          <a:solidFill>
            <a:srgbClr val="2378BD"/>
          </a:solidFill>
          <a:ln w="12700">
            <a:solidFill>
              <a:srgbClr val="2378BD"/>
            </a:solidFill>
            <a:prstDash val="solid"/>
          </a:ln>
        </p:spPr>
      </p:sp>
      <p:sp>
        <p:nvSpPr>
          <p:cNvPr id="245" name="Shape 242"/>
          <p:cNvSpPr/>
          <p:nvPr/>
        </p:nvSpPr>
        <p:spPr>
          <a:xfrm>
            <a:off x="8795385" y="1823085"/>
            <a:ext cx="74295" cy="74295"/>
          </a:xfrm>
          <a:prstGeom prst="rect">
            <a:avLst/>
          </a:prstGeom>
          <a:solidFill>
            <a:srgbClr val="2378BD"/>
          </a:solidFill>
          <a:ln w="12700">
            <a:solidFill>
              <a:srgbClr val="2378BD"/>
            </a:solidFill>
            <a:prstDash val="solid"/>
          </a:ln>
        </p:spPr>
      </p:sp>
      <p:sp>
        <p:nvSpPr>
          <p:cNvPr id="246" name="Shape 243"/>
          <p:cNvSpPr/>
          <p:nvPr/>
        </p:nvSpPr>
        <p:spPr>
          <a:xfrm>
            <a:off x="7680960" y="1897380"/>
            <a:ext cx="74295" cy="74295"/>
          </a:xfrm>
          <a:prstGeom prst="rect">
            <a:avLst/>
          </a:prstGeom>
          <a:solidFill>
            <a:srgbClr val="2378BD"/>
          </a:solidFill>
          <a:ln w="12700">
            <a:solidFill>
              <a:srgbClr val="2378BD"/>
            </a:solidFill>
            <a:prstDash val="solid"/>
          </a:ln>
        </p:spPr>
      </p:sp>
      <p:sp>
        <p:nvSpPr>
          <p:cNvPr id="247" name="Shape 244"/>
          <p:cNvSpPr/>
          <p:nvPr/>
        </p:nvSpPr>
        <p:spPr>
          <a:xfrm>
            <a:off x="7755255" y="1897380"/>
            <a:ext cx="74295" cy="74295"/>
          </a:xfrm>
          <a:prstGeom prst="rect">
            <a:avLst/>
          </a:prstGeom>
          <a:solidFill>
            <a:srgbClr val="2378BD"/>
          </a:solidFill>
          <a:ln w="12700">
            <a:solidFill>
              <a:srgbClr val="2378BD"/>
            </a:solidFill>
            <a:prstDash val="solid"/>
          </a:ln>
        </p:spPr>
      </p:sp>
      <p:sp>
        <p:nvSpPr>
          <p:cNvPr id="248" name="Shape 245"/>
          <p:cNvSpPr/>
          <p:nvPr/>
        </p:nvSpPr>
        <p:spPr>
          <a:xfrm>
            <a:off x="7829550" y="1897380"/>
            <a:ext cx="74295" cy="74295"/>
          </a:xfrm>
          <a:prstGeom prst="rect">
            <a:avLst/>
          </a:prstGeom>
          <a:solidFill>
            <a:srgbClr val="2378BD"/>
          </a:solidFill>
          <a:ln w="12700">
            <a:solidFill>
              <a:srgbClr val="2378BD"/>
            </a:solidFill>
            <a:prstDash val="solid"/>
          </a:ln>
        </p:spPr>
      </p:sp>
      <p:sp>
        <p:nvSpPr>
          <p:cNvPr id="249" name="Shape 246"/>
          <p:cNvSpPr/>
          <p:nvPr/>
        </p:nvSpPr>
        <p:spPr>
          <a:xfrm>
            <a:off x="7903845" y="1897380"/>
            <a:ext cx="74295" cy="74295"/>
          </a:xfrm>
          <a:prstGeom prst="rect">
            <a:avLst/>
          </a:prstGeom>
          <a:solidFill>
            <a:srgbClr val="2378BD"/>
          </a:solidFill>
          <a:ln w="12700">
            <a:solidFill>
              <a:srgbClr val="2378BD"/>
            </a:solidFill>
            <a:prstDash val="solid"/>
          </a:ln>
        </p:spPr>
      </p:sp>
      <p:sp>
        <p:nvSpPr>
          <p:cNvPr id="250" name="Shape 247"/>
          <p:cNvSpPr/>
          <p:nvPr/>
        </p:nvSpPr>
        <p:spPr>
          <a:xfrm>
            <a:off x="7978140" y="1897380"/>
            <a:ext cx="74295" cy="74295"/>
          </a:xfrm>
          <a:prstGeom prst="rect">
            <a:avLst/>
          </a:prstGeom>
          <a:solidFill>
            <a:srgbClr val="2378BD"/>
          </a:solidFill>
          <a:ln w="12700">
            <a:solidFill>
              <a:srgbClr val="2378BD"/>
            </a:solidFill>
            <a:prstDash val="solid"/>
          </a:ln>
        </p:spPr>
      </p:sp>
      <p:sp>
        <p:nvSpPr>
          <p:cNvPr id="251" name="Shape 248"/>
          <p:cNvSpPr/>
          <p:nvPr/>
        </p:nvSpPr>
        <p:spPr>
          <a:xfrm>
            <a:off x="8052435" y="1897380"/>
            <a:ext cx="74295" cy="74295"/>
          </a:xfrm>
          <a:prstGeom prst="rect">
            <a:avLst/>
          </a:prstGeom>
          <a:solidFill>
            <a:srgbClr val="2378BD"/>
          </a:solidFill>
          <a:ln w="12700">
            <a:solidFill>
              <a:srgbClr val="2378BD"/>
            </a:solidFill>
            <a:prstDash val="solid"/>
          </a:ln>
        </p:spPr>
      </p:sp>
      <p:sp>
        <p:nvSpPr>
          <p:cNvPr id="252" name="Shape 249"/>
          <p:cNvSpPr/>
          <p:nvPr/>
        </p:nvSpPr>
        <p:spPr>
          <a:xfrm>
            <a:off x="8126730" y="1897380"/>
            <a:ext cx="74295" cy="74295"/>
          </a:xfrm>
          <a:prstGeom prst="rect">
            <a:avLst/>
          </a:prstGeom>
          <a:solidFill>
            <a:srgbClr val="2378BD"/>
          </a:solidFill>
          <a:ln w="12700">
            <a:solidFill>
              <a:srgbClr val="2378BD"/>
            </a:solidFill>
            <a:prstDash val="solid"/>
          </a:ln>
        </p:spPr>
      </p:sp>
      <p:sp>
        <p:nvSpPr>
          <p:cNvPr id="253" name="Shape 250"/>
          <p:cNvSpPr/>
          <p:nvPr/>
        </p:nvSpPr>
        <p:spPr>
          <a:xfrm>
            <a:off x="8201025" y="1897380"/>
            <a:ext cx="74295" cy="74295"/>
          </a:xfrm>
          <a:prstGeom prst="rect">
            <a:avLst/>
          </a:prstGeom>
          <a:solidFill>
            <a:srgbClr val="2378BD"/>
          </a:solidFill>
          <a:ln w="12700">
            <a:solidFill>
              <a:srgbClr val="2378BD"/>
            </a:solidFill>
            <a:prstDash val="solid"/>
          </a:ln>
        </p:spPr>
      </p:sp>
      <p:sp>
        <p:nvSpPr>
          <p:cNvPr id="254" name="Shape 251"/>
          <p:cNvSpPr/>
          <p:nvPr/>
        </p:nvSpPr>
        <p:spPr>
          <a:xfrm>
            <a:off x="8275320" y="1897380"/>
            <a:ext cx="74295" cy="74295"/>
          </a:xfrm>
          <a:prstGeom prst="rect">
            <a:avLst/>
          </a:prstGeom>
          <a:solidFill>
            <a:srgbClr val="2378BD"/>
          </a:solidFill>
          <a:ln w="12700">
            <a:solidFill>
              <a:srgbClr val="2378BD"/>
            </a:solidFill>
            <a:prstDash val="solid"/>
          </a:ln>
        </p:spPr>
      </p:sp>
      <p:sp>
        <p:nvSpPr>
          <p:cNvPr id="255" name="Shape 252"/>
          <p:cNvSpPr/>
          <p:nvPr/>
        </p:nvSpPr>
        <p:spPr>
          <a:xfrm>
            <a:off x="8349615" y="1897380"/>
            <a:ext cx="74295" cy="74295"/>
          </a:xfrm>
          <a:prstGeom prst="rect">
            <a:avLst/>
          </a:prstGeom>
          <a:solidFill>
            <a:srgbClr val="2378BD"/>
          </a:solidFill>
          <a:ln w="12700">
            <a:solidFill>
              <a:srgbClr val="2378BD"/>
            </a:solidFill>
            <a:prstDash val="solid"/>
          </a:ln>
        </p:spPr>
      </p:sp>
      <p:sp>
        <p:nvSpPr>
          <p:cNvPr id="256" name="Shape 253"/>
          <p:cNvSpPr/>
          <p:nvPr/>
        </p:nvSpPr>
        <p:spPr>
          <a:xfrm>
            <a:off x="8423910" y="1897380"/>
            <a:ext cx="74295" cy="74295"/>
          </a:xfrm>
          <a:prstGeom prst="rect">
            <a:avLst/>
          </a:prstGeom>
          <a:solidFill>
            <a:srgbClr val="2378BD"/>
          </a:solidFill>
          <a:ln w="12700">
            <a:solidFill>
              <a:srgbClr val="2378BD"/>
            </a:solidFill>
            <a:prstDash val="solid"/>
          </a:ln>
        </p:spPr>
      </p:sp>
      <p:sp>
        <p:nvSpPr>
          <p:cNvPr id="257" name="Shape 254"/>
          <p:cNvSpPr/>
          <p:nvPr/>
        </p:nvSpPr>
        <p:spPr>
          <a:xfrm>
            <a:off x="8498205" y="1897380"/>
            <a:ext cx="74295" cy="74295"/>
          </a:xfrm>
          <a:prstGeom prst="rect">
            <a:avLst/>
          </a:prstGeom>
          <a:solidFill>
            <a:srgbClr val="2378BD"/>
          </a:solidFill>
          <a:ln w="12700">
            <a:solidFill>
              <a:srgbClr val="2378BD"/>
            </a:solidFill>
            <a:prstDash val="solid"/>
          </a:ln>
        </p:spPr>
      </p:sp>
      <p:sp>
        <p:nvSpPr>
          <p:cNvPr id="258" name="Shape 255"/>
          <p:cNvSpPr/>
          <p:nvPr/>
        </p:nvSpPr>
        <p:spPr>
          <a:xfrm>
            <a:off x="8572500" y="1897380"/>
            <a:ext cx="74295" cy="74295"/>
          </a:xfrm>
          <a:prstGeom prst="rect">
            <a:avLst/>
          </a:prstGeom>
          <a:solidFill>
            <a:srgbClr val="2378BD"/>
          </a:solidFill>
          <a:ln w="12700">
            <a:solidFill>
              <a:srgbClr val="2378BD"/>
            </a:solidFill>
            <a:prstDash val="solid"/>
          </a:ln>
        </p:spPr>
      </p:sp>
      <p:sp>
        <p:nvSpPr>
          <p:cNvPr id="259" name="Shape 256"/>
          <p:cNvSpPr/>
          <p:nvPr/>
        </p:nvSpPr>
        <p:spPr>
          <a:xfrm>
            <a:off x="8646795" y="1897380"/>
            <a:ext cx="74295" cy="74295"/>
          </a:xfrm>
          <a:prstGeom prst="rect">
            <a:avLst/>
          </a:prstGeom>
          <a:solidFill>
            <a:srgbClr val="2378BD"/>
          </a:solidFill>
          <a:ln w="12700">
            <a:solidFill>
              <a:srgbClr val="2378BD"/>
            </a:solidFill>
            <a:prstDash val="solid"/>
          </a:ln>
        </p:spPr>
      </p:sp>
      <p:sp>
        <p:nvSpPr>
          <p:cNvPr id="260" name="Shape 257"/>
          <p:cNvSpPr/>
          <p:nvPr/>
        </p:nvSpPr>
        <p:spPr>
          <a:xfrm>
            <a:off x="7755255" y="1971675"/>
            <a:ext cx="74295" cy="74295"/>
          </a:xfrm>
          <a:prstGeom prst="rect">
            <a:avLst/>
          </a:prstGeom>
          <a:solidFill>
            <a:srgbClr val="2378BD"/>
          </a:solidFill>
          <a:ln w="12700">
            <a:solidFill>
              <a:srgbClr val="2378BD"/>
            </a:solidFill>
            <a:prstDash val="solid"/>
          </a:ln>
        </p:spPr>
      </p:sp>
      <p:sp>
        <p:nvSpPr>
          <p:cNvPr id="261" name="Shape 258"/>
          <p:cNvSpPr/>
          <p:nvPr/>
        </p:nvSpPr>
        <p:spPr>
          <a:xfrm>
            <a:off x="7829550" y="1971675"/>
            <a:ext cx="74295" cy="74295"/>
          </a:xfrm>
          <a:prstGeom prst="rect">
            <a:avLst/>
          </a:prstGeom>
          <a:solidFill>
            <a:srgbClr val="2378BD"/>
          </a:solidFill>
          <a:ln w="12700">
            <a:solidFill>
              <a:srgbClr val="2378BD"/>
            </a:solidFill>
            <a:prstDash val="solid"/>
          </a:ln>
        </p:spPr>
      </p:sp>
      <p:sp>
        <p:nvSpPr>
          <p:cNvPr id="262" name="Shape 259"/>
          <p:cNvSpPr/>
          <p:nvPr/>
        </p:nvSpPr>
        <p:spPr>
          <a:xfrm>
            <a:off x="7903845" y="1971675"/>
            <a:ext cx="74295" cy="74295"/>
          </a:xfrm>
          <a:prstGeom prst="rect">
            <a:avLst/>
          </a:prstGeom>
          <a:solidFill>
            <a:srgbClr val="2378BD"/>
          </a:solidFill>
          <a:ln w="12700">
            <a:solidFill>
              <a:srgbClr val="2378BD"/>
            </a:solidFill>
            <a:prstDash val="solid"/>
          </a:ln>
        </p:spPr>
      </p:sp>
      <p:sp>
        <p:nvSpPr>
          <p:cNvPr id="263" name="Shape 260"/>
          <p:cNvSpPr/>
          <p:nvPr/>
        </p:nvSpPr>
        <p:spPr>
          <a:xfrm>
            <a:off x="7978140" y="1971675"/>
            <a:ext cx="74295" cy="74295"/>
          </a:xfrm>
          <a:prstGeom prst="rect">
            <a:avLst/>
          </a:prstGeom>
          <a:solidFill>
            <a:srgbClr val="2378BD"/>
          </a:solidFill>
          <a:ln w="12700">
            <a:solidFill>
              <a:srgbClr val="2378BD"/>
            </a:solidFill>
            <a:prstDash val="solid"/>
          </a:ln>
        </p:spPr>
      </p:sp>
      <p:sp>
        <p:nvSpPr>
          <p:cNvPr id="264" name="Shape 261"/>
          <p:cNvSpPr/>
          <p:nvPr/>
        </p:nvSpPr>
        <p:spPr>
          <a:xfrm>
            <a:off x="8052435" y="1971675"/>
            <a:ext cx="74295" cy="74295"/>
          </a:xfrm>
          <a:prstGeom prst="rect">
            <a:avLst/>
          </a:prstGeom>
          <a:solidFill>
            <a:srgbClr val="2378BD"/>
          </a:solidFill>
          <a:ln w="12700">
            <a:solidFill>
              <a:srgbClr val="2378BD"/>
            </a:solidFill>
            <a:prstDash val="solid"/>
          </a:ln>
        </p:spPr>
      </p:sp>
      <p:sp>
        <p:nvSpPr>
          <p:cNvPr id="265" name="Shape 262"/>
          <p:cNvSpPr/>
          <p:nvPr/>
        </p:nvSpPr>
        <p:spPr>
          <a:xfrm>
            <a:off x="8126730" y="1971675"/>
            <a:ext cx="74295" cy="74295"/>
          </a:xfrm>
          <a:prstGeom prst="rect">
            <a:avLst/>
          </a:prstGeom>
          <a:solidFill>
            <a:srgbClr val="2378BD"/>
          </a:solidFill>
          <a:ln w="12700">
            <a:solidFill>
              <a:srgbClr val="2378BD"/>
            </a:solidFill>
            <a:prstDash val="solid"/>
          </a:ln>
        </p:spPr>
      </p:sp>
      <p:sp>
        <p:nvSpPr>
          <p:cNvPr id="266" name="Shape 263"/>
          <p:cNvSpPr/>
          <p:nvPr/>
        </p:nvSpPr>
        <p:spPr>
          <a:xfrm>
            <a:off x="8201025" y="1971675"/>
            <a:ext cx="74295" cy="74295"/>
          </a:xfrm>
          <a:prstGeom prst="rect">
            <a:avLst/>
          </a:prstGeom>
          <a:solidFill>
            <a:srgbClr val="2378BD"/>
          </a:solidFill>
          <a:ln w="12700">
            <a:solidFill>
              <a:srgbClr val="2378BD"/>
            </a:solidFill>
            <a:prstDash val="solid"/>
          </a:ln>
        </p:spPr>
      </p:sp>
      <p:sp>
        <p:nvSpPr>
          <p:cNvPr id="267" name="Shape 264"/>
          <p:cNvSpPr/>
          <p:nvPr/>
        </p:nvSpPr>
        <p:spPr>
          <a:xfrm>
            <a:off x="8349615" y="1971675"/>
            <a:ext cx="74295" cy="74295"/>
          </a:xfrm>
          <a:prstGeom prst="rect">
            <a:avLst/>
          </a:prstGeom>
          <a:solidFill>
            <a:srgbClr val="2378BD"/>
          </a:solidFill>
          <a:ln w="12700">
            <a:solidFill>
              <a:srgbClr val="2378BD"/>
            </a:solidFill>
            <a:prstDash val="solid"/>
          </a:ln>
        </p:spPr>
      </p:sp>
      <p:sp>
        <p:nvSpPr>
          <p:cNvPr id="268" name="Shape 265"/>
          <p:cNvSpPr/>
          <p:nvPr/>
        </p:nvSpPr>
        <p:spPr>
          <a:xfrm>
            <a:off x="8498205" y="1971675"/>
            <a:ext cx="74295" cy="74295"/>
          </a:xfrm>
          <a:prstGeom prst="rect">
            <a:avLst/>
          </a:prstGeom>
          <a:solidFill>
            <a:srgbClr val="2378BD"/>
          </a:solidFill>
          <a:ln w="12700">
            <a:solidFill>
              <a:srgbClr val="2378BD"/>
            </a:solidFill>
            <a:prstDash val="solid"/>
          </a:ln>
        </p:spPr>
      </p:sp>
      <p:sp>
        <p:nvSpPr>
          <p:cNvPr id="269" name="Shape 266"/>
          <p:cNvSpPr/>
          <p:nvPr/>
        </p:nvSpPr>
        <p:spPr>
          <a:xfrm>
            <a:off x="8572500" y="1971675"/>
            <a:ext cx="74295" cy="74295"/>
          </a:xfrm>
          <a:prstGeom prst="rect">
            <a:avLst/>
          </a:prstGeom>
          <a:solidFill>
            <a:srgbClr val="2378BD"/>
          </a:solidFill>
          <a:ln w="12700">
            <a:solidFill>
              <a:srgbClr val="2378BD"/>
            </a:solidFill>
            <a:prstDash val="solid"/>
          </a:ln>
        </p:spPr>
      </p:sp>
      <p:sp>
        <p:nvSpPr>
          <p:cNvPr id="270" name="Shape 267"/>
          <p:cNvSpPr/>
          <p:nvPr/>
        </p:nvSpPr>
        <p:spPr>
          <a:xfrm>
            <a:off x="8646795" y="1971675"/>
            <a:ext cx="74295" cy="74295"/>
          </a:xfrm>
          <a:prstGeom prst="rect">
            <a:avLst/>
          </a:prstGeom>
          <a:solidFill>
            <a:srgbClr val="2378BD"/>
          </a:solidFill>
          <a:ln w="12700">
            <a:solidFill>
              <a:srgbClr val="2378BD"/>
            </a:solidFill>
            <a:prstDash val="solid"/>
          </a:ln>
        </p:spPr>
      </p:sp>
      <p:sp>
        <p:nvSpPr>
          <p:cNvPr id="271" name="Shape 268"/>
          <p:cNvSpPr/>
          <p:nvPr/>
        </p:nvSpPr>
        <p:spPr>
          <a:xfrm>
            <a:off x="7680960" y="2045970"/>
            <a:ext cx="74295" cy="74295"/>
          </a:xfrm>
          <a:prstGeom prst="rect">
            <a:avLst/>
          </a:prstGeom>
          <a:solidFill>
            <a:srgbClr val="6F6785"/>
          </a:solidFill>
          <a:ln w="12700">
            <a:solidFill>
              <a:srgbClr val="6F6785"/>
            </a:solidFill>
            <a:prstDash val="solid"/>
          </a:ln>
        </p:spPr>
      </p:sp>
      <p:sp>
        <p:nvSpPr>
          <p:cNvPr id="272" name="Shape 269"/>
          <p:cNvSpPr/>
          <p:nvPr/>
        </p:nvSpPr>
        <p:spPr>
          <a:xfrm>
            <a:off x="7829550" y="2045970"/>
            <a:ext cx="74295" cy="74295"/>
          </a:xfrm>
          <a:prstGeom prst="rect">
            <a:avLst/>
          </a:prstGeom>
          <a:solidFill>
            <a:srgbClr val="2378BD"/>
          </a:solidFill>
          <a:ln w="12700">
            <a:solidFill>
              <a:srgbClr val="2378BD"/>
            </a:solidFill>
            <a:prstDash val="solid"/>
          </a:ln>
        </p:spPr>
      </p:sp>
      <p:sp>
        <p:nvSpPr>
          <p:cNvPr id="273" name="Shape 270"/>
          <p:cNvSpPr/>
          <p:nvPr/>
        </p:nvSpPr>
        <p:spPr>
          <a:xfrm>
            <a:off x="7903845" y="2045970"/>
            <a:ext cx="74295" cy="74295"/>
          </a:xfrm>
          <a:prstGeom prst="rect">
            <a:avLst/>
          </a:prstGeom>
          <a:solidFill>
            <a:srgbClr val="2378BD"/>
          </a:solidFill>
          <a:ln w="12700">
            <a:solidFill>
              <a:srgbClr val="2378BD"/>
            </a:solidFill>
            <a:prstDash val="solid"/>
          </a:ln>
        </p:spPr>
      </p:sp>
      <p:sp>
        <p:nvSpPr>
          <p:cNvPr id="274" name="Shape 271"/>
          <p:cNvSpPr/>
          <p:nvPr/>
        </p:nvSpPr>
        <p:spPr>
          <a:xfrm>
            <a:off x="7978140" y="2045970"/>
            <a:ext cx="74295" cy="74295"/>
          </a:xfrm>
          <a:prstGeom prst="rect">
            <a:avLst/>
          </a:prstGeom>
          <a:solidFill>
            <a:srgbClr val="2378BD"/>
          </a:solidFill>
          <a:ln w="12700">
            <a:solidFill>
              <a:srgbClr val="2378BD"/>
            </a:solidFill>
            <a:prstDash val="solid"/>
          </a:ln>
        </p:spPr>
      </p:sp>
      <p:sp>
        <p:nvSpPr>
          <p:cNvPr id="275" name="Shape 272"/>
          <p:cNvSpPr/>
          <p:nvPr/>
        </p:nvSpPr>
        <p:spPr>
          <a:xfrm>
            <a:off x="8052435" y="2045970"/>
            <a:ext cx="74295" cy="74295"/>
          </a:xfrm>
          <a:prstGeom prst="rect">
            <a:avLst/>
          </a:prstGeom>
          <a:solidFill>
            <a:srgbClr val="2378BD"/>
          </a:solidFill>
          <a:ln w="12700">
            <a:solidFill>
              <a:srgbClr val="2378BD"/>
            </a:solidFill>
            <a:prstDash val="solid"/>
          </a:ln>
        </p:spPr>
      </p:sp>
      <p:sp>
        <p:nvSpPr>
          <p:cNvPr id="276" name="Shape 273"/>
          <p:cNvSpPr/>
          <p:nvPr/>
        </p:nvSpPr>
        <p:spPr>
          <a:xfrm>
            <a:off x="8126730" y="2045970"/>
            <a:ext cx="74295" cy="74295"/>
          </a:xfrm>
          <a:prstGeom prst="rect">
            <a:avLst/>
          </a:prstGeom>
          <a:solidFill>
            <a:srgbClr val="2378BD"/>
          </a:solidFill>
          <a:ln w="12700">
            <a:solidFill>
              <a:srgbClr val="2378BD"/>
            </a:solidFill>
            <a:prstDash val="solid"/>
          </a:ln>
        </p:spPr>
      </p:sp>
      <p:sp>
        <p:nvSpPr>
          <p:cNvPr id="277" name="Shape 274"/>
          <p:cNvSpPr/>
          <p:nvPr/>
        </p:nvSpPr>
        <p:spPr>
          <a:xfrm>
            <a:off x="8201025" y="2045970"/>
            <a:ext cx="74295" cy="74295"/>
          </a:xfrm>
          <a:prstGeom prst="rect">
            <a:avLst/>
          </a:prstGeom>
          <a:solidFill>
            <a:srgbClr val="2378BD"/>
          </a:solidFill>
          <a:ln w="12700">
            <a:solidFill>
              <a:srgbClr val="2378BD"/>
            </a:solidFill>
            <a:prstDash val="solid"/>
          </a:ln>
        </p:spPr>
      </p:sp>
      <p:sp>
        <p:nvSpPr>
          <p:cNvPr id="278" name="Shape 275"/>
          <p:cNvSpPr/>
          <p:nvPr/>
        </p:nvSpPr>
        <p:spPr>
          <a:xfrm>
            <a:off x="8275320" y="2045970"/>
            <a:ext cx="74295" cy="74295"/>
          </a:xfrm>
          <a:prstGeom prst="rect">
            <a:avLst/>
          </a:prstGeom>
          <a:solidFill>
            <a:srgbClr val="2378BD"/>
          </a:solidFill>
          <a:ln w="12700">
            <a:solidFill>
              <a:srgbClr val="2378BD"/>
            </a:solidFill>
            <a:prstDash val="solid"/>
          </a:ln>
        </p:spPr>
      </p:sp>
      <p:sp>
        <p:nvSpPr>
          <p:cNvPr id="279" name="Shape 276"/>
          <p:cNvSpPr/>
          <p:nvPr/>
        </p:nvSpPr>
        <p:spPr>
          <a:xfrm>
            <a:off x="8349615" y="2045970"/>
            <a:ext cx="74295" cy="74295"/>
          </a:xfrm>
          <a:prstGeom prst="rect">
            <a:avLst/>
          </a:prstGeom>
          <a:solidFill>
            <a:srgbClr val="2378BD"/>
          </a:solidFill>
          <a:ln w="12700">
            <a:solidFill>
              <a:srgbClr val="2378BD"/>
            </a:solidFill>
            <a:prstDash val="solid"/>
          </a:ln>
        </p:spPr>
      </p:sp>
      <p:sp>
        <p:nvSpPr>
          <p:cNvPr id="280" name="Shape 277"/>
          <p:cNvSpPr/>
          <p:nvPr/>
        </p:nvSpPr>
        <p:spPr>
          <a:xfrm>
            <a:off x="8423910" y="2045970"/>
            <a:ext cx="74295" cy="74295"/>
          </a:xfrm>
          <a:prstGeom prst="rect">
            <a:avLst/>
          </a:prstGeom>
          <a:solidFill>
            <a:srgbClr val="2378BD"/>
          </a:solidFill>
          <a:ln w="12700">
            <a:solidFill>
              <a:srgbClr val="2378BD"/>
            </a:solidFill>
            <a:prstDash val="solid"/>
          </a:ln>
        </p:spPr>
      </p:sp>
      <p:sp>
        <p:nvSpPr>
          <p:cNvPr id="281" name="Shape 278"/>
          <p:cNvSpPr/>
          <p:nvPr/>
        </p:nvSpPr>
        <p:spPr>
          <a:xfrm>
            <a:off x="8498205" y="2045970"/>
            <a:ext cx="74295" cy="74295"/>
          </a:xfrm>
          <a:prstGeom prst="rect">
            <a:avLst/>
          </a:prstGeom>
          <a:solidFill>
            <a:srgbClr val="2378BD"/>
          </a:solidFill>
          <a:ln w="12700">
            <a:solidFill>
              <a:srgbClr val="2378BD"/>
            </a:solidFill>
            <a:prstDash val="solid"/>
          </a:ln>
        </p:spPr>
      </p:sp>
      <p:sp>
        <p:nvSpPr>
          <p:cNvPr id="282" name="Shape 279"/>
          <p:cNvSpPr/>
          <p:nvPr/>
        </p:nvSpPr>
        <p:spPr>
          <a:xfrm>
            <a:off x="8572500" y="2045970"/>
            <a:ext cx="74295" cy="74295"/>
          </a:xfrm>
          <a:prstGeom prst="rect">
            <a:avLst/>
          </a:prstGeom>
          <a:solidFill>
            <a:srgbClr val="2378BD"/>
          </a:solidFill>
          <a:ln w="12700">
            <a:solidFill>
              <a:srgbClr val="2378BD"/>
            </a:solidFill>
            <a:prstDash val="solid"/>
          </a:ln>
        </p:spPr>
      </p:sp>
      <p:sp>
        <p:nvSpPr>
          <p:cNvPr id="283" name="Shape 280"/>
          <p:cNvSpPr/>
          <p:nvPr/>
        </p:nvSpPr>
        <p:spPr>
          <a:xfrm>
            <a:off x="7978140" y="2120265"/>
            <a:ext cx="74295" cy="74295"/>
          </a:xfrm>
          <a:prstGeom prst="rect">
            <a:avLst/>
          </a:prstGeom>
          <a:solidFill>
            <a:srgbClr val="2378BD"/>
          </a:solidFill>
          <a:ln w="12700">
            <a:solidFill>
              <a:srgbClr val="2378BD"/>
            </a:solidFill>
            <a:prstDash val="solid"/>
          </a:ln>
        </p:spPr>
      </p:sp>
      <p:sp>
        <p:nvSpPr>
          <p:cNvPr id="284" name="Shape 281"/>
          <p:cNvSpPr/>
          <p:nvPr/>
        </p:nvSpPr>
        <p:spPr>
          <a:xfrm>
            <a:off x="8052435" y="2120265"/>
            <a:ext cx="74295" cy="74295"/>
          </a:xfrm>
          <a:prstGeom prst="rect">
            <a:avLst/>
          </a:prstGeom>
          <a:solidFill>
            <a:srgbClr val="2378BD"/>
          </a:solidFill>
          <a:ln w="12700">
            <a:solidFill>
              <a:srgbClr val="2378BD"/>
            </a:solidFill>
            <a:prstDash val="solid"/>
          </a:ln>
        </p:spPr>
      </p:sp>
      <p:sp>
        <p:nvSpPr>
          <p:cNvPr id="285" name="Shape 282"/>
          <p:cNvSpPr/>
          <p:nvPr/>
        </p:nvSpPr>
        <p:spPr>
          <a:xfrm>
            <a:off x="8126730" y="2120265"/>
            <a:ext cx="74295" cy="74295"/>
          </a:xfrm>
          <a:prstGeom prst="rect">
            <a:avLst/>
          </a:prstGeom>
          <a:solidFill>
            <a:srgbClr val="2378BD"/>
          </a:solidFill>
          <a:ln w="12700">
            <a:solidFill>
              <a:srgbClr val="2378BD"/>
            </a:solidFill>
            <a:prstDash val="solid"/>
          </a:ln>
        </p:spPr>
      </p:sp>
      <p:sp>
        <p:nvSpPr>
          <p:cNvPr id="286" name="Shape 283"/>
          <p:cNvSpPr/>
          <p:nvPr/>
        </p:nvSpPr>
        <p:spPr>
          <a:xfrm>
            <a:off x="8201025" y="2120265"/>
            <a:ext cx="74295" cy="74295"/>
          </a:xfrm>
          <a:prstGeom prst="rect">
            <a:avLst/>
          </a:prstGeom>
          <a:solidFill>
            <a:srgbClr val="2378BD"/>
          </a:solidFill>
          <a:ln w="12700">
            <a:solidFill>
              <a:srgbClr val="2378BD"/>
            </a:solidFill>
            <a:prstDash val="solid"/>
          </a:ln>
        </p:spPr>
      </p:sp>
      <p:sp>
        <p:nvSpPr>
          <p:cNvPr id="287" name="Shape 284"/>
          <p:cNvSpPr/>
          <p:nvPr/>
        </p:nvSpPr>
        <p:spPr>
          <a:xfrm>
            <a:off x="8275320" y="2120265"/>
            <a:ext cx="74295" cy="74295"/>
          </a:xfrm>
          <a:prstGeom prst="rect">
            <a:avLst/>
          </a:prstGeom>
          <a:solidFill>
            <a:srgbClr val="2378BD"/>
          </a:solidFill>
          <a:ln w="12700">
            <a:solidFill>
              <a:srgbClr val="2378BD"/>
            </a:solidFill>
            <a:prstDash val="solid"/>
          </a:ln>
        </p:spPr>
      </p:sp>
      <p:sp>
        <p:nvSpPr>
          <p:cNvPr id="288" name="Shape 285"/>
          <p:cNvSpPr/>
          <p:nvPr/>
        </p:nvSpPr>
        <p:spPr>
          <a:xfrm>
            <a:off x="8349615" y="2120265"/>
            <a:ext cx="74295" cy="74295"/>
          </a:xfrm>
          <a:prstGeom prst="rect">
            <a:avLst/>
          </a:prstGeom>
          <a:solidFill>
            <a:srgbClr val="2378BD"/>
          </a:solidFill>
          <a:ln w="12700">
            <a:solidFill>
              <a:srgbClr val="2378BD"/>
            </a:solidFill>
            <a:prstDash val="solid"/>
          </a:ln>
        </p:spPr>
      </p:sp>
      <p:sp>
        <p:nvSpPr>
          <p:cNvPr id="289" name="Shape 286"/>
          <p:cNvSpPr/>
          <p:nvPr/>
        </p:nvSpPr>
        <p:spPr>
          <a:xfrm>
            <a:off x="8423910" y="2120265"/>
            <a:ext cx="74295" cy="74295"/>
          </a:xfrm>
          <a:prstGeom prst="rect">
            <a:avLst/>
          </a:prstGeom>
          <a:solidFill>
            <a:srgbClr val="2378BD"/>
          </a:solidFill>
          <a:ln w="12700">
            <a:solidFill>
              <a:srgbClr val="2378BD"/>
            </a:solidFill>
            <a:prstDash val="solid"/>
          </a:ln>
        </p:spPr>
      </p:sp>
      <p:sp>
        <p:nvSpPr>
          <p:cNvPr id="290" name="Shape 287"/>
          <p:cNvSpPr/>
          <p:nvPr/>
        </p:nvSpPr>
        <p:spPr>
          <a:xfrm>
            <a:off x="8498205" y="2120265"/>
            <a:ext cx="74295" cy="74295"/>
          </a:xfrm>
          <a:prstGeom prst="rect">
            <a:avLst/>
          </a:prstGeom>
          <a:solidFill>
            <a:srgbClr val="2378BD"/>
          </a:solidFill>
          <a:ln w="12700">
            <a:solidFill>
              <a:srgbClr val="2378BD"/>
            </a:solidFill>
            <a:prstDash val="solid"/>
          </a:ln>
        </p:spPr>
      </p:sp>
      <p:sp>
        <p:nvSpPr>
          <p:cNvPr id="291" name="Shape 288"/>
          <p:cNvSpPr/>
          <p:nvPr/>
        </p:nvSpPr>
        <p:spPr>
          <a:xfrm>
            <a:off x="6345936" y="2322576"/>
            <a:ext cx="1298448" cy="1298448"/>
          </a:xfrm>
          <a:prstGeom prst="roundRect">
            <a:avLst>
              <a:gd name="adj" fmla="val 7042"/>
            </a:avLst>
          </a:prstGeom>
          <a:solidFill>
            <a:srgbClr val="FFFFFF"/>
          </a:solidFill>
          <a:ln w="19050">
            <a:solidFill>
              <a:srgbClr val="F0E4D0"/>
            </a:solidFill>
            <a:prstDash val="solid"/>
          </a:ln>
        </p:spPr>
      </p:sp>
      <p:sp>
        <p:nvSpPr>
          <p:cNvPr id="292" name="Shape 289"/>
          <p:cNvSpPr/>
          <p:nvPr/>
        </p:nvSpPr>
        <p:spPr>
          <a:xfrm>
            <a:off x="6549390" y="2377440"/>
            <a:ext cx="74295" cy="74295"/>
          </a:xfrm>
          <a:prstGeom prst="rect">
            <a:avLst/>
          </a:prstGeom>
          <a:solidFill>
            <a:srgbClr val="6F6785"/>
          </a:solidFill>
          <a:ln w="12700">
            <a:solidFill>
              <a:srgbClr val="6F6785"/>
            </a:solidFill>
            <a:prstDash val="solid"/>
          </a:ln>
        </p:spPr>
      </p:sp>
      <p:sp>
        <p:nvSpPr>
          <p:cNvPr id="293" name="Shape 290"/>
          <p:cNvSpPr/>
          <p:nvPr/>
        </p:nvSpPr>
        <p:spPr>
          <a:xfrm>
            <a:off x="6623685" y="2526030"/>
            <a:ext cx="74295" cy="74295"/>
          </a:xfrm>
          <a:prstGeom prst="rect">
            <a:avLst/>
          </a:prstGeom>
          <a:solidFill>
            <a:srgbClr val="6F6785"/>
          </a:solidFill>
          <a:ln w="12700">
            <a:solidFill>
              <a:srgbClr val="6F6785"/>
            </a:solidFill>
            <a:prstDash val="solid"/>
          </a:ln>
        </p:spPr>
      </p:sp>
      <p:sp>
        <p:nvSpPr>
          <p:cNvPr id="294" name="Shape 291"/>
          <p:cNvSpPr/>
          <p:nvPr/>
        </p:nvSpPr>
        <p:spPr>
          <a:xfrm>
            <a:off x="6772275" y="2600325"/>
            <a:ext cx="74295" cy="74295"/>
          </a:xfrm>
          <a:prstGeom prst="rect">
            <a:avLst/>
          </a:prstGeom>
          <a:solidFill>
            <a:srgbClr val="2378BD"/>
          </a:solidFill>
          <a:ln w="12700">
            <a:solidFill>
              <a:srgbClr val="2378BD"/>
            </a:solidFill>
            <a:prstDash val="solid"/>
          </a:ln>
        </p:spPr>
      </p:sp>
      <p:sp>
        <p:nvSpPr>
          <p:cNvPr id="295" name="Shape 292"/>
          <p:cNvSpPr/>
          <p:nvPr/>
        </p:nvSpPr>
        <p:spPr>
          <a:xfrm>
            <a:off x="6846570" y="2600325"/>
            <a:ext cx="74295" cy="74295"/>
          </a:xfrm>
          <a:prstGeom prst="rect">
            <a:avLst/>
          </a:prstGeom>
          <a:solidFill>
            <a:srgbClr val="2378BD"/>
          </a:solidFill>
          <a:ln w="12700">
            <a:solidFill>
              <a:srgbClr val="2378BD"/>
            </a:solidFill>
            <a:prstDash val="solid"/>
          </a:ln>
        </p:spPr>
      </p:sp>
      <p:sp>
        <p:nvSpPr>
          <p:cNvPr id="296" name="Shape 293"/>
          <p:cNvSpPr/>
          <p:nvPr/>
        </p:nvSpPr>
        <p:spPr>
          <a:xfrm>
            <a:off x="6920865" y="2600325"/>
            <a:ext cx="74295" cy="74295"/>
          </a:xfrm>
          <a:prstGeom prst="rect">
            <a:avLst/>
          </a:prstGeom>
          <a:solidFill>
            <a:srgbClr val="2378BD"/>
          </a:solidFill>
          <a:ln w="12700">
            <a:solidFill>
              <a:srgbClr val="2378BD"/>
            </a:solidFill>
            <a:prstDash val="solid"/>
          </a:ln>
        </p:spPr>
      </p:sp>
      <p:sp>
        <p:nvSpPr>
          <p:cNvPr id="297" name="Shape 294"/>
          <p:cNvSpPr/>
          <p:nvPr/>
        </p:nvSpPr>
        <p:spPr>
          <a:xfrm>
            <a:off x="6995160" y="2600325"/>
            <a:ext cx="74295" cy="74295"/>
          </a:xfrm>
          <a:prstGeom prst="rect">
            <a:avLst/>
          </a:prstGeom>
          <a:solidFill>
            <a:srgbClr val="2378BD"/>
          </a:solidFill>
          <a:ln w="12700">
            <a:solidFill>
              <a:srgbClr val="2378BD"/>
            </a:solidFill>
            <a:prstDash val="solid"/>
          </a:ln>
        </p:spPr>
      </p:sp>
      <p:sp>
        <p:nvSpPr>
          <p:cNvPr id="298" name="Shape 295"/>
          <p:cNvSpPr/>
          <p:nvPr/>
        </p:nvSpPr>
        <p:spPr>
          <a:xfrm>
            <a:off x="7069455" y="2600325"/>
            <a:ext cx="74295" cy="74295"/>
          </a:xfrm>
          <a:prstGeom prst="rect">
            <a:avLst/>
          </a:prstGeom>
          <a:solidFill>
            <a:srgbClr val="2378BD"/>
          </a:solidFill>
          <a:ln w="12700">
            <a:solidFill>
              <a:srgbClr val="2378BD"/>
            </a:solidFill>
            <a:prstDash val="solid"/>
          </a:ln>
        </p:spPr>
      </p:sp>
      <p:sp>
        <p:nvSpPr>
          <p:cNvPr id="299" name="Shape 296"/>
          <p:cNvSpPr/>
          <p:nvPr/>
        </p:nvSpPr>
        <p:spPr>
          <a:xfrm>
            <a:off x="7143750" y="2600325"/>
            <a:ext cx="74295" cy="74295"/>
          </a:xfrm>
          <a:prstGeom prst="rect">
            <a:avLst/>
          </a:prstGeom>
          <a:solidFill>
            <a:srgbClr val="2378BD"/>
          </a:solidFill>
          <a:ln w="12700">
            <a:solidFill>
              <a:srgbClr val="2378BD"/>
            </a:solidFill>
            <a:prstDash val="solid"/>
          </a:ln>
        </p:spPr>
      </p:sp>
      <p:sp>
        <p:nvSpPr>
          <p:cNvPr id="300" name="Shape 297"/>
          <p:cNvSpPr/>
          <p:nvPr/>
        </p:nvSpPr>
        <p:spPr>
          <a:xfrm>
            <a:off x="6697980" y="2674620"/>
            <a:ext cx="74295" cy="74295"/>
          </a:xfrm>
          <a:prstGeom prst="rect">
            <a:avLst/>
          </a:prstGeom>
          <a:solidFill>
            <a:srgbClr val="2378BD"/>
          </a:solidFill>
          <a:ln w="12700">
            <a:solidFill>
              <a:srgbClr val="2378BD"/>
            </a:solidFill>
            <a:prstDash val="solid"/>
          </a:ln>
        </p:spPr>
      </p:sp>
      <p:sp>
        <p:nvSpPr>
          <p:cNvPr id="301" name="Shape 298"/>
          <p:cNvSpPr/>
          <p:nvPr/>
        </p:nvSpPr>
        <p:spPr>
          <a:xfrm>
            <a:off x="6772275" y="2674620"/>
            <a:ext cx="74295" cy="74295"/>
          </a:xfrm>
          <a:prstGeom prst="rect">
            <a:avLst/>
          </a:prstGeom>
          <a:solidFill>
            <a:srgbClr val="2378BD"/>
          </a:solidFill>
          <a:ln w="12700">
            <a:solidFill>
              <a:srgbClr val="2378BD"/>
            </a:solidFill>
            <a:prstDash val="solid"/>
          </a:ln>
        </p:spPr>
      </p:sp>
      <p:sp>
        <p:nvSpPr>
          <p:cNvPr id="302" name="Shape 299"/>
          <p:cNvSpPr/>
          <p:nvPr/>
        </p:nvSpPr>
        <p:spPr>
          <a:xfrm>
            <a:off x="6846570" y="2674620"/>
            <a:ext cx="74295" cy="74295"/>
          </a:xfrm>
          <a:prstGeom prst="rect">
            <a:avLst/>
          </a:prstGeom>
          <a:solidFill>
            <a:srgbClr val="2378BD"/>
          </a:solidFill>
          <a:ln w="12700">
            <a:solidFill>
              <a:srgbClr val="2378BD"/>
            </a:solidFill>
            <a:prstDash val="solid"/>
          </a:ln>
        </p:spPr>
      </p:sp>
      <p:sp>
        <p:nvSpPr>
          <p:cNvPr id="303" name="Shape 300"/>
          <p:cNvSpPr/>
          <p:nvPr/>
        </p:nvSpPr>
        <p:spPr>
          <a:xfrm>
            <a:off x="6920865" y="2674620"/>
            <a:ext cx="74295" cy="74295"/>
          </a:xfrm>
          <a:prstGeom prst="rect">
            <a:avLst/>
          </a:prstGeom>
          <a:solidFill>
            <a:srgbClr val="2378BD"/>
          </a:solidFill>
          <a:ln w="12700">
            <a:solidFill>
              <a:srgbClr val="2378BD"/>
            </a:solidFill>
            <a:prstDash val="solid"/>
          </a:ln>
        </p:spPr>
      </p:sp>
      <p:sp>
        <p:nvSpPr>
          <p:cNvPr id="304" name="Shape 301"/>
          <p:cNvSpPr/>
          <p:nvPr/>
        </p:nvSpPr>
        <p:spPr>
          <a:xfrm>
            <a:off x="6995160" y="2674620"/>
            <a:ext cx="74295" cy="74295"/>
          </a:xfrm>
          <a:prstGeom prst="rect">
            <a:avLst/>
          </a:prstGeom>
          <a:solidFill>
            <a:srgbClr val="2378BD"/>
          </a:solidFill>
          <a:ln w="12700">
            <a:solidFill>
              <a:srgbClr val="2378BD"/>
            </a:solidFill>
            <a:prstDash val="solid"/>
          </a:ln>
        </p:spPr>
      </p:sp>
      <p:sp>
        <p:nvSpPr>
          <p:cNvPr id="305" name="Shape 302"/>
          <p:cNvSpPr/>
          <p:nvPr/>
        </p:nvSpPr>
        <p:spPr>
          <a:xfrm>
            <a:off x="7069455" y="2674620"/>
            <a:ext cx="74295" cy="74295"/>
          </a:xfrm>
          <a:prstGeom prst="rect">
            <a:avLst/>
          </a:prstGeom>
          <a:solidFill>
            <a:srgbClr val="2378BD"/>
          </a:solidFill>
          <a:ln w="12700">
            <a:solidFill>
              <a:srgbClr val="2378BD"/>
            </a:solidFill>
            <a:prstDash val="solid"/>
          </a:ln>
        </p:spPr>
      </p:sp>
      <p:sp>
        <p:nvSpPr>
          <p:cNvPr id="306" name="Shape 303"/>
          <p:cNvSpPr/>
          <p:nvPr/>
        </p:nvSpPr>
        <p:spPr>
          <a:xfrm>
            <a:off x="7143750" y="2674620"/>
            <a:ext cx="74295" cy="74295"/>
          </a:xfrm>
          <a:prstGeom prst="rect">
            <a:avLst/>
          </a:prstGeom>
          <a:solidFill>
            <a:srgbClr val="2378BD"/>
          </a:solidFill>
          <a:ln w="12700">
            <a:solidFill>
              <a:srgbClr val="2378BD"/>
            </a:solidFill>
            <a:prstDash val="solid"/>
          </a:ln>
        </p:spPr>
      </p:sp>
      <p:sp>
        <p:nvSpPr>
          <p:cNvPr id="307" name="Shape 304"/>
          <p:cNvSpPr/>
          <p:nvPr/>
        </p:nvSpPr>
        <p:spPr>
          <a:xfrm>
            <a:off x="7218045" y="2674620"/>
            <a:ext cx="74295" cy="74295"/>
          </a:xfrm>
          <a:prstGeom prst="rect">
            <a:avLst/>
          </a:prstGeom>
          <a:solidFill>
            <a:srgbClr val="2378BD"/>
          </a:solidFill>
          <a:ln w="12700">
            <a:solidFill>
              <a:srgbClr val="2378BD"/>
            </a:solidFill>
            <a:prstDash val="solid"/>
          </a:ln>
        </p:spPr>
      </p:sp>
      <p:sp>
        <p:nvSpPr>
          <p:cNvPr id="308" name="Shape 305"/>
          <p:cNvSpPr/>
          <p:nvPr/>
        </p:nvSpPr>
        <p:spPr>
          <a:xfrm>
            <a:off x="6697980" y="2748915"/>
            <a:ext cx="74295" cy="74295"/>
          </a:xfrm>
          <a:prstGeom prst="rect">
            <a:avLst/>
          </a:prstGeom>
          <a:solidFill>
            <a:srgbClr val="2378BD"/>
          </a:solidFill>
          <a:ln w="12700">
            <a:solidFill>
              <a:srgbClr val="2378BD"/>
            </a:solidFill>
            <a:prstDash val="solid"/>
          </a:ln>
        </p:spPr>
      </p:sp>
      <p:sp>
        <p:nvSpPr>
          <p:cNvPr id="309" name="Shape 306"/>
          <p:cNvSpPr/>
          <p:nvPr/>
        </p:nvSpPr>
        <p:spPr>
          <a:xfrm>
            <a:off x="6772275" y="2748915"/>
            <a:ext cx="74295" cy="74295"/>
          </a:xfrm>
          <a:prstGeom prst="rect">
            <a:avLst/>
          </a:prstGeom>
          <a:solidFill>
            <a:srgbClr val="2378BD"/>
          </a:solidFill>
          <a:ln w="12700">
            <a:solidFill>
              <a:srgbClr val="2378BD"/>
            </a:solidFill>
            <a:prstDash val="solid"/>
          </a:ln>
        </p:spPr>
      </p:sp>
      <p:sp>
        <p:nvSpPr>
          <p:cNvPr id="310" name="Shape 307"/>
          <p:cNvSpPr/>
          <p:nvPr/>
        </p:nvSpPr>
        <p:spPr>
          <a:xfrm>
            <a:off x="6846570" y="2748915"/>
            <a:ext cx="74295" cy="74295"/>
          </a:xfrm>
          <a:prstGeom prst="rect">
            <a:avLst/>
          </a:prstGeom>
          <a:solidFill>
            <a:srgbClr val="2378BD"/>
          </a:solidFill>
          <a:ln w="12700">
            <a:solidFill>
              <a:srgbClr val="2378BD"/>
            </a:solidFill>
            <a:prstDash val="solid"/>
          </a:ln>
        </p:spPr>
      </p:sp>
      <p:sp>
        <p:nvSpPr>
          <p:cNvPr id="311" name="Shape 308"/>
          <p:cNvSpPr/>
          <p:nvPr/>
        </p:nvSpPr>
        <p:spPr>
          <a:xfrm>
            <a:off x="6920865" y="2748915"/>
            <a:ext cx="74295" cy="74295"/>
          </a:xfrm>
          <a:prstGeom prst="rect">
            <a:avLst/>
          </a:prstGeom>
          <a:solidFill>
            <a:srgbClr val="2378BD"/>
          </a:solidFill>
          <a:ln w="12700">
            <a:solidFill>
              <a:srgbClr val="2378BD"/>
            </a:solidFill>
            <a:prstDash val="solid"/>
          </a:ln>
        </p:spPr>
      </p:sp>
      <p:sp>
        <p:nvSpPr>
          <p:cNvPr id="312" name="Shape 309"/>
          <p:cNvSpPr/>
          <p:nvPr/>
        </p:nvSpPr>
        <p:spPr>
          <a:xfrm>
            <a:off x="6995160" y="2748915"/>
            <a:ext cx="74295" cy="74295"/>
          </a:xfrm>
          <a:prstGeom prst="rect">
            <a:avLst/>
          </a:prstGeom>
          <a:solidFill>
            <a:srgbClr val="2378BD"/>
          </a:solidFill>
          <a:ln w="12700">
            <a:solidFill>
              <a:srgbClr val="2378BD"/>
            </a:solidFill>
            <a:prstDash val="solid"/>
          </a:ln>
        </p:spPr>
      </p:sp>
      <p:sp>
        <p:nvSpPr>
          <p:cNvPr id="313" name="Shape 310"/>
          <p:cNvSpPr/>
          <p:nvPr/>
        </p:nvSpPr>
        <p:spPr>
          <a:xfrm>
            <a:off x="7069455" y="2748915"/>
            <a:ext cx="74295" cy="74295"/>
          </a:xfrm>
          <a:prstGeom prst="rect">
            <a:avLst/>
          </a:prstGeom>
          <a:solidFill>
            <a:srgbClr val="2378BD"/>
          </a:solidFill>
          <a:ln w="12700">
            <a:solidFill>
              <a:srgbClr val="2378BD"/>
            </a:solidFill>
            <a:prstDash val="solid"/>
          </a:ln>
        </p:spPr>
      </p:sp>
      <p:sp>
        <p:nvSpPr>
          <p:cNvPr id="314" name="Shape 311"/>
          <p:cNvSpPr/>
          <p:nvPr/>
        </p:nvSpPr>
        <p:spPr>
          <a:xfrm>
            <a:off x="7143750" y="2748915"/>
            <a:ext cx="74295" cy="74295"/>
          </a:xfrm>
          <a:prstGeom prst="rect">
            <a:avLst/>
          </a:prstGeom>
          <a:solidFill>
            <a:srgbClr val="2378BD"/>
          </a:solidFill>
          <a:ln w="12700">
            <a:solidFill>
              <a:srgbClr val="2378BD"/>
            </a:solidFill>
            <a:prstDash val="solid"/>
          </a:ln>
        </p:spPr>
      </p:sp>
      <p:sp>
        <p:nvSpPr>
          <p:cNvPr id="315" name="Shape 312"/>
          <p:cNvSpPr/>
          <p:nvPr/>
        </p:nvSpPr>
        <p:spPr>
          <a:xfrm>
            <a:off x="7218045" y="2748915"/>
            <a:ext cx="74295" cy="74295"/>
          </a:xfrm>
          <a:prstGeom prst="rect">
            <a:avLst/>
          </a:prstGeom>
          <a:solidFill>
            <a:srgbClr val="2378BD"/>
          </a:solidFill>
          <a:ln w="12700">
            <a:solidFill>
              <a:srgbClr val="2378BD"/>
            </a:solidFill>
            <a:prstDash val="solid"/>
          </a:ln>
        </p:spPr>
      </p:sp>
      <p:sp>
        <p:nvSpPr>
          <p:cNvPr id="316" name="Shape 313"/>
          <p:cNvSpPr/>
          <p:nvPr/>
        </p:nvSpPr>
        <p:spPr>
          <a:xfrm>
            <a:off x="7292340" y="2748915"/>
            <a:ext cx="74295" cy="74295"/>
          </a:xfrm>
          <a:prstGeom prst="rect">
            <a:avLst/>
          </a:prstGeom>
          <a:solidFill>
            <a:srgbClr val="2378BD"/>
          </a:solidFill>
          <a:ln w="12700">
            <a:solidFill>
              <a:srgbClr val="2378BD"/>
            </a:solidFill>
            <a:prstDash val="solid"/>
          </a:ln>
        </p:spPr>
      </p:sp>
      <p:sp>
        <p:nvSpPr>
          <p:cNvPr id="317" name="Shape 314"/>
          <p:cNvSpPr/>
          <p:nvPr/>
        </p:nvSpPr>
        <p:spPr>
          <a:xfrm>
            <a:off x="6623685" y="2823210"/>
            <a:ext cx="74295" cy="74295"/>
          </a:xfrm>
          <a:prstGeom prst="rect">
            <a:avLst/>
          </a:prstGeom>
          <a:solidFill>
            <a:srgbClr val="2378BD"/>
          </a:solidFill>
          <a:ln w="12700">
            <a:solidFill>
              <a:srgbClr val="2378BD"/>
            </a:solidFill>
            <a:prstDash val="solid"/>
          </a:ln>
        </p:spPr>
      </p:sp>
      <p:sp>
        <p:nvSpPr>
          <p:cNvPr id="318" name="Shape 315"/>
          <p:cNvSpPr/>
          <p:nvPr/>
        </p:nvSpPr>
        <p:spPr>
          <a:xfrm>
            <a:off x="6697980" y="2823210"/>
            <a:ext cx="74295" cy="74295"/>
          </a:xfrm>
          <a:prstGeom prst="rect">
            <a:avLst/>
          </a:prstGeom>
          <a:solidFill>
            <a:srgbClr val="2378BD"/>
          </a:solidFill>
          <a:ln w="12700">
            <a:solidFill>
              <a:srgbClr val="2378BD"/>
            </a:solidFill>
            <a:prstDash val="solid"/>
          </a:ln>
        </p:spPr>
      </p:sp>
      <p:sp>
        <p:nvSpPr>
          <p:cNvPr id="319" name="Shape 316"/>
          <p:cNvSpPr/>
          <p:nvPr/>
        </p:nvSpPr>
        <p:spPr>
          <a:xfrm>
            <a:off x="6772275" y="2823210"/>
            <a:ext cx="74295" cy="74295"/>
          </a:xfrm>
          <a:prstGeom prst="rect">
            <a:avLst/>
          </a:prstGeom>
          <a:solidFill>
            <a:srgbClr val="2378BD"/>
          </a:solidFill>
          <a:ln w="12700">
            <a:solidFill>
              <a:srgbClr val="2378BD"/>
            </a:solidFill>
            <a:prstDash val="solid"/>
          </a:ln>
        </p:spPr>
      </p:sp>
      <p:sp>
        <p:nvSpPr>
          <p:cNvPr id="320" name="Shape 317"/>
          <p:cNvSpPr/>
          <p:nvPr/>
        </p:nvSpPr>
        <p:spPr>
          <a:xfrm>
            <a:off x="6846570" y="2823210"/>
            <a:ext cx="74295" cy="74295"/>
          </a:xfrm>
          <a:prstGeom prst="rect">
            <a:avLst/>
          </a:prstGeom>
          <a:solidFill>
            <a:srgbClr val="2378BD"/>
          </a:solidFill>
          <a:ln w="12700">
            <a:solidFill>
              <a:srgbClr val="2378BD"/>
            </a:solidFill>
            <a:prstDash val="solid"/>
          </a:ln>
        </p:spPr>
      </p:sp>
      <p:sp>
        <p:nvSpPr>
          <p:cNvPr id="321" name="Shape 318"/>
          <p:cNvSpPr/>
          <p:nvPr/>
        </p:nvSpPr>
        <p:spPr>
          <a:xfrm>
            <a:off x="6920865" y="2823210"/>
            <a:ext cx="74295" cy="74295"/>
          </a:xfrm>
          <a:prstGeom prst="rect">
            <a:avLst/>
          </a:prstGeom>
          <a:solidFill>
            <a:srgbClr val="2378BD"/>
          </a:solidFill>
          <a:ln w="12700">
            <a:solidFill>
              <a:srgbClr val="2378BD"/>
            </a:solidFill>
            <a:prstDash val="solid"/>
          </a:ln>
        </p:spPr>
      </p:sp>
      <p:sp>
        <p:nvSpPr>
          <p:cNvPr id="322" name="Shape 319"/>
          <p:cNvSpPr/>
          <p:nvPr/>
        </p:nvSpPr>
        <p:spPr>
          <a:xfrm>
            <a:off x="6995160" y="2823210"/>
            <a:ext cx="74295" cy="74295"/>
          </a:xfrm>
          <a:prstGeom prst="rect">
            <a:avLst/>
          </a:prstGeom>
          <a:solidFill>
            <a:srgbClr val="2378BD"/>
          </a:solidFill>
          <a:ln w="12700">
            <a:solidFill>
              <a:srgbClr val="2378BD"/>
            </a:solidFill>
            <a:prstDash val="solid"/>
          </a:ln>
        </p:spPr>
      </p:sp>
      <p:sp>
        <p:nvSpPr>
          <p:cNvPr id="323" name="Shape 320"/>
          <p:cNvSpPr/>
          <p:nvPr/>
        </p:nvSpPr>
        <p:spPr>
          <a:xfrm>
            <a:off x="7069455" y="2823210"/>
            <a:ext cx="74295" cy="74295"/>
          </a:xfrm>
          <a:prstGeom prst="rect">
            <a:avLst/>
          </a:prstGeom>
          <a:solidFill>
            <a:srgbClr val="2378BD"/>
          </a:solidFill>
          <a:ln w="12700">
            <a:solidFill>
              <a:srgbClr val="2378BD"/>
            </a:solidFill>
            <a:prstDash val="solid"/>
          </a:ln>
        </p:spPr>
      </p:sp>
      <p:sp>
        <p:nvSpPr>
          <p:cNvPr id="324" name="Shape 321"/>
          <p:cNvSpPr/>
          <p:nvPr/>
        </p:nvSpPr>
        <p:spPr>
          <a:xfrm>
            <a:off x="7143750" y="2823210"/>
            <a:ext cx="74295" cy="74295"/>
          </a:xfrm>
          <a:prstGeom prst="rect">
            <a:avLst/>
          </a:prstGeom>
          <a:solidFill>
            <a:srgbClr val="2378BD"/>
          </a:solidFill>
          <a:ln w="12700">
            <a:solidFill>
              <a:srgbClr val="2378BD"/>
            </a:solidFill>
            <a:prstDash val="solid"/>
          </a:ln>
        </p:spPr>
      </p:sp>
      <p:sp>
        <p:nvSpPr>
          <p:cNvPr id="325" name="Shape 322"/>
          <p:cNvSpPr/>
          <p:nvPr/>
        </p:nvSpPr>
        <p:spPr>
          <a:xfrm>
            <a:off x="7218045" y="2823210"/>
            <a:ext cx="74295" cy="74295"/>
          </a:xfrm>
          <a:prstGeom prst="rect">
            <a:avLst/>
          </a:prstGeom>
          <a:solidFill>
            <a:srgbClr val="2378BD"/>
          </a:solidFill>
          <a:ln w="12700">
            <a:solidFill>
              <a:srgbClr val="2378BD"/>
            </a:solidFill>
            <a:prstDash val="solid"/>
          </a:ln>
        </p:spPr>
      </p:sp>
      <p:sp>
        <p:nvSpPr>
          <p:cNvPr id="326" name="Shape 323"/>
          <p:cNvSpPr/>
          <p:nvPr/>
        </p:nvSpPr>
        <p:spPr>
          <a:xfrm>
            <a:off x="7292340" y="2823210"/>
            <a:ext cx="74295" cy="74295"/>
          </a:xfrm>
          <a:prstGeom prst="rect">
            <a:avLst/>
          </a:prstGeom>
          <a:solidFill>
            <a:srgbClr val="2378BD"/>
          </a:solidFill>
          <a:ln w="12700">
            <a:solidFill>
              <a:srgbClr val="2378BD"/>
            </a:solidFill>
            <a:prstDash val="solid"/>
          </a:ln>
        </p:spPr>
      </p:sp>
      <p:sp>
        <p:nvSpPr>
          <p:cNvPr id="327" name="Shape 324"/>
          <p:cNvSpPr/>
          <p:nvPr/>
        </p:nvSpPr>
        <p:spPr>
          <a:xfrm>
            <a:off x="6623685" y="2897505"/>
            <a:ext cx="74295" cy="74295"/>
          </a:xfrm>
          <a:prstGeom prst="rect">
            <a:avLst/>
          </a:prstGeom>
          <a:solidFill>
            <a:srgbClr val="2378BD"/>
          </a:solidFill>
          <a:ln w="12700">
            <a:solidFill>
              <a:srgbClr val="2378BD"/>
            </a:solidFill>
            <a:prstDash val="solid"/>
          </a:ln>
        </p:spPr>
      </p:sp>
      <p:sp>
        <p:nvSpPr>
          <p:cNvPr id="328" name="Shape 325"/>
          <p:cNvSpPr/>
          <p:nvPr/>
        </p:nvSpPr>
        <p:spPr>
          <a:xfrm>
            <a:off x="6697980" y="2897505"/>
            <a:ext cx="74295" cy="74295"/>
          </a:xfrm>
          <a:prstGeom prst="rect">
            <a:avLst/>
          </a:prstGeom>
          <a:solidFill>
            <a:srgbClr val="2378BD"/>
          </a:solidFill>
          <a:ln w="12700">
            <a:solidFill>
              <a:srgbClr val="2378BD"/>
            </a:solidFill>
            <a:prstDash val="solid"/>
          </a:ln>
        </p:spPr>
      </p:sp>
      <p:sp>
        <p:nvSpPr>
          <p:cNvPr id="329" name="Shape 326"/>
          <p:cNvSpPr/>
          <p:nvPr/>
        </p:nvSpPr>
        <p:spPr>
          <a:xfrm>
            <a:off x="6772275" y="2897505"/>
            <a:ext cx="74295" cy="74295"/>
          </a:xfrm>
          <a:prstGeom prst="rect">
            <a:avLst/>
          </a:prstGeom>
          <a:solidFill>
            <a:srgbClr val="2378BD"/>
          </a:solidFill>
          <a:ln w="12700">
            <a:solidFill>
              <a:srgbClr val="2378BD"/>
            </a:solidFill>
            <a:prstDash val="solid"/>
          </a:ln>
        </p:spPr>
      </p:sp>
      <p:sp>
        <p:nvSpPr>
          <p:cNvPr id="330" name="Shape 327"/>
          <p:cNvSpPr/>
          <p:nvPr/>
        </p:nvSpPr>
        <p:spPr>
          <a:xfrm>
            <a:off x="6920865" y="2897505"/>
            <a:ext cx="74295" cy="74295"/>
          </a:xfrm>
          <a:prstGeom prst="rect">
            <a:avLst/>
          </a:prstGeom>
          <a:solidFill>
            <a:srgbClr val="2378BD"/>
          </a:solidFill>
          <a:ln w="12700">
            <a:solidFill>
              <a:srgbClr val="2378BD"/>
            </a:solidFill>
            <a:prstDash val="solid"/>
          </a:ln>
        </p:spPr>
      </p:sp>
      <p:sp>
        <p:nvSpPr>
          <p:cNvPr id="331" name="Shape 328"/>
          <p:cNvSpPr/>
          <p:nvPr/>
        </p:nvSpPr>
        <p:spPr>
          <a:xfrm>
            <a:off x="6995160" y="2897505"/>
            <a:ext cx="74295" cy="74295"/>
          </a:xfrm>
          <a:prstGeom prst="rect">
            <a:avLst/>
          </a:prstGeom>
          <a:solidFill>
            <a:srgbClr val="2378BD"/>
          </a:solidFill>
          <a:ln w="12700">
            <a:solidFill>
              <a:srgbClr val="2378BD"/>
            </a:solidFill>
            <a:prstDash val="solid"/>
          </a:ln>
        </p:spPr>
      </p:sp>
      <p:sp>
        <p:nvSpPr>
          <p:cNvPr id="332" name="Shape 329"/>
          <p:cNvSpPr/>
          <p:nvPr/>
        </p:nvSpPr>
        <p:spPr>
          <a:xfrm>
            <a:off x="7069455" y="2897505"/>
            <a:ext cx="74295" cy="74295"/>
          </a:xfrm>
          <a:prstGeom prst="rect">
            <a:avLst/>
          </a:prstGeom>
          <a:solidFill>
            <a:srgbClr val="2378BD"/>
          </a:solidFill>
          <a:ln w="12700">
            <a:solidFill>
              <a:srgbClr val="2378BD"/>
            </a:solidFill>
            <a:prstDash val="solid"/>
          </a:ln>
        </p:spPr>
      </p:sp>
      <p:sp>
        <p:nvSpPr>
          <p:cNvPr id="333" name="Shape 330"/>
          <p:cNvSpPr/>
          <p:nvPr/>
        </p:nvSpPr>
        <p:spPr>
          <a:xfrm>
            <a:off x="7143750" y="2897505"/>
            <a:ext cx="74295" cy="74295"/>
          </a:xfrm>
          <a:prstGeom prst="rect">
            <a:avLst/>
          </a:prstGeom>
          <a:solidFill>
            <a:srgbClr val="2378BD"/>
          </a:solidFill>
          <a:ln w="12700">
            <a:solidFill>
              <a:srgbClr val="2378BD"/>
            </a:solidFill>
            <a:prstDash val="solid"/>
          </a:ln>
        </p:spPr>
      </p:sp>
      <p:sp>
        <p:nvSpPr>
          <p:cNvPr id="334" name="Shape 331"/>
          <p:cNvSpPr/>
          <p:nvPr/>
        </p:nvSpPr>
        <p:spPr>
          <a:xfrm>
            <a:off x="7218045" y="2897505"/>
            <a:ext cx="74295" cy="74295"/>
          </a:xfrm>
          <a:prstGeom prst="rect">
            <a:avLst/>
          </a:prstGeom>
          <a:solidFill>
            <a:srgbClr val="2378BD"/>
          </a:solidFill>
          <a:ln w="12700">
            <a:solidFill>
              <a:srgbClr val="2378BD"/>
            </a:solidFill>
            <a:prstDash val="solid"/>
          </a:ln>
        </p:spPr>
      </p:sp>
      <p:sp>
        <p:nvSpPr>
          <p:cNvPr id="335" name="Shape 332"/>
          <p:cNvSpPr/>
          <p:nvPr/>
        </p:nvSpPr>
        <p:spPr>
          <a:xfrm>
            <a:off x="7292340" y="2897505"/>
            <a:ext cx="74295" cy="74295"/>
          </a:xfrm>
          <a:prstGeom prst="rect">
            <a:avLst/>
          </a:prstGeom>
          <a:solidFill>
            <a:srgbClr val="2378BD"/>
          </a:solidFill>
          <a:ln w="12700">
            <a:solidFill>
              <a:srgbClr val="2378BD"/>
            </a:solidFill>
            <a:prstDash val="solid"/>
          </a:ln>
        </p:spPr>
      </p:sp>
      <p:sp>
        <p:nvSpPr>
          <p:cNvPr id="336" name="Shape 333"/>
          <p:cNvSpPr/>
          <p:nvPr/>
        </p:nvSpPr>
        <p:spPr>
          <a:xfrm>
            <a:off x="6549390" y="2971800"/>
            <a:ext cx="74295" cy="74295"/>
          </a:xfrm>
          <a:prstGeom prst="rect">
            <a:avLst/>
          </a:prstGeom>
          <a:solidFill>
            <a:srgbClr val="6F6785"/>
          </a:solidFill>
          <a:ln w="12700">
            <a:solidFill>
              <a:srgbClr val="6F6785"/>
            </a:solidFill>
            <a:prstDash val="solid"/>
          </a:ln>
        </p:spPr>
      </p:sp>
      <p:sp>
        <p:nvSpPr>
          <p:cNvPr id="337" name="Shape 334"/>
          <p:cNvSpPr/>
          <p:nvPr/>
        </p:nvSpPr>
        <p:spPr>
          <a:xfrm>
            <a:off x="6623685" y="2971800"/>
            <a:ext cx="74295" cy="74295"/>
          </a:xfrm>
          <a:prstGeom prst="rect">
            <a:avLst/>
          </a:prstGeom>
          <a:solidFill>
            <a:srgbClr val="2378BD"/>
          </a:solidFill>
          <a:ln w="12700">
            <a:solidFill>
              <a:srgbClr val="2378BD"/>
            </a:solidFill>
            <a:prstDash val="solid"/>
          </a:ln>
        </p:spPr>
      </p:sp>
      <p:sp>
        <p:nvSpPr>
          <p:cNvPr id="338" name="Shape 335"/>
          <p:cNvSpPr/>
          <p:nvPr/>
        </p:nvSpPr>
        <p:spPr>
          <a:xfrm>
            <a:off x="6697980" y="2971800"/>
            <a:ext cx="74295" cy="74295"/>
          </a:xfrm>
          <a:prstGeom prst="rect">
            <a:avLst/>
          </a:prstGeom>
          <a:solidFill>
            <a:srgbClr val="2378BD"/>
          </a:solidFill>
          <a:ln w="12700">
            <a:solidFill>
              <a:srgbClr val="2378BD"/>
            </a:solidFill>
            <a:prstDash val="solid"/>
          </a:ln>
        </p:spPr>
      </p:sp>
      <p:sp>
        <p:nvSpPr>
          <p:cNvPr id="339" name="Shape 336"/>
          <p:cNvSpPr/>
          <p:nvPr/>
        </p:nvSpPr>
        <p:spPr>
          <a:xfrm>
            <a:off x="6772275" y="2971800"/>
            <a:ext cx="74295" cy="74295"/>
          </a:xfrm>
          <a:prstGeom prst="rect">
            <a:avLst/>
          </a:prstGeom>
          <a:solidFill>
            <a:srgbClr val="2378BD"/>
          </a:solidFill>
          <a:ln w="12700">
            <a:solidFill>
              <a:srgbClr val="2378BD"/>
            </a:solidFill>
            <a:prstDash val="solid"/>
          </a:ln>
        </p:spPr>
      </p:sp>
      <p:sp>
        <p:nvSpPr>
          <p:cNvPr id="340" name="Shape 337"/>
          <p:cNvSpPr/>
          <p:nvPr/>
        </p:nvSpPr>
        <p:spPr>
          <a:xfrm>
            <a:off x="6846570" y="2971800"/>
            <a:ext cx="74295" cy="74295"/>
          </a:xfrm>
          <a:prstGeom prst="rect">
            <a:avLst/>
          </a:prstGeom>
          <a:solidFill>
            <a:srgbClr val="2378BD"/>
          </a:solidFill>
          <a:ln w="12700">
            <a:solidFill>
              <a:srgbClr val="2378BD"/>
            </a:solidFill>
            <a:prstDash val="solid"/>
          </a:ln>
        </p:spPr>
      </p:sp>
      <p:sp>
        <p:nvSpPr>
          <p:cNvPr id="341" name="Shape 338"/>
          <p:cNvSpPr/>
          <p:nvPr/>
        </p:nvSpPr>
        <p:spPr>
          <a:xfrm>
            <a:off x="6920865" y="2971800"/>
            <a:ext cx="74295" cy="74295"/>
          </a:xfrm>
          <a:prstGeom prst="rect">
            <a:avLst/>
          </a:prstGeom>
          <a:solidFill>
            <a:srgbClr val="2378BD"/>
          </a:solidFill>
          <a:ln w="12700">
            <a:solidFill>
              <a:srgbClr val="2378BD"/>
            </a:solidFill>
            <a:prstDash val="solid"/>
          </a:ln>
        </p:spPr>
      </p:sp>
      <p:sp>
        <p:nvSpPr>
          <p:cNvPr id="342" name="Shape 339"/>
          <p:cNvSpPr/>
          <p:nvPr/>
        </p:nvSpPr>
        <p:spPr>
          <a:xfrm>
            <a:off x="6995160" y="2971800"/>
            <a:ext cx="74295" cy="74295"/>
          </a:xfrm>
          <a:prstGeom prst="rect">
            <a:avLst/>
          </a:prstGeom>
          <a:solidFill>
            <a:srgbClr val="2378BD"/>
          </a:solidFill>
          <a:ln w="12700">
            <a:solidFill>
              <a:srgbClr val="2378BD"/>
            </a:solidFill>
            <a:prstDash val="solid"/>
          </a:ln>
        </p:spPr>
      </p:sp>
      <p:sp>
        <p:nvSpPr>
          <p:cNvPr id="343" name="Shape 340"/>
          <p:cNvSpPr/>
          <p:nvPr/>
        </p:nvSpPr>
        <p:spPr>
          <a:xfrm>
            <a:off x="7069455" y="2971800"/>
            <a:ext cx="74295" cy="74295"/>
          </a:xfrm>
          <a:prstGeom prst="rect">
            <a:avLst/>
          </a:prstGeom>
          <a:solidFill>
            <a:srgbClr val="2378BD"/>
          </a:solidFill>
          <a:ln w="12700">
            <a:solidFill>
              <a:srgbClr val="2378BD"/>
            </a:solidFill>
            <a:prstDash val="solid"/>
          </a:ln>
        </p:spPr>
      </p:sp>
      <p:sp>
        <p:nvSpPr>
          <p:cNvPr id="344" name="Shape 341"/>
          <p:cNvSpPr/>
          <p:nvPr/>
        </p:nvSpPr>
        <p:spPr>
          <a:xfrm>
            <a:off x="7143750" y="2971800"/>
            <a:ext cx="74295" cy="74295"/>
          </a:xfrm>
          <a:prstGeom prst="rect">
            <a:avLst/>
          </a:prstGeom>
          <a:solidFill>
            <a:srgbClr val="2378BD"/>
          </a:solidFill>
          <a:ln w="12700">
            <a:solidFill>
              <a:srgbClr val="2378BD"/>
            </a:solidFill>
            <a:prstDash val="solid"/>
          </a:ln>
        </p:spPr>
      </p:sp>
      <p:sp>
        <p:nvSpPr>
          <p:cNvPr id="345" name="Shape 342"/>
          <p:cNvSpPr/>
          <p:nvPr/>
        </p:nvSpPr>
        <p:spPr>
          <a:xfrm>
            <a:off x="7218045" y="2971800"/>
            <a:ext cx="74295" cy="74295"/>
          </a:xfrm>
          <a:prstGeom prst="rect">
            <a:avLst/>
          </a:prstGeom>
          <a:solidFill>
            <a:srgbClr val="2378BD"/>
          </a:solidFill>
          <a:ln w="12700">
            <a:solidFill>
              <a:srgbClr val="2378BD"/>
            </a:solidFill>
            <a:prstDash val="solid"/>
          </a:ln>
        </p:spPr>
      </p:sp>
      <p:sp>
        <p:nvSpPr>
          <p:cNvPr id="346" name="Shape 343"/>
          <p:cNvSpPr/>
          <p:nvPr/>
        </p:nvSpPr>
        <p:spPr>
          <a:xfrm>
            <a:off x="7292340" y="2971800"/>
            <a:ext cx="74295" cy="74295"/>
          </a:xfrm>
          <a:prstGeom prst="rect">
            <a:avLst/>
          </a:prstGeom>
          <a:solidFill>
            <a:srgbClr val="2378BD"/>
          </a:solidFill>
          <a:ln w="12700">
            <a:solidFill>
              <a:srgbClr val="2378BD"/>
            </a:solidFill>
            <a:prstDash val="solid"/>
          </a:ln>
        </p:spPr>
      </p:sp>
      <p:sp>
        <p:nvSpPr>
          <p:cNvPr id="347" name="Shape 344"/>
          <p:cNvSpPr/>
          <p:nvPr/>
        </p:nvSpPr>
        <p:spPr>
          <a:xfrm>
            <a:off x="6623685" y="3046095"/>
            <a:ext cx="74295" cy="74295"/>
          </a:xfrm>
          <a:prstGeom prst="rect">
            <a:avLst/>
          </a:prstGeom>
          <a:solidFill>
            <a:srgbClr val="2378BD"/>
          </a:solidFill>
          <a:ln w="12700">
            <a:solidFill>
              <a:srgbClr val="2378BD"/>
            </a:solidFill>
            <a:prstDash val="solid"/>
          </a:ln>
        </p:spPr>
      </p:sp>
      <p:sp>
        <p:nvSpPr>
          <p:cNvPr id="348" name="Shape 345"/>
          <p:cNvSpPr/>
          <p:nvPr/>
        </p:nvSpPr>
        <p:spPr>
          <a:xfrm>
            <a:off x="6697980" y="3046095"/>
            <a:ext cx="74295" cy="74295"/>
          </a:xfrm>
          <a:prstGeom prst="rect">
            <a:avLst/>
          </a:prstGeom>
          <a:solidFill>
            <a:srgbClr val="2378BD"/>
          </a:solidFill>
          <a:ln w="12700">
            <a:solidFill>
              <a:srgbClr val="2378BD"/>
            </a:solidFill>
            <a:prstDash val="solid"/>
          </a:ln>
        </p:spPr>
      </p:sp>
      <p:sp>
        <p:nvSpPr>
          <p:cNvPr id="349" name="Shape 346"/>
          <p:cNvSpPr/>
          <p:nvPr/>
        </p:nvSpPr>
        <p:spPr>
          <a:xfrm>
            <a:off x="6772275" y="3046095"/>
            <a:ext cx="74295" cy="74295"/>
          </a:xfrm>
          <a:prstGeom prst="rect">
            <a:avLst/>
          </a:prstGeom>
          <a:solidFill>
            <a:srgbClr val="2378BD"/>
          </a:solidFill>
          <a:ln w="12700">
            <a:solidFill>
              <a:srgbClr val="2378BD"/>
            </a:solidFill>
            <a:prstDash val="solid"/>
          </a:ln>
        </p:spPr>
      </p:sp>
      <p:sp>
        <p:nvSpPr>
          <p:cNvPr id="350" name="Shape 347"/>
          <p:cNvSpPr/>
          <p:nvPr/>
        </p:nvSpPr>
        <p:spPr>
          <a:xfrm>
            <a:off x="6846570" y="3046095"/>
            <a:ext cx="74295" cy="74295"/>
          </a:xfrm>
          <a:prstGeom prst="rect">
            <a:avLst/>
          </a:prstGeom>
          <a:solidFill>
            <a:srgbClr val="2378BD"/>
          </a:solidFill>
          <a:ln w="12700">
            <a:solidFill>
              <a:srgbClr val="2378BD"/>
            </a:solidFill>
            <a:prstDash val="solid"/>
          </a:ln>
        </p:spPr>
      </p:sp>
      <p:sp>
        <p:nvSpPr>
          <p:cNvPr id="351" name="Shape 348"/>
          <p:cNvSpPr/>
          <p:nvPr/>
        </p:nvSpPr>
        <p:spPr>
          <a:xfrm>
            <a:off x="6920865" y="3046095"/>
            <a:ext cx="74295" cy="74295"/>
          </a:xfrm>
          <a:prstGeom prst="rect">
            <a:avLst/>
          </a:prstGeom>
          <a:solidFill>
            <a:srgbClr val="2378BD"/>
          </a:solidFill>
          <a:ln w="12700">
            <a:solidFill>
              <a:srgbClr val="2378BD"/>
            </a:solidFill>
            <a:prstDash val="solid"/>
          </a:ln>
        </p:spPr>
      </p:sp>
      <p:sp>
        <p:nvSpPr>
          <p:cNvPr id="352" name="Shape 349"/>
          <p:cNvSpPr/>
          <p:nvPr/>
        </p:nvSpPr>
        <p:spPr>
          <a:xfrm>
            <a:off x="6995160" y="3046095"/>
            <a:ext cx="74295" cy="74295"/>
          </a:xfrm>
          <a:prstGeom prst="rect">
            <a:avLst/>
          </a:prstGeom>
          <a:solidFill>
            <a:srgbClr val="2378BD"/>
          </a:solidFill>
          <a:ln w="12700">
            <a:solidFill>
              <a:srgbClr val="2378BD"/>
            </a:solidFill>
            <a:prstDash val="solid"/>
          </a:ln>
        </p:spPr>
      </p:sp>
      <p:sp>
        <p:nvSpPr>
          <p:cNvPr id="353" name="Shape 350"/>
          <p:cNvSpPr/>
          <p:nvPr/>
        </p:nvSpPr>
        <p:spPr>
          <a:xfrm>
            <a:off x="7069455" y="3046095"/>
            <a:ext cx="74295" cy="74295"/>
          </a:xfrm>
          <a:prstGeom prst="rect">
            <a:avLst/>
          </a:prstGeom>
          <a:solidFill>
            <a:srgbClr val="2378BD"/>
          </a:solidFill>
          <a:ln w="12700">
            <a:solidFill>
              <a:srgbClr val="2378BD"/>
            </a:solidFill>
            <a:prstDash val="solid"/>
          </a:ln>
        </p:spPr>
      </p:sp>
      <p:sp>
        <p:nvSpPr>
          <p:cNvPr id="354" name="Shape 351"/>
          <p:cNvSpPr/>
          <p:nvPr/>
        </p:nvSpPr>
        <p:spPr>
          <a:xfrm>
            <a:off x="7143750" y="3046095"/>
            <a:ext cx="74295" cy="74295"/>
          </a:xfrm>
          <a:prstGeom prst="rect">
            <a:avLst/>
          </a:prstGeom>
          <a:solidFill>
            <a:srgbClr val="2378BD"/>
          </a:solidFill>
          <a:ln w="12700">
            <a:solidFill>
              <a:srgbClr val="2378BD"/>
            </a:solidFill>
            <a:prstDash val="solid"/>
          </a:ln>
        </p:spPr>
      </p:sp>
      <p:sp>
        <p:nvSpPr>
          <p:cNvPr id="355" name="Shape 352"/>
          <p:cNvSpPr/>
          <p:nvPr/>
        </p:nvSpPr>
        <p:spPr>
          <a:xfrm>
            <a:off x="7218045" y="3046095"/>
            <a:ext cx="74295" cy="74295"/>
          </a:xfrm>
          <a:prstGeom prst="rect">
            <a:avLst/>
          </a:prstGeom>
          <a:solidFill>
            <a:srgbClr val="2378BD"/>
          </a:solidFill>
          <a:ln w="12700">
            <a:solidFill>
              <a:srgbClr val="2378BD"/>
            </a:solidFill>
            <a:prstDash val="solid"/>
          </a:ln>
        </p:spPr>
      </p:sp>
      <p:sp>
        <p:nvSpPr>
          <p:cNvPr id="356" name="Shape 353"/>
          <p:cNvSpPr/>
          <p:nvPr/>
        </p:nvSpPr>
        <p:spPr>
          <a:xfrm>
            <a:off x="7292340" y="3046095"/>
            <a:ext cx="74295" cy="74295"/>
          </a:xfrm>
          <a:prstGeom prst="rect">
            <a:avLst/>
          </a:prstGeom>
          <a:solidFill>
            <a:srgbClr val="2378BD"/>
          </a:solidFill>
          <a:ln w="12700">
            <a:solidFill>
              <a:srgbClr val="2378BD"/>
            </a:solidFill>
            <a:prstDash val="solid"/>
          </a:ln>
        </p:spPr>
      </p:sp>
      <p:sp>
        <p:nvSpPr>
          <p:cNvPr id="357" name="Shape 354"/>
          <p:cNvSpPr/>
          <p:nvPr/>
        </p:nvSpPr>
        <p:spPr>
          <a:xfrm>
            <a:off x="6697980" y="3120390"/>
            <a:ext cx="74295" cy="74295"/>
          </a:xfrm>
          <a:prstGeom prst="rect">
            <a:avLst/>
          </a:prstGeom>
          <a:solidFill>
            <a:srgbClr val="2378BD"/>
          </a:solidFill>
          <a:ln w="12700">
            <a:solidFill>
              <a:srgbClr val="2378BD"/>
            </a:solidFill>
            <a:prstDash val="solid"/>
          </a:ln>
        </p:spPr>
      </p:sp>
      <p:sp>
        <p:nvSpPr>
          <p:cNvPr id="358" name="Shape 355"/>
          <p:cNvSpPr/>
          <p:nvPr/>
        </p:nvSpPr>
        <p:spPr>
          <a:xfrm>
            <a:off x="6772275" y="3120390"/>
            <a:ext cx="74295" cy="74295"/>
          </a:xfrm>
          <a:prstGeom prst="rect">
            <a:avLst/>
          </a:prstGeom>
          <a:solidFill>
            <a:srgbClr val="2378BD"/>
          </a:solidFill>
          <a:ln w="12700">
            <a:solidFill>
              <a:srgbClr val="2378BD"/>
            </a:solidFill>
            <a:prstDash val="solid"/>
          </a:ln>
        </p:spPr>
      </p:sp>
      <p:sp>
        <p:nvSpPr>
          <p:cNvPr id="359" name="Shape 356"/>
          <p:cNvSpPr/>
          <p:nvPr/>
        </p:nvSpPr>
        <p:spPr>
          <a:xfrm>
            <a:off x="6846570" y="3120390"/>
            <a:ext cx="74295" cy="74295"/>
          </a:xfrm>
          <a:prstGeom prst="rect">
            <a:avLst/>
          </a:prstGeom>
          <a:solidFill>
            <a:srgbClr val="2378BD"/>
          </a:solidFill>
          <a:ln w="12700">
            <a:solidFill>
              <a:srgbClr val="2378BD"/>
            </a:solidFill>
            <a:prstDash val="solid"/>
          </a:ln>
        </p:spPr>
      </p:sp>
      <p:sp>
        <p:nvSpPr>
          <p:cNvPr id="360" name="Shape 357"/>
          <p:cNvSpPr/>
          <p:nvPr/>
        </p:nvSpPr>
        <p:spPr>
          <a:xfrm>
            <a:off x="6920865" y="3120390"/>
            <a:ext cx="74295" cy="74295"/>
          </a:xfrm>
          <a:prstGeom prst="rect">
            <a:avLst/>
          </a:prstGeom>
          <a:solidFill>
            <a:srgbClr val="2378BD"/>
          </a:solidFill>
          <a:ln w="12700">
            <a:solidFill>
              <a:srgbClr val="2378BD"/>
            </a:solidFill>
            <a:prstDash val="solid"/>
          </a:ln>
        </p:spPr>
      </p:sp>
      <p:sp>
        <p:nvSpPr>
          <p:cNvPr id="361" name="Shape 358"/>
          <p:cNvSpPr/>
          <p:nvPr/>
        </p:nvSpPr>
        <p:spPr>
          <a:xfrm>
            <a:off x="6995160" y="3120390"/>
            <a:ext cx="74295" cy="74295"/>
          </a:xfrm>
          <a:prstGeom prst="rect">
            <a:avLst/>
          </a:prstGeom>
          <a:solidFill>
            <a:srgbClr val="2378BD"/>
          </a:solidFill>
          <a:ln w="12700">
            <a:solidFill>
              <a:srgbClr val="2378BD"/>
            </a:solidFill>
            <a:prstDash val="solid"/>
          </a:ln>
        </p:spPr>
      </p:sp>
      <p:sp>
        <p:nvSpPr>
          <p:cNvPr id="362" name="Shape 359"/>
          <p:cNvSpPr/>
          <p:nvPr/>
        </p:nvSpPr>
        <p:spPr>
          <a:xfrm>
            <a:off x="7069455" y="3120390"/>
            <a:ext cx="74295" cy="74295"/>
          </a:xfrm>
          <a:prstGeom prst="rect">
            <a:avLst/>
          </a:prstGeom>
          <a:solidFill>
            <a:srgbClr val="2378BD"/>
          </a:solidFill>
          <a:ln w="12700">
            <a:solidFill>
              <a:srgbClr val="2378BD"/>
            </a:solidFill>
            <a:prstDash val="solid"/>
          </a:ln>
        </p:spPr>
      </p:sp>
      <p:sp>
        <p:nvSpPr>
          <p:cNvPr id="363" name="Shape 360"/>
          <p:cNvSpPr/>
          <p:nvPr/>
        </p:nvSpPr>
        <p:spPr>
          <a:xfrm>
            <a:off x="7143750" y="3120390"/>
            <a:ext cx="74295" cy="74295"/>
          </a:xfrm>
          <a:prstGeom prst="rect">
            <a:avLst/>
          </a:prstGeom>
          <a:solidFill>
            <a:srgbClr val="2378BD"/>
          </a:solidFill>
          <a:ln w="12700">
            <a:solidFill>
              <a:srgbClr val="2378BD"/>
            </a:solidFill>
            <a:prstDash val="solid"/>
          </a:ln>
        </p:spPr>
      </p:sp>
      <p:sp>
        <p:nvSpPr>
          <p:cNvPr id="364" name="Shape 361"/>
          <p:cNvSpPr/>
          <p:nvPr/>
        </p:nvSpPr>
        <p:spPr>
          <a:xfrm>
            <a:off x="7218045" y="3120390"/>
            <a:ext cx="74295" cy="74295"/>
          </a:xfrm>
          <a:prstGeom prst="rect">
            <a:avLst/>
          </a:prstGeom>
          <a:solidFill>
            <a:srgbClr val="2378BD"/>
          </a:solidFill>
          <a:ln w="12700">
            <a:solidFill>
              <a:srgbClr val="2378BD"/>
            </a:solidFill>
            <a:prstDash val="solid"/>
          </a:ln>
        </p:spPr>
      </p:sp>
      <p:sp>
        <p:nvSpPr>
          <p:cNvPr id="365" name="Shape 362"/>
          <p:cNvSpPr/>
          <p:nvPr/>
        </p:nvSpPr>
        <p:spPr>
          <a:xfrm>
            <a:off x="6772275" y="3194685"/>
            <a:ext cx="74295" cy="74295"/>
          </a:xfrm>
          <a:prstGeom prst="rect">
            <a:avLst/>
          </a:prstGeom>
          <a:solidFill>
            <a:srgbClr val="2378BD"/>
          </a:solidFill>
          <a:ln w="12700">
            <a:solidFill>
              <a:srgbClr val="2378BD"/>
            </a:solidFill>
            <a:prstDash val="solid"/>
          </a:ln>
        </p:spPr>
      </p:sp>
      <p:sp>
        <p:nvSpPr>
          <p:cNvPr id="366" name="Shape 363"/>
          <p:cNvSpPr/>
          <p:nvPr/>
        </p:nvSpPr>
        <p:spPr>
          <a:xfrm>
            <a:off x="6846570" y="3194685"/>
            <a:ext cx="74295" cy="74295"/>
          </a:xfrm>
          <a:prstGeom prst="rect">
            <a:avLst/>
          </a:prstGeom>
          <a:solidFill>
            <a:srgbClr val="2378BD"/>
          </a:solidFill>
          <a:ln w="12700">
            <a:solidFill>
              <a:srgbClr val="2378BD"/>
            </a:solidFill>
            <a:prstDash val="solid"/>
          </a:ln>
        </p:spPr>
      </p:sp>
      <p:sp>
        <p:nvSpPr>
          <p:cNvPr id="367" name="Shape 364"/>
          <p:cNvSpPr/>
          <p:nvPr/>
        </p:nvSpPr>
        <p:spPr>
          <a:xfrm>
            <a:off x="6920865" y="3194685"/>
            <a:ext cx="74295" cy="74295"/>
          </a:xfrm>
          <a:prstGeom prst="rect">
            <a:avLst/>
          </a:prstGeom>
          <a:solidFill>
            <a:srgbClr val="2378BD"/>
          </a:solidFill>
          <a:ln w="12700">
            <a:solidFill>
              <a:srgbClr val="2378BD"/>
            </a:solidFill>
            <a:prstDash val="solid"/>
          </a:ln>
        </p:spPr>
      </p:sp>
      <p:sp>
        <p:nvSpPr>
          <p:cNvPr id="368" name="Shape 365"/>
          <p:cNvSpPr/>
          <p:nvPr/>
        </p:nvSpPr>
        <p:spPr>
          <a:xfrm>
            <a:off x="6995160" y="3194685"/>
            <a:ext cx="74295" cy="74295"/>
          </a:xfrm>
          <a:prstGeom prst="rect">
            <a:avLst/>
          </a:prstGeom>
          <a:solidFill>
            <a:srgbClr val="2378BD"/>
          </a:solidFill>
          <a:ln w="12700">
            <a:solidFill>
              <a:srgbClr val="2378BD"/>
            </a:solidFill>
            <a:prstDash val="solid"/>
          </a:ln>
        </p:spPr>
      </p:sp>
      <p:sp>
        <p:nvSpPr>
          <p:cNvPr id="369" name="Shape 366"/>
          <p:cNvSpPr/>
          <p:nvPr/>
        </p:nvSpPr>
        <p:spPr>
          <a:xfrm>
            <a:off x="7069455" y="3194685"/>
            <a:ext cx="74295" cy="74295"/>
          </a:xfrm>
          <a:prstGeom prst="rect">
            <a:avLst/>
          </a:prstGeom>
          <a:solidFill>
            <a:srgbClr val="2378BD"/>
          </a:solidFill>
          <a:ln w="12700">
            <a:solidFill>
              <a:srgbClr val="2378BD"/>
            </a:solidFill>
            <a:prstDash val="solid"/>
          </a:ln>
        </p:spPr>
      </p:sp>
      <p:sp>
        <p:nvSpPr>
          <p:cNvPr id="370" name="Shape 367"/>
          <p:cNvSpPr/>
          <p:nvPr/>
        </p:nvSpPr>
        <p:spPr>
          <a:xfrm>
            <a:off x="7143750" y="3194685"/>
            <a:ext cx="74295" cy="74295"/>
          </a:xfrm>
          <a:prstGeom prst="rect">
            <a:avLst/>
          </a:prstGeom>
          <a:solidFill>
            <a:srgbClr val="2378BD"/>
          </a:solidFill>
          <a:ln w="12700">
            <a:solidFill>
              <a:srgbClr val="2378BD"/>
            </a:solidFill>
            <a:prstDash val="solid"/>
          </a:ln>
        </p:spPr>
      </p:sp>
      <p:sp>
        <p:nvSpPr>
          <p:cNvPr id="371" name="Shape 368"/>
          <p:cNvSpPr/>
          <p:nvPr/>
        </p:nvSpPr>
        <p:spPr>
          <a:xfrm>
            <a:off x="7218045" y="3194685"/>
            <a:ext cx="74295" cy="74295"/>
          </a:xfrm>
          <a:prstGeom prst="rect">
            <a:avLst/>
          </a:prstGeom>
          <a:solidFill>
            <a:srgbClr val="2378BD"/>
          </a:solidFill>
          <a:ln w="12700">
            <a:solidFill>
              <a:srgbClr val="2378BD"/>
            </a:solidFill>
            <a:prstDash val="solid"/>
          </a:ln>
        </p:spPr>
      </p:sp>
      <p:sp>
        <p:nvSpPr>
          <p:cNvPr id="372" name="Shape 369"/>
          <p:cNvSpPr/>
          <p:nvPr/>
        </p:nvSpPr>
        <p:spPr>
          <a:xfrm>
            <a:off x="6846570" y="3268980"/>
            <a:ext cx="74295" cy="74295"/>
          </a:xfrm>
          <a:prstGeom prst="rect">
            <a:avLst/>
          </a:prstGeom>
          <a:solidFill>
            <a:srgbClr val="2378BD"/>
          </a:solidFill>
          <a:ln w="12700">
            <a:solidFill>
              <a:srgbClr val="2378BD"/>
            </a:solidFill>
            <a:prstDash val="solid"/>
          </a:ln>
        </p:spPr>
      </p:sp>
      <p:sp>
        <p:nvSpPr>
          <p:cNvPr id="373" name="Shape 370"/>
          <p:cNvSpPr/>
          <p:nvPr/>
        </p:nvSpPr>
        <p:spPr>
          <a:xfrm>
            <a:off x="6920865" y="3268980"/>
            <a:ext cx="74295" cy="74295"/>
          </a:xfrm>
          <a:prstGeom prst="rect">
            <a:avLst/>
          </a:prstGeom>
          <a:solidFill>
            <a:srgbClr val="2378BD"/>
          </a:solidFill>
          <a:ln w="12700">
            <a:solidFill>
              <a:srgbClr val="2378BD"/>
            </a:solidFill>
            <a:prstDash val="solid"/>
          </a:ln>
        </p:spPr>
      </p:sp>
      <p:sp>
        <p:nvSpPr>
          <p:cNvPr id="374" name="Shape 371"/>
          <p:cNvSpPr/>
          <p:nvPr/>
        </p:nvSpPr>
        <p:spPr>
          <a:xfrm>
            <a:off x="6995160" y="3268980"/>
            <a:ext cx="74295" cy="74295"/>
          </a:xfrm>
          <a:prstGeom prst="rect">
            <a:avLst/>
          </a:prstGeom>
          <a:solidFill>
            <a:srgbClr val="2378BD"/>
          </a:solidFill>
          <a:ln w="12700">
            <a:solidFill>
              <a:srgbClr val="2378BD"/>
            </a:solidFill>
            <a:prstDash val="solid"/>
          </a:ln>
        </p:spPr>
      </p:sp>
      <p:sp>
        <p:nvSpPr>
          <p:cNvPr id="375" name="Shape 372"/>
          <p:cNvSpPr/>
          <p:nvPr/>
        </p:nvSpPr>
        <p:spPr>
          <a:xfrm>
            <a:off x="7069455" y="3268980"/>
            <a:ext cx="74295" cy="74295"/>
          </a:xfrm>
          <a:prstGeom prst="rect">
            <a:avLst/>
          </a:prstGeom>
          <a:solidFill>
            <a:srgbClr val="2378BD"/>
          </a:solidFill>
          <a:ln w="12700">
            <a:solidFill>
              <a:srgbClr val="2378BD"/>
            </a:solidFill>
            <a:prstDash val="solid"/>
          </a:ln>
        </p:spPr>
      </p:sp>
      <p:sp>
        <p:nvSpPr>
          <p:cNvPr id="376" name="Shape 373"/>
          <p:cNvSpPr/>
          <p:nvPr/>
        </p:nvSpPr>
        <p:spPr>
          <a:xfrm>
            <a:off x="7440930" y="3268980"/>
            <a:ext cx="74295" cy="74295"/>
          </a:xfrm>
          <a:prstGeom prst="rect">
            <a:avLst/>
          </a:prstGeom>
          <a:solidFill>
            <a:srgbClr val="6F6785"/>
          </a:solidFill>
          <a:ln w="12700">
            <a:solidFill>
              <a:srgbClr val="6F6785"/>
            </a:solidFill>
            <a:prstDash val="solid"/>
          </a:ln>
        </p:spPr>
      </p:sp>
      <p:sp>
        <p:nvSpPr>
          <p:cNvPr id="377" name="Shape 374"/>
          <p:cNvSpPr/>
          <p:nvPr/>
        </p:nvSpPr>
        <p:spPr>
          <a:xfrm>
            <a:off x="6400800" y="3343275"/>
            <a:ext cx="74295" cy="74295"/>
          </a:xfrm>
          <a:prstGeom prst="rect">
            <a:avLst/>
          </a:prstGeom>
          <a:solidFill>
            <a:srgbClr val="6F6785"/>
          </a:solidFill>
          <a:ln w="12700">
            <a:solidFill>
              <a:srgbClr val="6F6785"/>
            </a:solidFill>
            <a:prstDash val="solid"/>
          </a:ln>
        </p:spPr>
      </p:sp>
      <p:sp>
        <p:nvSpPr>
          <p:cNvPr id="378" name="Shape 375"/>
          <p:cNvSpPr/>
          <p:nvPr/>
        </p:nvSpPr>
        <p:spPr>
          <a:xfrm>
            <a:off x="7626096" y="2322576"/>
            <a:ext cx="1298448" cy="1298448"/>
          </a:xfrm>
          <a:prstGeom prst="roundRect">
            <a:avLst>
              <a:gd name="adj" fmla="val 7042"/>
            </a:avLst>
          </a:prstGeom>
          <a:solidFill>
            <a:srgbClr val="FFFFFF"/>
          </a:solidFill>
          <a:ln w="19050">
            <a:solidFill>
              <a:srgbClr val="F0E4D0"/>
            </a:solidFill>
            <a:prstDash val="solid"/>
          </a:ln>
        </p:spPr>
      </p:sp>
      <p:sp>
        <p:nvSpPr>
          <p:cNvPr id="379" name="Shape 376"/>
          <p:cNvSpPr/>
          <p:nvPr/>
        </p:nvSpPr>
        <p:spPr>
          <a:xfrm>
            <a:off x="7978140" y="2377440"/>
            <a:ext cx="74295" cy="74295"/>
          </a:xfrm>
          <a:prstGeom prst="rect">
            <a:avLst/>
          </a:prstGeom>
          <a:solidFill>
            <a:srgbClr val="6F6785"/>
          </a:solidFill>
          <a:ln w="12700">
            <a:solidFill>
              <a:srgbClr val="6F6785"/>
            </a:solidFill>
            <a:prstDash val="solid"/>
          </a:ln>
        </p:spPr>
      </p:sp>
      <p:sp>
        <p:nvSpPr>
          <p:cNvPr id="380" name="Shape 377"/>
          <p:cNvSpPr/>
          <p:nvPr/>
        </p:nvSpPr>
        <p:spPr>
          <a:xfrm>
            <a:off x="8201025" y="2377440"/>
            <a:ext cx="74295" cy="74295"/>
          </a:xfrm>
          <a:prstGeom prst="rect">
            <a:avLst/>
          </a:prstGeom>
          <a:solidFill>
            <a:srgbClr val="D9651F"/>
          </a:solidFill>
          <a:ln w="12700">
            <a:solidFill>
              <a:srgbClr val="D9651F"/>
            </a:solidFill>
            <a:prstDash val="solid"/>
          </a:ln>
        </p:spPr>
      </p:sp>
      <p:sp>
        <p:nvSpPr>
          <p:cNvPr id="381" name="Shape 378"/>
          <p:cNvSpPr/>
          <p:nvPr/>
        </p:nvSpPr>
        <p:spPr>
          <a:xfrm>
            <a:off x="8275320" y="2377440"/>
            <a:ext cx="74295" cy="74295"/>
          </a:xfrm>
          <a:prstGeom prst="rect">
            <a:avLst/>
          </a:prstGeom>
          <a:solidFill>
            <a:srgbClr val="D9651F"/>
          </a:solidFill>
          <a:ln w="12700">
            <a:solidFill>
              <a:srgbClr val="D9651F"/>
            </a:solidFill>
            <a:prstDash val="solid"/>
          </a:ln>
        </p:spPr>
      </p:sp>
      <p:sp>
        <p:nvSpPr>
          <p:cNvPr id="382" name="Shape 379"/>
          <p:cNvSpPr/>
          <p:nvPr/>
        </p:nvSpPr>
        <p:spPr>
          <a:xfrm>
            <a:off x="8423910" y="2377440"/>
            <a:ext cx="74295" cy="74295"/>
          </a:xfrm>
          <a:prstGeom prst="rect">
            <a:avLst/>
          </a:prstGeom>
          <a:solidFill>
            <a:srgbClr val="6F6785"/>
          </a:solidFill>
          <a:ln w="12700">
            <a:solidFill>
              <a:srgbClr val="6F6785"/>
            </a:solidFill>
            <a:prstDash val="solid"/>
          </a:ln>
        </p:spPr>
      </p:sp>
      <p:sp>
        <p:nvSpPr>
          <p:cNvPr id="383" name="Shape 380"/>
          <p:cNvSpPr/>
          <p:nvPr/>
        </p:nvSpPr>
        <p:spPr>
          <a:xfrm>
            <a:off x="8201025" y="2451735"/>
            <a:ext cx="74295" cy="74295"/>
          </a:xfrm>
          <a:prstGeom prst="rect">
            <a:avLst/>
          </a:prstGeom>
          <a:solidFill>
            <a:srgbClr val="D9651F"/>
          </a:solidFill>
          <a:ln w="12700">
            <a:solidFill>
              <a:srgbClr val="D9651F"/>
            </a:solidFill>
            <a:prstDash val="solid"/>
          </a:ln>
        </p:spPr>
      </p:sp>
      <p:sp>
        <p:nvSpPr>
          <p:cNvPr id="384" name="Shape 381"/>
          <p:cNvSpPr/>
          <p:nvPr/>
        </p:nvSpPr>
        <p:spPr>
          <a:xfrm>
            <a:off x="8275320" y="2451735"/>
            <a:ext cx="74295" cy="74295"/>
          </a:xfrm>
          <a:prstGeom prst="rect">
            <a:avLst/>
          </a:prstGeom>
          <a:solidFill>
            <a:srgbClr val="D9651F"/>
          </a:solidFill>
          <a:ln w="12700">
            <a:solidFill>
              <a:srgbClr val="D9651F"/>
            </a:solidFill>
            <a:prstDash val="solid"/>
          </a:ln>
        </p:spPr>
      </p:sp>
      <p:sp>
        <p:nvSpPr>
          <p:cNvPr id="385" name="Shape 382"/>
          <p:cNvSpPr/>
          <p:nvPr/>
        </p:nvSpPr>
        <p:spPr>
          <a:xfrm>
            <a:off x="8349615" y="2451735"/>
            <a:ext cx="74295" cy="74295"/>
          </a:xfrm>
          <a:prstGeom prst="rect">
            <a:avLst/>
          </a:prstGeom>
          <a:solidFill>
            <a:srgbClr val="D9651F"/>
          </a:solidFill>
          <a:ln w="12700">
            <a:solidFill>
              <a:srgbClr val="D9651F"/>
            </a:solidFill>
            <a:prstDash val="solid"/>
          </a:ln>
        </p:spPr>
      </p:sp>
      <p:sp>
        <p:nvSpPr>
          <p:cNvPr id="386" name="Shape 383"/>
          <p:cNvSpPr/>
          <p:nvPr/>
        </p:nvSpPr>
        <p:spPr>
          <a:xfrm>
            <a:off x="8423910" y="2451735"/>
            <a:ext cx="74295" cy="74295"/>
          </a:xfrm>
          <a:prstGeom prst="rect">
            <a:avLst/>
          </a:prstGeom>
          <a:solidFill>
            <a:srgbClr val="D9651F"/>
          </a:solidFill>
          <a:ln w="12700">
            <a:solidFill>
              <a:srgbClr val="D9651F"/>
            </a:solidFill>
            <a:prstDash val="solid"/>
          </a:ln>
        </p:spPr>
      </p:sp>
      <p:sp>
        <p:nvSpPr>
          <p:cNvPr id="387" name="Shape 384"/>
          <p:cNvSpPr/>
          <p:nvPr/>
        </p:nvSpPr>
        <p:spPr>
          <a:xfrm>
            <a:off x="8498205" y="2451735"/>
            <a:ext cx="74295" cy="74295"/>
          </a:xfrm>
          <a:prstGeom prst="rect">
            <a:avLst/>
          </a:prstGeom>
          <a:solidFill>
            <a:srgbClr val="D9651F"/>
          </a:solidFill>
          <a:ln w="12700">
            <a:solidFill>
              <a:srgbClr val="D9651F"/>
            </a:solidFill>
            <a:prstDash val="solid"/>
          </a:ln>
        </p:spPr>
      </p:sp>
      <p:sp>
        <p:nvSpPr>
          <p:cNvPr id="388" name="Shape 385"/>
          <p:cNvSpPr/>
          <p:nvPr/>
        </p:nvSpPr>
        <p:spPr>
          <a:xfrm>
            <a:off x="8052435" y="2526030"/>
            <a:ext cx="74295" cy="74295"/>
          </a:xfrm>
          <a:prstGeom prst="rect">
            <a:avLst/>
          </a:prstGeom>
          <a:solidFill>
            <a:srgbClr val="D9651F"/>
          </a:solidFill>
          <a:ln w="12700">
            <a:solidFill>
              <a:srgbClr val="D9651F"/>
            </a:solidFill>
            <a:prstDash val="solid"/>
          </a:ln>
        </p:spPr>
      </p:sp>
      <p:sp>
        <p:nvSpPr>
          <p:cNvPr id="389" name="Shape 386"/>
          <p:cNvSpPr/>
          <p:nvPr/>
        </p:nvSpPr>
        <p:spPr>
          <a:xfrm>
            <a:off x="8126730" y="2526030"/>
            <a:ext cx="74295" cy="74295"/>
          </a:xfrm>
          <a:prstGeom prst="rect">
            <a:avLst/>
          </a:prstGeom>
          <a:solidFill>
            <a:srgbClr val="D9651F"/>
          </a:solidFill>
          <a:ln w="12700">
            <a:solidFill>
              <a:srgbClr val="D9651F"/>
            </a:solidFill>
            <a:prstDash val="solid"/>
          </a:ln>
        </p:spPr>
      </p:sp>
      <p:sp>
        <p:nvSpPr>
          <p:cNvPr id="390" name="Shape 387"/>
          <p:cNvSpPr/>
          <p:nvPr/>
        </p:nvSpPr>
        <p:spPr>
          <a:xfrm>
            <a:off x="8201025" y="2526030"/>
            <a:ext cx="74295" cy="74295"/>
          </a:xfrm>
          <a:prstGeom prst="rect">
            <a:avLst/>
          </a:prstGeom>
          <a:solidFill>
            <a:srgbClr val="D9651F"/>
          </a:solidFill>
          <a:ln w="12700">
            <a:solidFill>
              <a:srgbClr val="D9651F"/>
            </a:solidFill>
            <a:prstDash val="solid"/>
          </a:ln>
        </p:spPr>
      </p:sp>
      <p:sp>
        <p:nvSpPr>
          <p:cNvPr id="391" name="Shape 388"/>
          <p:cNvSpPr/>
          <p:nvPr/>
        </p:nvSpPr>
        <p:spPr>
          <a:xfrm>
            <a:off x="8275320" y="2526030"/>
            <a:ext cx="74295" cy="74295"/>
          </a:xfrm>
          <a:prstGeom prst="rect">
            <a:avLst/>
          </a:prstGeom>
          <a:solidFill>
            <a:srgbClr val="D9651F"/>
          </a:solidFill>
          <a:ln w="12700">
            <a:solidFill>
              <a:srgbClr val="D9651F"/>
            </a:solidFill>
            <a:prstDash val="solid"/>
          </a:ln>
        </p:spPr>
      </p:sp>
      <p:sp>
        <p:nvSpPr>
          <p:cNvPr id="392" name="Shape 389"/>
          <p:cNvSpPr/>
          <p:nvPr/>
        </p:nvSpPr>
        <p:spPr>
          <a:xfrm>
            <a:off x="8349615" y="2526030"/>
            <a:ext cx="74295" cy="74295"/>
          </a:xfrm>
          <a:prstGeom prst="rect">
            <a:avLst/>
          </a:prstGeom>
          <a:solidFill>
            <a:srgbClr val="D9651F"/>
          </a:solidFill>
          <a:ln w="12700">
            <a:solidFill>
              <a:srgbClr val="D9651F"/>
            </a:solidFill>
            <a:prstDash val="solid"/>
          </a:ln>
        </p:spPr>
      </p:sp>
      <p:sp>
        <p:nvSpPr>
          <p:cNvPr id="393" name="Shape 390"/>
          <p:cNvSpPr/>
          <p:nvPr/>
        </p:nvSpPr>
        <p:spPr>
          <a:xfrm>
            <a:off x="8423910" y="2526030"/>
            <a:ext cx="74295" cy="74295"/>
          </a:xfrm>
          <a:prstGeom prst="rect">
            <a:avLst/>
          </a:prstGeom>
          <a:solidFill>
            <a:srgbClr val="D9651F"/>
          </a:solidFill>
          <a:ln w="12700">
            <a:solidFill>
              <a:srgbClr val="D9651F"/>
            </a:solidFill>
            <a:prstDash val="solid"/>
          </a:ln>
        </p:spPr>
      </p:sp>
      <p:sp>
        <p:nvSpPr>
          <p:cNvPr id="394" name="Shape 391"/>
          <p:cNvSpPr/>
          <p:nvPr/>
        </p:nvSpPr>
        <p:spPr>
          <a:xfrm>
            <a:off x="8498205" y="2526030"/>
            <a:ext cx="74295" cy="74295"/>
          </a:xfrm>
          <a:prstGeom prst="rect">
            <a:avLst/>
          </a:prstGeom>
          <a:solidFill>
            <a:srgbClr val="D9651F"/>
          </a:solidFill>
          <a:ln w="12700">
            <a:solidFill>
              <a:srgbClr val="D9651F"/>
            </a:solidFill>
            <a:prstDash val="solid"/>
          </a:ln>
        </p:spPr>
      </p:sp>
      <p:sp>
        <p:nvSpPr>
          <p:cNvPr id="395" name="Shape 392"/>
          <p:cNvSpPr/>
          <p:nvPr/>
        </p:nvSpPr>
        <p:spPr>
          <a:xfrm>
            <a:off x="8572500" y="2526030"/>
            <a:ext cx="74295" cy="74295"/>
          </a:xfrm>
          <a:prstGeom prst="rect">
            <a:avLst/>
          </a:prstGeom>
          <a:solidFill>
            <a:srgbClr val="D9651F"/>
          </a:solidFill>
          <a:ln w="12700">
            <a:solidFill>
              <a:srgbClr val="D9651F"/>
            </a:solidFill>
            <a:prstDash val="solid"/>
          </a:ln>
        </p:spPr>
      </p:sp>
      <p:sp>
        <p:nvSpPr>
          <p:cNvPr id="396" name="Shape 393"/>
          <p:cNvSpPr/>
          <p:nvPr/>
        </p:nvSpPr>
        <p:spPr>
          <a:xfrm>
            <a:off x="7680960" y="2600325"/>
            <a:ext cx="74295" cy="74295"/>
          </a:xfrm>
          <a:prstGeom prst="rect">
            <a:avLst/>
          </a:prstGeom>
          <a:solidFill>
            <a:srgbClr val="6F6785"/>
          </a:solidFill>
          <a:ln w="12700">
            <a:solidFill>
              <a:srgbClr val="6F6785"/>
            </a:solidFill>
            <a:prstDash val="solid"/>
          </a:ln>
        </p:spPr>
      </p:sp>
      <p:sp>
        <p:nvSpPr>
          <p:cNvPr id="397" name="Shape 394"/>
          <p:cNvSpPr/>
          <p:nvPr/>
        </p:nvSpPr>
        <p:spPr>
          <a:xfrm>
            <a:off x="7978140" y="2600325"/>
            <a:ext cx="74295" cy="74295"/>
          </a:xfrm>
          <a:prstGeom prst="rect">
            <a:avLst/>
          </a:prstGeom>
          <a:solidFill>
            <a:srgbClr val="D9651F"/>
          </a:solidFill>
          <a:ln w="12700">
            <a:solidFill>
              <a:srgbClr val="D9651F"/>
            </a:solidFill>
            <a:prstDash val="solid"/>
          </a:ln>
        </p:spPr>
      </p:sp>
      <p:sp>
        <p:nvSpPr>
          <p:cNvPr id="398" name="Shape 395"/>
          <p:cNvSpPr/>
          <p:nvPr/>
        </p:nvSpPr>
        <p:spPr>
          <a:xfrm>
            <a:off x="8052435" y="2600325"/>
            <a:ext cx="74295" cy="74295"/>
          </a:xfrm>
          <a:prstGeom prst="rect">
            <a:avLst/>
          </a:prstGeom>
          <a:solidFill>
            <a:srgbClr val="D9651F"/>
          </a:solidFill>
          <a:ln w="12700">
            <a:solidFill>
              <a:srgbClr val="D9651F"/>
            </a:solidFill>
            <a:prstDash val="solid"/>
          </a:ln>
        </p:spPr>
      </p:sp>
      <p:sp>
        <p:nvSpPr>
          <p:cNvPr id="399" name="Shape 396"/>
          <p:cNvSpPr/>
          <p:nvPr/>
        </p:nvSpPr>
        <p:spPr>
          <a:xfrm>
            <a:off x="8126730" y="2600325"/>
            <a:ext cx="74295" cy="74295"/>
          </a:xfrm>
          <a:prstGeom prst="rect">
            <a:avLst/>
          </a:prstGeom>
          <a:solidFill>
            <a:srgbClr val="D9651F"/>
          </a:solidFill>
          <a:ln w="12700">
            <a:solidFill>
              <a:srgbClr val="D9651F"/>
            </a:solidFill>
            <a:prstDash val="solid"/>
          </a:ln>
        </p:spPr>
      </p:sp>
      <p:sp>
        <p:nvSpPr>
          <p:cNvPr id="400" name="Shape 397"/>
          <p:cNvSpPr/>
          <p:nvPr/>
        </p:nvSpPr>
        <p:spPr>
          <a:xfrm>
            <a:off x="8201025" y="2600325"/>
            <a:ext cx="74295" cy="74295"/>
          </a:xfrm>
          <a:prstGeom prst="rect">
            <a:avLst/>
          </a:prstGeom>
          <a:solidFill>
            <a:srgbClr val="D9651F"/>
          </a:solidFill>
          <a:ln w="12700">
            <a:solidFill>
              <a:srgbClr val="D9651F"/>
            </a:solidFill>
            <a:prstDash val="solid"/>
          </a:ln>
        </p:spPr>
      </p:sp>
      <p:sp>
        <p:nvSpPr>
          <p:cNvPr id="401" name="Shape 398"/>
          <p:cNvSpPr/>
          <p:nvPr/>
        </p:nvSpPr>
        <p:spPr>
          <a:xfrm>
            <a:off x="8275320" y="2600325"/>
            <a:ext cx="74295" cy="74295"/>
          </a:xfrm>
          <a:prstGeom prst="rect">
            <a:avLst/>
          </a:prstGeom>
          <a:solidFill>
            <a:srgbClr val="D9651F"/>
          </a:solidFill>
          <a:ln w="12700">
            <a:solidFill>
              <a:srgbClr val="D9651F"/>
            </a:solidFill>
            <a:prstDash val="solid"/>
          </a:ln>
        </p:spPr>
      </p:sp>
      <p:sp>
        <p:nvSpPr>
          <p:cNvPr id="402" name="Shape 399"/>
          <p:cNvSpPr/>
          <p:nvPr/>
        </p:nvSpPr>
        <p:spPr>
          <a:xfrm>
            <a:off x="8349615" y="2600325"/>
            <a:ext cx="74295" cy="74295"/>
          </a:xfrm>
          <a:prstGeom prst="rect">
            <a:avLst/>
          </a:prstGeom>
          <a:solidFill>
            <a:srgbClr val="D9651F"/>
          </a:solidFill>
          <a:ln w="12700">
            <a:solidFill>
              <a:srgbClr val="D9651F"/>
            </a:solidFill>
            <a:prstDash val="solid"/>
          </a:ln>
        </p:spPr>
      </p:sp>
      <p:sp>
        <p:nvSpPr>
          <p:cNvPr id="403" name="Shape 400"/>
          <p:cNvSpPr/>
          <p:nvPr/>
        </p:nvSpPr>
        <p:spPr>
          <a:xfrm>
            <a:off x="8423910" y="2600325"/>
            <a:ext cx="74295" cy="74295"/>
          </a:xfrm>
          <a:prstGeom prst="rect">
            <a:avLst/>
          </a:prstGeom>
          <a:solidFill>
            <a:srgbClr val="D9651F"/>
          </a:solidFill>
          <a:ln w="12700">
            <a:solidFill>
              <a:srgbClr val="D9651F"/>
            </a:solidFill>
            <a:prstDash val="solid"/>
          </a:ln>
        </p:spPr>
      </p:sp>
      <p:sp>
        <p:nvSpPr>
          <p:cNvPr id="404" name="Shape 401"/>
          <p:cNvSpPr/>
          <p:nvPr/>
        </p:nvSpPr>
        <p:spPr>
          <a:xfrm>
            <a:off x="8498205" y="2600325"/>
            <a:ext cx="74295" cy="74295"/>
          </a:xfrm>
          <a:prstGeom prst="rect">
            <a:avLst/>
          </a:prstGeom>
          <a:solidFill>
            <a:srgbClr val="D9651F"/>
          </a:solidFill>
          <a:ln w="12700">
            <a:solidFill>
              <a:srgbClr val="D9651F"/>
            </a:solidFill>
            <a:prstDash val="solid"/>
          </a:ln>
        </p:spPr>
      </p:sp>
      <p:sp>
        <p:nvSpPr>
          <p:cNvPr id="405" name="Shape 402"/>
          <p:cNvSpPr/>
          <p:nvPr/>
        </p:nvSpPr>
        <p:spPr>
          <a:xfrm>
            <a:off x="8572500" y="2600325"/>
            <a:ext cx="74295" cy="74295"/>
          </a:xfrm>
          <a:prstGeom prst="rect">
            <a:avLst/>
          </a:prstGeom>
          <a:solidFill>
            <a:srgbClr val="D9651F"/>
          </a:solidFill>
          <a:ln w="12700">
            <a:solidFill>
              <a:srgbClr val="D9651F"/>
            </a:solidFill>
            <a:prstDash val="solid"/>
          </a:ln>
        </p:spPr>
      </p:sp>
      <p:sp>
        <p:nvSpPr>
          <p:cNvPr id="406" name="Shape 403"/>
          <p:cNvSpPr/>
          <p:nvPr/>
        </p:nvSpPr>
        <p:spPr>
          <a:xfrm>
            <a:off x="8646795" y="2600325"/>
            <a:ext cx="74295" cy="74295"/>
          </a:xfrm>
          <a:prstGeom prst="rect">
            <a:avLst/>
          </a:prstGeom>
          <a:solidFill>
            <a:srgbClr val="D9651F"/>
          </a:solidFill>
          <a:ln w="12700">
            <a:solidFill>
              <a:srgbClr val="D9651F"/>
            </a:solidFill>
            <a:prstDash val="solid"/>
          </a:ln>
        </p:spPr>
      </p:sp>
      <p:sp>
        <p:nvSpPr>
          <p:cNvPr id="407" name="Shape 404"/>
          <p:cNvSpPr/>
          <p:nvPr/>
        </p:nvSpPr>
        <p:spPr>
          <a:xfrm>
            <a:off x="7903845" y="2674620"/>
            <a:ext cx="74295" cy="74295"/>
          </a:xfrm>
          <a:prstGeom prst="rect">
            <a:avLst/>
          </a:prstGeom>
          <a:solidFill>
            <a:srgbClr val="D9651F"/>
          </a:solidFill>
          <a:ln w="12700">
            <a:solidFill>
              <a:srgbClr val="D9651F"/>
            </a:solidFill>
            <a:prstDash val="solid"/>
          </a:ln>
        </p:spPr>
      </p:sp>
      <p:sp>
        <p:nvSpPr>
          <p:cNvPr id="408" name="Shape 405"/>
          <p:cNvSpPr/>
          <p:nvPr/>
        </p:nvSpPr>
        <p:spPr>
          <a:xfrm>
            <a:off x="7978140" y="2674620"/>
            <a:ext cx="74295" cy="74295"/>
          </a:xfrm>
          <a:prstGeom prst="rect">
            <a:avLst/>
          </a:prstGeom>
          <a:solidFill>
            <a:srgbClr val="D9651F"/>
          </a:solidFill>
          <a:ln w="12700">
            <a:solidFill>
              <a:srgbClr val="D9651F"/>
            </a:solidFill>
            <a:prstDash val="solid"/>
          </a:ln>
        </p:spPr>
      </p:sp>
      <p:sp>
        <p:nvSpPr>
          <p:cNvPr id="409" name="Shape 406"/>
          <p:cNvSpPr/>
          <p:nvPr/>
        </p:nvSpPr>
        <p:spPr>
          <a:xfrm>
            <a:off x="8052435" y="2674620"/>
            <a:ext cx="74295" cy="74295"/>
          </a:xfrm>
          <a:prstGeom prst="rect">
            <a:avLst/>
          </a:prstGeom>
          <a:solidFill>
            <a:srgbClr val="D9651F"/>
          </a:solidFill>
          <a:ln w="12700">
            <a:solidFill>
              <a:srgbClr val="D9651F"/>
            </a:solidFill>
            <a:prstDash val="solid"/>
          </a:ln>
        </p:spPr>
      </p:sp>
      <p:sp>
        <p:nvSpPr>
          <p:cNvPr id="410" name="Shape 407"/>
          <p:cNvSpPr/>
          <p:nvPr/>
        </p:nvSpPr>
        <p:spPr>
          <a:xfrm>
            <a:off x="8126730" y="2674620"/>
            <a:ext cx="74295" cy="74295"/>
          </a:xfrm>
          <a:prstGeom prst="rect">
            <a:avLst/>
          </a:prstGeom>
          <a:solidFill>
            <a:srgbClr val="D9651F"/>
          </a:solidFill>
          <a:ln w="12700">
            <a:solidFill>
              <a:srgbClr val="D9651F"/>
            </a:solidFill>
            <a:prstDash val="solid"/>
          </a:ln>
        </p:spPr>
      </p:sp>
      <p:sp>
        <p:nvSpPr>
          <p:cNvPr id="411" name="Shape 408"/>
          <p:cNvSpPr/>
          <p:nvPr/>
        </p:nvSpPr>
        <p:spPr>
          <a:xfrm>
            <a:off x="8201025" y="2674620"/>
            <a:ext cx="74295" cy="74295"/>
          </a:xfrm>
          <a:prstGeom prst="rect">
            <a:avLst/>
          </a:prstGeom>
          <a:solidFill>
            <a:srgbClr val="D9651F"/>
          </a:solidFill>
          <a:ln w="12700">
            <a:solidFill>
              <a:srgbClr val="D9651F"/>
            </a:solidFill>
            <a:prstDash val="solid"/>
          </a:ln>
        </p:spPr>
      </p:sp>
      <p:sp>
        <p:nvSpPr>
          <p:cNvPr id="412" name="Shape 409"/>
          <p:cNvSpPr/>
          <p:nvPr/>
        </p:nvSpPr>
        <p:spPr>
          <a:xfrm>
            <a:off x="8275320" y="2674620"/>
            <a:ext cx="74295" cy="74295"/>
          </a:xfrm>
          <a:prstGeom prst="rect">
            <a:avLst/>
          </a:prstGeom>
          <a:solidFill>
            <a:srgbClr val="D9651F"/>
          </a:solidFill>
          <a:ln w="12700">
            <a:solidFill>
              <a:srgbClr val="D9651F"/>
            </a:solidFill>
            <a:prstDash val="solid"/>
          </a:ln>
        </p:spPr>
      </p:sp>
      <p:sp>
        <p:nvSpPr>
          <p:cNvPr id="413" name="Shape 410"/>
          <p:cNvSpPr/>
          <p:nvPr/>
        </p:nvSpPr>
        <p:spPr>
          <a:xfrm>
            <a:off x="8349615" y="2674620"/>
            <a:ext cx="74295" cy="74295"/>
          </a:xfrm>
          <a:prstGeom prst="rect">
            <a:avLst/>
          </a:prstGeom>
          <a:solidFill>
            <a:srgbClr val="D9651F"/>
          </a:solidFill>
          <a:ln w="12700">
            <a:solidFill>
              <a:srgbClr val="D9651F"/>
            </a:solidFill>
            <a:prstDash val="solid"/>
          </a:ln>
        </p:spPr>
      </p:sp>
      <p:sp>
        <p:nvSpPr>
          <p:cNvPr id="414" name="Shape 411"/>
          <p:cNvSpPr/>
          <p:nvPr/>
        </p:nvSpPr>
        <p:spPr>
          <a:xfrm>
            <a:off x="8423910" y="2674620"/>
            <a:ext cx="74295" cy="74295"/>
          </a:xfrm>
          <a:prstGeom prst="rect">
            <a:avLst/>
          </a:prstGeom>
          <a:solidFill>
            <a:srgbClr val="D9651F"/>
          </a:solidFill>
          <a:ln w="12700">
            <a:solidFill>
              <a:srgbClr val="D9651F"/>
            </a:solidFill>
            <a:prstDash val="solid"/>
          </a:ln>
        </p:spPr>
      </p:sp>
      <p:sp>
        <p:nvSpPr>
          <p:cNvPr id="415" name="Shape 412"/>
          <p:cNvSpPr/>
          <p:nvPr/>
        </p:nvSpPr>
        <p:spPr>
          <a:xfrm>
            <a:off x="8498205" y="2674620"/>
            <a:ext cx="74295" cy="74295"/>
          </a:xfrm>
          <a:prstGeom prst="rect">
            <a:avLst/>
          </a:prstGeom>
          <a:solidFill>
            <a:srgbClr val="D9651F"/>
          </a:solidFill>
          <a:ln w="12700">
            <a:solidFill>
              <a:srgbClr val="D9651F"/>
            </a:solidFill>
            <a:prstDash val="solid"/>
          </a:ln>
        </p:spPr>
      </p:sp>
      <p:sp>
        <p:nvSpPr>
          <p:cNvPr id="416" name="Shape 413"/>
          <p:cNvSpPr/>
          <p:nvPr/>
        </p:nvSpPr>
        <p:spPr>
          <a:xfrm>
            <a:off x="8572500" y="2674620"/>
            <a:ext cx="74295" cy="74295"/>
          </a:xfrm>
          <a:prstGeom prst="rect">
            <a:avLst/>
          </a:prstGeom>
          <a:solidFill>
            <a:srgbClr val="D9651F"/>
          </a:solidFill>
          <a:ln w="12700">
            <a:solidFill>
              <a:srgbClr val="D9651F"/>
            </a:solidFill>
            <a:prstDash val="solid"/>
          </a:ln>
        </p:spPr>
      </p:sp>
      <p:sp>
        <p:nvSpPr>
          <p:cNvPr id="417" name="Shape 414"/>
          <p:cNvSpPr/>
          <p:nvPr/>
        </p:nvSpPr>
        <p:spPr>
          <a:xfrm>
            <a:off x="8646795" y="2674620"/>
            <a:ext cx="74295" cy="74295"/>
          </a:xfrm>
          <a:prstGeom prst="rect">
            <a:avLst/>
          </a:prstGeom>
          <a:solidFill>
            <a:srgbClr val="D9651F"/>
          </a:solidFill>
          <a:ln w="12700">
            <a:solidFill>
              <a:srgbClr val="D9651F"/>
            </a:solidFill>
            <a:prstDash val="solid"/>
          </a:ln>
        </p:spPr>
      </p:sp>
      <p:sp>
        <p:nvSpPr>
          <p:cNvPr id="418" name="Shape 415"/>
          <p:cNvSpPr/>
          <p:nvPr/>
        </p:nvSpPr>
        <p:spPr>
          <a:xfrm>
            <a:off x="7829550" y="2748915"/>
            <a:ext cx="74295" cy="74295"/>
          </a:xfrm>
          <a:prstGeom prst="rect">
            <a:avLst/>
          </a:prstGeom>
          <a:solidFill>
            <a:srgbClr val="D9651F"/>
          </a:solidFill>
          <a:ln w="12700">
            <a:solidFill>
              <a:srgbClr val="D9651F"/>
            </a:solidFill>
            <a:prstDash val="solid"/>
          </a:ln>
        </p:spPr>
      </p:sp>
      <p:sp>
        <p:nvSpPr>
          <p:cNvPr id="419" name="Shape 416"/>
          <p:cNvSpPr/>
          <p:nvPr/>
        </p:nvSpPr>
        <p:spPr>
          <a:xfrm>
            <a:off x="7903845" y="2748915"/>
            <a:ext cx="74295" cy="74295"/>
          </a:xfrm>
          <a:prstGeom prst="rect">
            <a:avLst/>
          </a:prstGeom>
          <a:solidFill>
            <a:srgbClr val="D9651F"/>
          </a:solidFill>
          <a:ln w="12700">
            <a:solidFill>
              <a:srgbClr val="D9651F"/>
            </a:solidFill>
            <a:prstDash val="solid"/>
          </a:ln>
        </p:spPr>
      </p:sp>
      <p:sp>
        <p:nvSpPr>
          <p:cNvPr id="420" name="Shape 417"/>
          <p:cNvSpPr/>
          <p:nvPr/>
        </p:nvSpPr>
        <p:spPr>
          <a:xfrm>
            <a:off x="7978140" y="2748915"/>
            <a:ext cx="74295" cy="74295"/>
          </a:xfrm>
          <a:prstGeom prst="rect">
            <a:avLst/>
          </a:prstGeom>
          <a:solidFill>
            <a:srgbClr val="D9651F"/>
          </a:solidFill>
          <a:ln w="12700">
            <a:solidFill>
              <a:srgbClr val="D9651F"/>
            </a:solidFill>
            <a:prstDash val="solid"/>
          </a:ln>
        </p:spPr>
      </p:sp>
      <p:sp>
        <p:nvSpPr>
          <p:cNvPr id="421" name="Shape 418"/>
          <p:cNvSpPr/>
          <p:nvPr/>
        </p:nvSpPr>
        <p:spPr>
          <a:xfrm>
            <a:off x="8052435" y="2748915"/>
            <a:ext cx="74295" cy="74295"/>
          </a:xfrm>
          <a:prstGeom prst="rect">
            <a:avLst/>
          </a:prstGeom>
          <a:solidFill>
            <a:srgbClr val="D9651F"/>
          </a:solidFill>
          <a:ln w="12700">
            <a:solidFill>
              <a:srgbClr val="D9651F"/>
            </a:solidFill>
            <a:prstDash val="solid"/>
          </a:ln>
        </p:spPr>
      </p:sp>
      <p:sp>
        <p:nvSpPr>
          <p:cNvPr id="422" name="Shape 419"/>
          <p:cNvSpPr/>
          <p:nvPr/>
        </p:nvSpPr>
        <p:spPr>
          <a:xfrm>
            <a:off x="8126730" y="2748915"/>
            <a:ext cx="74295" cy="74295"/>
          </a:xfrm>
          <a:prstGeom prst="rect">
            <a:avLst/>
          </a:prstGeom>
          <a:solidFill>
            <a:srgbClr val="D9651F"/>
          </a:solidFill>
          <a:ln w="12700">
            <a:solidFill>
              <a:srgbClr val="D9651F"/>
            </a:solidFill>
            <a:prstDash val="solid"/>
          </a:ln>
        </p:spPr>
      </p:sp>
      <p:sp>
        <p:nvSpPr>
          <p:cNvPr id="423" name="Shape 420"/>
          <p:cNvSpPr/>
          <p:nvPr/>
        </p:nvSpPr>
        <p:spPr>
          <a:xfrm>
            <a:off x="8201025" y="2748915"/>
            <a:ext cx="74295" cy="74295"/>
          </a:xfrm>
          <a:prstGeom prst="rect">
            <a:avLst/>
          </a:prstGeom>
          <a:solidFill>
            <a:srgbClr val="D9651F"/>
          </a:solidFill>
          <a:ln w="12700">
            <a:solidFill>
              <a:srgbClr val="D9651F"/>
            </a:solidFill>
            <a:prstDash val="solid"/>
          </a:ln>
        </p:spPr>
      </p:sp>
      <p:sp>
        <p:nvSpPr>
          <p:cNvPr id="424" name="Shape 421"/>
          <p:cNvSpPr/>
          <p:nvPr/>
        </p:nvSpPr>
        <p:spPr>
          <a:xfrm>
            <a:off x="8275320" y="2748915"/>
            <a:ext cx="74295" cy="74295"/>
          </a:xfrm>
          <a:prstGeom prst="rect">
            <a:avLst/>
          </a:prstGeom>
          <a:solidFill>
            <a:srgbClr val="D9651F"/>
          </a:solidFill>
          <a:ln w="12700">
            <a:solidFill>
              <a:srgbClr val="D9651F"/>
            </a:solidFill>
            <a:prstDash val="solid"/>
          </a:ln>
        </p:spPr>
      </p:sp>
      <p:sp>
        <p:nvSpPr>
          <p:cNvPr id="425" name="Shape 422"/>
          <p:cNvSpPr/>
          <p:nvPr/>
        </p:nvSpPr>
        <p:spPr>
          <a:xfrm>
            <a:off x="8349615" y="2748915"/>
            <a:ext cx="74295" cy="74295"/>
          </a:xfrm>
          <a:prstGeom prst="rect">
            <a:avLst/>
          </a:prstGeom>
          <a:solidFill>
            <a:srgbClr val="D9651F"/>
          </a:solidFill>
          <a:ln w="12700">
            <a:solidFill>
              <a:srgbClr val="D9651F"/>
            </a:solidFill>
            <a:prstDash val="solid"/>
          </a:ln>
        </p:spPr>
      </p:sp>
      <p:sp>
        <p:nvSpPr>
          <p:cNvPr id="426" name="Shape 423"/>
          <p:cNvSpPr/>
          <p:nvPr/>
        </p:nvSpPr>
        <p:spPr>
          <a:xfrm>
            <a:off x="8423910" y="2748915"/>
            <a:ext cx="74295" cy="74295"/>
          </a:xfrm>
          <a:prstGeom prst="rect">
            <a:avLst/>
          </a:prstGeom>
          <a:solidFill>
            <a:srgbClr val="D9651F"/>
          </a:solidFill>
          <a:ln w="12700">
            <a:solidFill>
              <a:srgbClr val="D9651F"/>
            </a:solidFill>
            <a:prstDash val="solid"/>
          </a:ln>
        </p:spPr>
      </p:sp>
      <p:sp>
        <p:nvSpPr>
          <p:cNvPr id="427" name="Shape 424"/>
          <p:cNvSpPr/>
          <p:nvPr/>
        </p:nvSpPr>
        <p:spPr>
          <a:xfrm>
            <a:off x="8498205" y="2748915"/>
            <a:ext cx="74295" cy="74295"/>
          </a:xfrm>
          <a:prstGeom prst="rect">
            <a:avLst/>
          </a:prstGeom>
          <a:solidFill>
            <a:srgbClr val="D9651F"/>
          </a:solidFill>
          <a:ln w="12700">
            <a:solidFill>
              <a:srgbClr val="D9651F"/>
            </a:solidFill>
            <a:prstDash val="solid"/>
          </a:ln>
        </p:spPr>
      </p:sp>
      <p:sp>
        <p:nvSpPr>
          <p:cNvPr id="428" name="Shape 425"/>
          <p:cNvSpPr/>
          <p:nvPr/>
        </p:nvSpPr>
        <p:spPr>
          <a:xfrm>
            <a:off x="8572500" y="2748915"/>
            <a:ext cx="74295" cy="74295"/>
          </a:xfrm>
          <a:prstGeom prst="rect">
            <a:avLst/>
          </a:prstGeom>
          <a:solidFill>
            <a:srgbClr val="D9651F"/>
          </a:solidFill>
          <a:ln w="12700">
            <a:solidFill>
              <a:srgbClr val="D9651F"/>
            </a:solidFill>
            <a:prstDash val="solid"/>
          </a:ln>
        </p:spPr>
      </p:sp>
      <p:sp>
        <p:nvSpPr>
          <p:cNvPr id="429" name="Shape 426"/>
          <p:cNvSpPr/>
          <p:nvPr/>
        </p:nvSpPr>
        <p:spPr>
          <a:xfrm>
            <a:off x="8646795" y="2748915"/>
            <a:ext cx="74295" cy="74295"/>
          </a:xfrm>
          <a:prstGeom prst="rect">
            <a:avLst/>
          </a:prstGeom>
          <a:solidFill>
            <a:srgbClr val="D9651F"/>
          </a:solidFill>
          <a:ln w="12700">
            <a:solidFill>
              <a:srgbClr val="D9651F"/>
            </a:solidFill>
            <a:prstDash val="solid"/>
          </a:ln>
        </p:spPr>
      </p:sp>
      <p:sp>
        <p:nvSpPr>
          <p:cNvPr id="430" name="Shape 427"/>
          <p:cNvSpPr/>
          <p:nvPr/>
        </p:nvSpPr>
        <p:spPr>
          <a:xfrm>
            <a:off x="8721090" y="2748915"/>
            <a:ext cx="74295" cy="74295"/>
          </a:xfrm>
          <a:prstGeom prst="rect">
            <a:avLst/>
          </a:prstGeom>
          <a:solidFill>
            <a:srgbClr val="D9651F"/>
          </a:solidFill>
          <a:ln w="12700">
            <a:solidFill>
              <a:srgbClr val="D9651F"/>
            </a:solidFill>
            <a:prstDash val="solid"/>
          </a:ln>
        </p:spPr>
      </p:sp>
      <p:sp>
        <p:nvSpPr>
          <p:cNvPr id="431" name="Shape 428"/>
          <p:cNvSpPr/>
          <p:nvPr/>
        </p:nvSpPr>
        <p:spPr>
          <a:xfrm>
            <a:off x="7829550" y="2823210"/>
            <a:ext cx="74295" cy="74295"/>
          </a:xfrm>
          <a:prstGeom prst="rect">
            <a:avLst/>
          </a:prstGeom>
          <a:solidFill>
            <a:srgbClr val="D9651F"/>
          </a:solidFill>
          <a:ln w="12700">
            <a:solidFill>
              <a:srgbClr val="D9651F"/>
            </a:solidFill>
            <a:prstDash val="solid"/>
          </a:ln>
        </p:spPr>
      </p:sp>
      <p:sp>
        <p:nvSpPr>
          <p:cNvPr id="432" name="Shape 429"/>
          <p:cNvSpPr/>
          <p:nvPr/>
        </p:nvSpPr>
        <p:spPr>
          <a:xfrm>
            <a:off x="7903845" y="2823210"/>
            <a:ext cx="74295" cy="74295"/>
          </a:xfrm>
          <a:prstGeom prst="rect">
            <a:avLst/>
          </a:prstGeom>
          <a:solidFill>
            <a:srgbClr val="D9651F"/>
          </a:solidFill>
          <a:ln w="12700">
            <a:solidFill>
              <a:srgbClr val="D9651F"/>
            </a:solidFill>
            <a:prstDash val="solid"/>
          </a:ln>
        </p:spPr>
      </p:sp>
      <p:sp>
        <p:nvSpPr>
          <p:cNvPr id="433" name="Shape 430"/>
          <p:cNvSpPr/>
          <p:nvPr/>
        </p:nvSpPr>
        <p:spPr>
          <a:xfrm>
            <a:off x="7978140" y="2823210"/>
            <a:ext cx="74295" cy="74295"/>
          </a:xfrm>
          <a:prstGeom prst="rect">
            <a:avLst/>
          </a:prstGeom>
          <a:solidFill>
            <a:srgbClr val="D9651F"/>
          </a:solidFill>
          <a:ln w="12700">
            <a:solidFill>
              <a:srgbClr val="D9651F"/>
            </a:solidFill>
            <a:prstDash val="solid"/>
          </a:ln>
        </p:spPr>
      </p:sp>
      <p:sp>
        <p:nvSpPr>
          <p:cNvPr id="434" name="Shape 431"/>
          <p:cNvSpPr/>
          <p:nvPr/>
        </p:nvSpPr>
        <p:spPr>
          <a:xfrm>
            <a:off x="8052435" y="2823210"/>
            <a:ext cx="74295" cy="74295"/>
          </a:xfrm>
          <a:prstGeom prst="rect">
            <a:avLst/>
          </a:prstGeom>
          <a:solidFill>
            <a:srgbClr val="D9651F"/>
          </a:solidFill>
          <a:ln w="12700">
            <a:solidFill>
              <a:srgbClr val="D9651F"/>
            </a:solidFill>
            <a:prstDash val="solid"/>
          </a:ln>
        </p:spPr>
      </p:sp>
      <p:sp>
        <p:nvSpPr>
          <p:cNvPr id="435" name="Shape 432"/>
          <p:cNvSpPr/>
          <p:nvPr/>
        </p:nvSpPr>
        <p:spPr>
          <a:xfrm>
            <a:off x="8126730" y="2823210"/>
            <a:ext cx="74295" cy="74295"/>
          </a:xfrm>
          <a:prstGeom prst="rect">
            <a:avLst/>
          </a:prstGeom>
          <a:solidFill>
            <a:srgbClr val="D9651F"/>
          </a:solidFill>
          <a:ln w="12700">
            <a:solidFill>
              <a:srgbClr val="D9651F"/>
            </a:solidFill>
            <a:prstDash val="solid"/>
          </a:ln>
        </p:spPr>
      </p:sp>
      <p:sp>
        <p:nvSpPr>
          <p:cNvPr id="436" name="Shape 433"/>
          <p:cNvSpPr/>
          <p:nvPr/>
        </p:nvSpPr>
        <p:spPr>
          <a:xfrm>
            <a:off x="8201025" y="2823210"/>
            <a:ext cx="74295" cy="74295"/>
          </a:xfrm>
          <a:prstGeom prst="rect">
            <a:avLst/>
          </a:prstGeom>
          <a:solidFill>
            <a:srgbClr val="D9651F"/>
          </a:solidFill>
          <a:ln w="12700">
            <a:solidFill>
              <a:srgbClr val="D9651F"/>
            </a:solidFill>
            <a:prstDash val="solid"/>
          </a:ln>
        </p:spPr>
      </p:sp>
      <p:sp>
        <p:nvSpPr>
          <p:cNvPr id="437" name="Shape 434"/>
          <p:cNvSpPr/>
          <p:nvPr/>
        </p:nvSpPr>
        <p:spPr>
          <a:xfrm>
            <a:off x="8275320" y="2823210"/>
            <a:ext cx="74295" cy="74295"/>
          </a:xfrm>
          <a:prstGeom prst="rect">
            <a:avLst/>
          </a:prstGeom>
          <a:solidFill>
            <a:srgbClr val="D9651F"/>
          </a:solidFill>
          <a:ln w="12700">
            <a:solidFill>
              <a:srgbClr val="D9651F"/>
            </a:solidFill>
            <a:prstDash val="solid"/>
          </a:ln>
        </p:spPr>
      </p:sp>
      <p:sp>
        <p:nvSpPr>
          <p:cNvPr id="438" name="Shape 435"/>
          <p:cNvSpPr/>
          <p:nvPr/>
        </p:nvSpPr>
        <p:spPr>
          <a:xfrm>
            <a:off x="8349615" y="2823210"/>
            <a:ext cx="74295" cy="74295"/>
          </a:xfrm>
          <a:prstGeom prst="rect">
            <a:avLst/>
          </a:prstGeom>
          <a:solidFill>
            <a:srgbClr val="D9651F"/>
          </a:solidFill>
          <a:ln w="12700">
            <a:solidFill>
              <a:srgbClr val="D9651F"/>
            </a:solidFill>
            <a:prstDash val="solid"/>
          </a:ln>
        </p:spPr>
      </p:sp>
      <p:sp>
        <p:nvSpPr>
          <p:cNvPr id="439" name="Shape 436"/>
          <p:cNvSpPr/>
          <p:nvPr/>
        </p:nvSpPr>
        <p:spPr>
          <a:xfrm>
            <a:off x="8423910" y="2823210"/>
            <a:ext cx="74295" cy="74295"/>
          </a:xfrm>
          <a:prstGeom prst="rect">
            <a:avLst/>
          </a:prstGeom>
          <a:solidFill>
            <a:srgbClr val="D9651F"/>
          </a:solidFill>
          <a:ln w="12700">
            <a:solidFill>
              <a:srgbClr val="D9651F"/>
            </a:solidFill>
            <a:prstDash val="solid"/>
          </a:ln>
        </p:spPr>
      </p:sp>
      <p:sp>
        <p:nvSpPr>
          <p:cNvPr id="440" name="Shape 437"/>
          <p:cNvSpPr/>
          <p:nvPr/>
        </p:nvSpPr>
        <p:spPr>
          <a:xfrm>
            <a:off x="8498205" y="2823210"/>
            <a:ext cx="74295" cy="74295"/>
          </a:xfrm>
          <a:prstGeom prst="rect">
            <a:avLst/>
          </a:prstGeom>
          <a:solidFill>
            <a:srgbClr val="D9651F"/>
          </a:solidFill>
          <a:ln w="12700">
            <a:solidFill>
              <a:srgbClr val="D9651F"/>
            </a:solidFill>
            <a:prstDash val="solid"/>
          </a:ln>
        </p:spPr>
      </p:sp>
      <p:sp>
        <p:nvSpPr>
          <p:cNvPr id="441" name="Shape 438"/>
          <p:cNvSpPr/>
          <p:nvPr/>
        </p:nvSpPr>
        <p:spPr>
          <a:xfrm>
            <a:off x="8572500" y="2823210"/>
            <a:ext cx="74295" cy="74295"/>
          </a:xfrm>
          <a:prstGeom prst="rect">
            <a:avLst/>
          </a:prstGeom>
          <a:solidFill>
            <a:srgbClr val="D9651F"/>
          </a:solidFill>
          <a:ln w="12700">
            <a:solidFill>
              <a:srgbClr val="D9651F"/>
            </a:solidFill>
            <a:prstDash val="solid"/>
          </a:ln>
        </p:spPr>
      </p:sp>
      <p:sp>
        <p:nvSpPr>
          <p:cNvPr id="442" name="Shape 439"/>
          <p:cNvSpPr/>
          <p:nvPr/>
        </p:nvSpPr>
        <p:spPr>
          <a:xfrm>
            <a:off x="8646795" y="2823210"/>
            <a:ext cx="74295" cy="74295"/>
          </a:xfrm>
          <a:prstGeom prst="rect">
            <a:avLst/>
          </a:prstGeom>
          <a:solidFill>
            <a:srgbClr val="D9651F"/>
          </a:solidFill>
          <a:ln w="12700">
            <a:solidFill>
              <a:srgbClr val="D9651F"/>
            </a:solidFill>
            <a:prstDash val="solid"/>
          </a:ln>
        </p:spPr>
      </p:sp>
      <p:sp>
        <p:nvSpPr>
          <p:cNvPr id="443" name="Shape 440"/>
          <p:cNvSpPr/>
          <p:nvPr/>
        </p:nvSpPr>
        <p:spPr>
          <a:xfrm>
            <a:off x="8721090" y="2823210"/>
            <a:ext cx="74295" cy="74295"/>
          </a:xfrm>
          <a:prstGeom prst="rect">
            <a:avLst/>
          </a:prstGeom>
          <a:solidFill>
            <a:srgbClr val="D9651F"/>
          </a:solidFill>
          <a:ln w="12700">
            <a:solidFill>
              <a:srgbClr val="D9651F"/>
            </a:solidFill>
            <a:prstDash val="solid"/>
          </a:ln>
        </p:spPr>
      </p:sp>
      <p:sp>
        <p:nvSpPr>
          <p:cNvPr id="444" name="Shape 441"/>
          <p:cNvSpPr/>
          <p:nvPr/>
        </p:nvSpPr>
        <p:spPr>
          <a:xfrm>
            <a:off x="7755255" y="2897505"/>
            <a:ext cx="74295" cy="74295"/>
          </a:xfrm>
          <a:prstGeom prst="rect">
            <a:avLst/>
          </a:prstGeom>
          <a:solidFill>
            <a:srgbClr val="6F6785"/>
          </a:solidFill>
          <a:ln w="12700">
            <a:solidFill>
              <a:srgbClr val="6F6785"/>
            </a:solidFill>
            <a:prstDash val="solid"/>
          </a:ln>
        </p:spPr>
      </p:sp>
      <p:sp>
        <p:nvSpPr>
          <p:cNvPr id="445" name="Shape 442"/>
          <p:cNvSpPr/>
          <p:nvPr/>
        </p:nvSpPr>
        <p:spPr>
          <a:xfrm>
            <a:off x="7829550" y="2897505"/>
            <a:ext cx="74295" cy="74295"/>
          </a:xfrm>
          <a:prstGeom prst="rect">
            <a:avLst/>
          </a:prstGeom>
          <a:solidFill>
            <a:srgbClr val="D9651F"/>
          </a:solidFill>
          <a:ln w="12700">
            <a:solidFill>
              <a:srgbClr val="D9651F"/>
            </a:solidFill>
            <a:prstDash val="solid"/>
          </a:ln>
        </p:spPr>
      </p:sp>
      <p:sp>
        <p:nvSpPr>
          <p:cNvPr id="446" name="Shape 443"/>
          <p:cNvSpPr/>
          <p:nvPr/>
        </p:nvSpPr>
        <p:spPr>
          <a:xfrm>
            <a:off x="7903845" y="2897505"/>
            <a:ext cx="74295" cy="74295"/>
          </a:xfrm>
          <a:prstGeom prst="rect">
            <a:avLst/>
          </a:prstGeom>
          <a:solidFill>
            <a:srgbClr val="D9651F"/>
          </a:solidFill>
          <a:ln w="12700">
            <a:solidFill>
              <a:srgbClr val="D9651F"/>
            </a:solidFill>
            <a:prstDash val="solid"/>
          </a:ln>
        </p:spPr>
      </p:sp>
      <p:sp>
        <p:nvSpPr>
          <p:cNvPr id="447" name="Shape 444"/>
          <p:cNvSpPr/>
          <p:nvPr/>
        </p:nvSpPr>
        <p:spPr>
          <a:xfrm>
            <a:off x="7978140" y="2897505"/>
            <a:ext cx="74295" cy="74295"/>
          </a:xfrm>
          <a:prstGeom prst="rect">
            <a:avLst/>
          </a:prstGeom>
          <a:solidFill>
            <a:srgbClr val="D9651F"/>
          </a:solidFill>
          <a:ln w="12700">
            <a:solidFill>
              <a:srgbClr val="D9651F"/>
            </a:solidFill>
            <a:prstDash val="solid"/>
          </a:ln>
        </p:spPr>
      </p:sp>
      <p:sp>
        <p:nvSpPr>
          <p:cNvPr id="448" name="Shape 445"/>
          <p:cNvSpPr/>
          <p:nvPr/>
        </p:nvSpPr>
        <p:spPr>
          <a:xfrm>
            <a:off x="8052435" y="2897505"/>
            <a:ext cx="74295" cy="74295"/>
          </a:xfrm>
          <a:prstGeom prst="rect">
            <a:avLst/>
          </a:prstGeom>
          <a:solidFill>
            <a:srgbClr val="D9651F"/>
          </a:solidFill>
          <a:ln w="12700">
            <a:solidFill>
              <a:srgbClr val="D9651F"/>
            </a:solidFill>
            <a:prstDash val="solid"/>
          </a:ln>
        </p:spPr>
      </p:sp>
      <p:sp>
        <p:nvSpPr>
          <p:cNvPr id="449" name="Shape 446"/>
          <p:cNvSpPr/>
          <p:nvPr/>
        </p:nvSpPr>
        <p:spPr>
          <a:xfrm>
            <a:off x="8126730" y="2897505"/>
            <a:ext cx="74295" cy="74295"/>
          </a:xfrm>
          <a:prstGeom prst="rect">
            <a:avLst/>
          </a:prstGeom>
          <a:solidFill>
            <a:srgbClr val="D9651F"/>
          </a:solidFill>
          <a:ln w="12700">
            <a:solidFill>
              <a:srgbClr val="D9651F"/>
            </a:solidFill>
            <a:prstDash val="solid"/>
          </a:ln>
        </p:spPr>
      </p:sp>
      <p:sp>
        <p:nvSpPr>
          <p:cNvPr id="450" name="Shape 447"/>
          <p:cNvSpPr/>
          <p:nvPr/>
        </p:nvSpPr>
        <p:spPr>
          <a:xfrm>
            <a:off x="8201025" y="2897505"/>
            <a:ext cx="74295" cy="74295"/>
          </a:xfrm>
          <a:prstGeom prst="rect">
            <a:avLst/>
          </a:prstGeom>
          <a:solidFill>
            <a:srgbClr val="D9651F"/>
          </a:solidFill>
          <a:ln w="12700">
            <a:solidFill>
              <a:srgbClr val="D9651F"/>
            </a:solidFill>
            <a:prstDash val="solid"/>
          </a:ln>
        </p:spPr>
      </p:sp>
      <p:sp>
        <p:nvSpPr>
          <p:cNvPr id="451" name="Shape 448"/>
          <p:cNvSpPr/>
          <p:nvPr/>
        </p:nvSpPr>
        <p:spPr>
          <a:xfrm>
            <a:off x="8275320" y="2897505"/>
            <a:ext cx="74295" cy="74295"/>
          </a:xfrm>
          <a:prstGeom prst="rect">
            <a:avLst/>
          </a:prstGeom>
          <a:solidFill>
            <a:srgbClr val="D9651F"/>
          </a:solidFill>
          <a:ln w="12700">
            <a:solidFill>
              <a:srgbClr val="D9651F"/>
            </a:solidFill>
            <a:prstDash val="solid"/>
          </a:ln>
        </p:spPr>
      </p:sp>
      <p:sp>
        <p:nvSpPr>
          <p:cNvPr id="452" name="Shape 449"/>
          <p:cNvSpPr/>
          <p:nvPr/>
        </p:nvSpPr>
        <p:spPr>
          <a:xfrm>
            <a:off x="8349615" y="2897505"/>
            <a:ext cx="74295" cy="74295"/>
          </a:xfrm>
          <a:prstGeom prst="rect">
            <a:avLst/>
          </a:prstGeom>
          <a:solidFill>
            <a:srgbClr val="D9651F"/>
          </a:solidFill>
          <a:ln w="12700">
            <a:solidFill>
              <a:srgbClr val="D9651F"/>
            </a:solidFill>
            <a:prstDash val="solid"/>
          </a:ln>
        </p:spPr>
      </p:sp>
      <p:sp>
        <p:nvSpPr>
          <p:cNvPr id="453" name="Shape 450"/>
          <p:cNvSpPr/>
          <p:nvPr/>
        </p:nvSpPr>
        <p:spPr>
          <a:xfrm>
            <a:off x="8423910" y="2897505"/>
            <a:ext cx="74295" cy="74295"/>
          </a:xfrm>
          <a:prstGeom prst="rect">
            <a:avLst/>
          </a:prstGeom>
          <a:solidFill>
            <a:srgbClr val="D9651F"/>
          </a:solidFill>
          <a:ln w="12700">
            <a:solidFill>
              <a:srgbClr val="D9651F"/>
            </a:solidFill>
            <a:prstDash val="solid"/>
          </a:ln>
        </p:spPr>
      </p:sp>
      <p:sp>
        <p:nvSpPr>
          <p:cNvPr id="454" name="Shape 451"/>
          <p:cNvSpPr/>
          <p:nvPr/>
        </p:nvSpPr>
        <p:spPr>
          <a:xfrm>
            <a:off x="8498205" y="2897505"/>
            <a:ext cx="74295" cy="74295"/>
          </a:xfrm>
          <a:prstGeom prst="rect">
            <a:avLst/>
          </a:prstGeom>
          <a:solidFill>
            <a:srgbClr val="D9651F"/>
          </a:solidFill>
          <a:ln w="12700">
            <a:solidFill>
              <a:srgbClr val="D9651F"/>
            </a:solidFill>
            <a:prstDash val="solid"/>
          </a:ln>
        </p:spPr>
      </p:sp>
      <p:sp>
        <p:nvSpPr>
          <p:cNvPr id="455" name="Shape 452"/>
          <p:cNvSpPr/>
          <p:nvPr/>
        </p:nvSpPr>
        <p:spPr>
          <a:xfrm>
            <a:off x="8572500" y="2897505"/>
            <a:ext cx="74295" cy="74295"/>
          </a:xfrm>
          <a:prstGeom prst="rect">
            <a:avLst/>
          </a:prstGeom>
          <a:solidFill>
            <a:srgbClr val="D9651F"/>
          </a:solidFill>
          <a:ln w="12700">
            <a:solidFill>
              <a:srgbClr val="D9651F"/>
            </a:solidFill>
            <a:prstDash val="solid"/>
          </a:ln>
        </p:spPr>
      </p:sp>
      <p:sp>
        <p:nvSpPr>
          <p:cNvPr id="456" name="Shape 453"/>
          <p:cNvSpPr/>
          <p:nvPr/>
        </p:nvSpPr>
        <p:spPr>
          <a:xfrm>
            <a:off x="8646795" y="2897505"/>
            <a:ext cx="74295" cy="74295"/>
          </a:xfrm>
          <a:prstGeom prst="rect">
            <a:avLst/>
          </a:prstGeom>
          <a:solidFill>
            <a:srgbClr val="D9651F"/>
          </a:solidFill>
          <a:ln w="12700">
            <a:solidFill>
              <a:srgbClr val="D9651F"/>
            </a:solidFill>
            <a:prstDash val="solid"/>
          </a:ln>
        </p:spPr>
      </p:sp>
      <p:sp>
        <p:nvSpPr>
          <p:cNvPr id="457" name="Shape 454"/>
          <p:cNvSpPr/>
          <p:nvPr/>
        </p:nvSpPr>
        <p:spPr>
          <a:xfrm>
            <a:off x="8721090" y="2897505"/>
            <a:ext cx="74295" cy="74295"/>
          </a:xfrm>
          <a:prstGeom prst="rect">
            <a:avLst/>
          </a:prstGeom>
          <a:solidFill>
            <a:srgbClr val="D9651F"/>
          </a:solidFill>
          <a:ln w="12700">
            <a:solidFill>
              <a:srgbClr val="D9651F"/>
            </a:solidFill>
            <a:prstDash val="solid"/>
          </a:ln>
        </p:spPr>
      </p:sp>
      <p:sp>
        <p:nvSpPr>
          <p:cNvPr id="458" name="Shape 455"/>
          <p:cNvSpPr/>
          <p:nvPr/>
        </p:nvSpPr>
        <p:spPr>
          <a:xfrm>
            <a:off x="7755255" y="2971800"/>
            <a:ext cx="74295" cy="74295"/>
          </a:xfrm>
          <a:prstGeom prst="rect">
            <a:avLst/>
          </a:prstGeom>
          <a:solidFill>
            <a:srgbClr val="D9651F"/>
          </a:solidFill>
          <a:ln w="12700">
            <a:solidFill>
              <a:srgbClr val="D9651F"/>
            </a:solidFill>
            <a:prstDash val="solid"/>
          </a:ln>
        </p:spPr>
      </p:sp>
      <p:sp>
        <p:nvSpPr>
          <p:cNvPr id="459" name="Shape 456"/>
          <p:cNvSpPr/>
          <p:nvPr/>
        </p:nvSpPr>
        <p:spPr>
          <a:xfrm>
            <a:off x="7829550" y="2971800"/>
            <a:ext cx="74295" cy="74295"/>
          </a:xfrm>
          <a:prstGeom prst="rect">
            <a:avLst/>
          </a:prstGeom>
          <a:solidFill>
            <a:srgbClr val="D9651F"/>
          </a:solidFill>
          <a:ln w="12700">
            <a:solidFill>
              <a:srgbClr val="D9651F"/>
            </a:solidFill>
            <a:prstDash val="solid"/>
          </a:ln>
        </p:spPr>
      </p:sp>
      <p:sp>
        <p:nvSpPr>
          <p:cNvPr id="460" name="Shape 457"/>
          <p:cNvSpPr/>
          <p:nvPr/>
        </p:nvSpPr>
        <p:spPr>
          <a:xfrm>
            <a:off x="7903845" y="2971800"/>
            <a:ext cx="74295" cy="74295"/>
          </a:xfrm>
          <a:prstGeom prst="rect">
            <a:avLst/>
          </a:prstGeom>
          <a:solidFill>
            <a:srgbClr val="D9651F"/>
          </a:solidFill>
          <a:ln w="12700">
            <a:solidFill>
              <a:srgbClr val="D9651F"/>
            </a:solidFill>
            <a:prstDash val="solid"/>
          </a:ln>
        </p:spPr>
      </p:sp>
      <p:sp>
        <p:nvSpPr>
          <p:cNvPr id="461" name="Shape 458"/>
          <p:cNvSpPr/>
          <p:nvPr/>
        </p:nvSpPr>
        <p:spPr>
          <a:xfrm>
            <a:off x="7978140" y="2971800"/>
            <a:ext cx="74295" cy="74295"/>
          </a:xfrm>
          <a:prstGeom prst="rect">
            <a:avLst/>
          </a:prstGeom>
          <a:solidFill>
            <a:srgbClr val="D9651F"/>
          </a:solidFill>
          <a:ln w="12700">
            <a:solidFill>
              <a:srgbClr val="D9651F"/>
            </a:solidFill>
            <a:prstDash val="solid"/>
          </a:ln>
        </p:spPr>
      </p:sp>
      <p:sp>
        <p:nvSpPr>
          <p:cNvPr id="462" name="Shape 459"/>
          <p:cNvSpPr/>
          <p:nvPr/>
        </p:nvSpPr>
        <p:spPr>
          <a:xfrm>
            <a:off x="8052435" y="2971800"/>
            <a:ext cx="74295" cy="74295"/>
          </a:xfrm>
          <a:prstGeom prst="rect">
            <a:avLst/>
          </a:prstGeom>
          <a:solidFill>
            <a:srgbClr val="D9651F"/>
          </a:solidFill>
          <a:ln w="12700">
            <a:solidFill>
              <a:srgbClr val="D9651F"/>
            </a:solidFill>
            <a:prstDash val="solid"/>
          </a:ln>
        </p:spPr>
      </p:sp>
      <p:sp>
        <p:nvSpPr>
          <p:cNvPr id="463" name="Shape 460"/>
          <p:cNvSpPr/>
          <p:nvPr/>
        </p:nvSpPr>
        <p:spPr>
          <a:xfrm>
            <a:off x="8126730" y="2971800"/>
            <a:ext cx="74295" cy="74295"/>
          </a:xfrm>
          <a:prstGeom prst="rect">
            <a:avLst/>
          </a:prstGeom>
          <a:solidFill>
            <a:srgbClr val="D9651F"/>
          </a:solidFill>
          <a:ln w="12700">
            <a:solidFill>
              <a:srgbClr val="D9651F"/>
            </a:solidFill>
            <a:prstDash val="solid"/>
          </a:ln>
        </p:spPr>
      </p:sp>
      <p:sp>
        <p:nvSpPr>
          <p:cNvPr id="464" name="Shape 461"/>
          <p:cNvSpPr/>
          <p:nvPr/>
        </p:nvSpPr>
        <p:spPr>
          <a:xfrm>
            <a:off x="8201025" y="2971800"/>
            <a:ext cx="74295" cy="74295"/>
          </a:xfrm>
          <a:prstGeom prst="rect">
            <a:avLst/>
          </a:prstGeom>
          <a:solidFill>
            <a:srgbClr val="D9651F"/>
          </a:solidFill>
          <a:ln w="12700">
            <a:solidFill>
              <a:srgbClr val="D9651F"/>
            </a:solidFill>
            <a:prstDash val="solid"/>
          </a:ln>
        </p:spPr>
      </p:sp>
      <p:sp>
        <p:nvSpPr>
          <p:cNvPr id="465" name="Shape 462"/>
          <p:cNvSpPr/>
          <p:nvPr/>
        </p:nvSpPr>
        <p:spPr>
          <a:xfrm>
            <a:off x="8275320" y="2971800"/>
            <a:ext cx="74295" cy="74295"/>
          </a:xfrm>
          <a:prstGeom prst="rect">
            <a:avLst/>
          </a:prstGeom>
          <a:solidFill>
            <a:srgbClr val="D9651F"/>
          </a:solidFill>
          <a:ln w="12700">
            <a:solidFill>
              <a:srgbClr val="D9651F"/>
            </a:solidFill>
            <a:prstDash val="solid"/>
          </a:ln>
        </p:spPr>
      </p:sp>
      <p:sp>
        <p:nvSpPr>
          <p:cNvPr id="466" name="Shape 463"/>
          <p:cNvSpPr/>
          <p:nvPr/>
        </p:nvSpPr>
        <p:spPr>
          <a:xfrm>
            <a:off x="8349615" y="2971800"/>
            <a:ext cx="74295" cy="74295"/>
          </a:xfrm>
          <a:prstGeom prst="rect">
            <a:avLst/>
          </a:prstGeom>
          <a:solidFill>
            <a:srgbClr val="D9651F"/>
          </a:solidFill>
          <a:ln w="12700">
            <a:solidFill>
              <a:srgbClr val="D9651F"/>
            </a:solidFill>
            <a:prstDash val="solid"/>
          </a:ln>
        </p:spPr>
      </p:sp>
      <p:sp>
        <p:nvSpPr>
          <p:cNvPr id="467" name="Shape 464"/>
          <p:cNvSpPr/>
          <p:nvPr/>
        </p:nvSpPr>
        <p:spPr>
          <a:xfrm>
            <a:off x="8423910" y="2971800"/>
            <a:ext cx="74295" cy="74295"/>
          </a:xfrm>
          <a:prstGeom prst="rect">
            <a:avLst/>
          </a:prstGeom>
          <a:solidFill>
            <a:srgbClr val="D9651F"/>
          </a:solidFill>
          <a:ln w="12700">
            <a:solidFill>
              <a:srgbClr val="D9651F"/>
            </a:solidFill>
            <a:prstDash val="solid"/>
          </a:ln>
        </p:spPr>
      </p:sp>
      <p:sp>
        <p:nvSpPr>
          <p:cNvPr id="468" name="Shape 465"/>
          <p:cNvSpPr/>
          <p:nvPr/>
        </p:nvSpPr>
        <p:spPr>
          <a:xfrm>
            <a:off x="8498205" y="2971800"/>
            <a:ext cx="74295" cy="74295"/>
          </a:xfrm>
          <a:prstGeom prst="rect">
            <a:avLst/>
          </a:prstGeom>
          <a:solidFill>
            <a:srgbClr val="D9651F"/>
          </a:solidFill>
          <a:ln w="12700">
            <a:solidFill>
              <a:srgbClr val="D9651F"/>
            </a:solidFill>
            <a:prstDash val="solid"/>
          </a:ln>
        </p:spPr>
      </p:sp>
      <p:sp>
        <p:nvSpPr>
          <p:cNvPr id="469" name="Shape 466"/>
          <p:cNvSpPr/>
          <p:nvPr/>
        </p:nvSpPr>
        <p:spPr>
          <a:xfrm>
            <a:off x="8572500" y="2971800"/>
            <a:ext cx="74295" cy="74295"/>
          </a:xfrm>
          <a:prstGeom prst="rect">
            <a:avLst/>
          </a:prstGeom>
          <a:solidFill>
            <a:srgbClr val="D9651F"/>
          </a:solidFill>
          <a:ln w="12700">
            <a:solidFill>
              <a:srgbClr val="D9651F"/>
            </a:solidFill>
            <a:prstDash val="solid"/>
          </a:ln>
        </p:spPr>
      </p:sp>
      <p:sp>
        <p:nvSpPr>
          <p:cNvPr id="470" name="Shape 467"/>
          <p:cNvSpPr/>
          <p:nvPr/>
        </p:nvSpPr>
        <p:spPr>
          <a:xfrm>
            <a:off x="8646795" y="2971800"/>
            <a:ext cx="74295" cy="74295"/>
          </a:xfrm>
          <a:prstGeom prst="rect">
            <a:avLst/>
          </a:prstGeom>
          <a:solidFill>
            <a:srgbClr val="D9651F"/>
          </a:solidFill>
          <a:ln w="12700">
            <a:solidFill>
              <a:srgbClr val="D9651F"/>
            </a:solidFill>
            <a:prstDash val="solid"/>
          </a:ln>
        </p:spPr>
      </p:sp>
      <p:sp>
        <p:nvSpPr>
          <p:cNvPr id="471" name="Shape 468"/>
          <p:cNvSpPr/>
          <p:nvPr/>
        </p:nvSpPr>
        <p:spPr>
          <a:xfrm>
            <a:off x="7755255" y="3046095"/>
            <a:ext cx="74295" cy="74295"/>
          </a:xfrm>
          <a:prstGeom prst="rect">
            <a:avLst/>
          </a:prstGeom>
          <a:solidFill>
            <a:srgbClr val="D9651F"/>
          </a:solidFill>
          <a:ln w="12700">
            <a:solidFill>
              <a:srgbClr val="D9651F"/>
            </a:solidFill>
            <a:prstDash val="solid"/>
          </a:ln>
        </p:spPr>
      </p:sp>
      <p:sp>
        <p:nvSpPr>
          <p:cNvPr id="472" name="Shape 469"/>
          <p:cNvSpPr/>
          <p:nvPr/>
        </p:nvSpPr>
        <p:spPr>
          <a:xfrm>
            <a:off x="7829550" y="3046095"/>
            <a:ext cx="74295" cy="74295"/>
          </a:xfrm>
          <a:prstGeom prst="rect">
            <a:avLst/>
          </a:prstGeom>
          <a:solidFill>
            <a:srgbClr val="D9651F"/>
          </a:solidFill>
          <a:ln w="12700">
            <a:solidFill>
              <a:srgbClr val="D9651F"/>
            </a:solidFill>
            <a:prstDash val="solid"/>
          </a:ln>
        </p:spPr>
      </p:sp>
      <p:sp>
        <p:nvSpPr>
          <p:cNvPr id="473" name="Shape 470"/>
          <p:cNvSpPr/>
          <p:nvPr/>
        </p:nvSpPr>
        <p:spPr>
          <a:xfrm>
            <a:off x="7903845" y="3046095"/>
            <a:ext cx="74295" cy="74295"/>
          </a:xfrm>
          <a:prstGeom prst="rect">
            <a:avLst/>
          </a:prstGeom>
          <a:solidFill>
            <a:srgbClr val="D9651F"/>
          </a:solidFill>
          <a:ln w="12700">
            <a:solidFill>
              <a:srgbClr val="D9651F"/>
            </a:solidFill>
            <a:prstDash val="solid"/>
          </a:ln>
        </p:spPr>
      </p:sp>
      <p:sp>
        <p:nvSpPr>
          <p:cNvPr id="474" name="Shape 471"/>
          <p:cNvSpPr/>
          <p:nvPr/>
        </p:nvSpPr>
        <p:spPr>
          <a:xfrm>
            <a:off x="7978140" y="3046095"/>
            <a:ext cx="74295" cy="74295"/>
          </a:xfrm>
          <a:prstGeom prst="rect">
            <a:avLst/>
          </a:prstGeom>
          <a:solidFill>
            <a:srgbClr val="D9651F"/>
          </a:solidFill>
          <a:ln w="12700">
            <a:solidFill>
              <a:srgbClr val="D9651F"/>
            </a:solidFill>
            <a:prstDash val="solid"/>
          </a:ln>
        </p:spPr>
      </p:sp>
      <p:sp>
        <p:nvSpPr>
          <p:cNvPr id="475" name="Shape 472"/>
          <p:cNvSpPr/>
          <p:nvPr/>
        </p:nvSpPr>
        <p:spPr>
          <a:xfrm>
            <a:off x="8052435" y="3046095"/>
            <a:ext cx="74295" cy="74295"/>
          </a:xfrm>
          <a:prstGeom prst="rect">
            <a:avLst/>
          </a:prstGeom>
          <a:solidFill>
            <a:srgbClr val="D9651F"/>
          </a:solidFill>
          <a:ln w="12700">
            <a:solidFill>
              <a:srgbClr val="D9651F"/>
            </a:solidFill>
            <a:prstDash val="solid"/>
          </a:ln>
        </p:spPr>
      </p:sp>
      <p:sp>
        <p:nvSpPr>
          <p:cNvPr id="476" name="Shape 473"/>
          <p:cNvSpPr/>
          <p:nvPr/>
        </p:nvSpPr>
        <p:spPr>
          <a:xfrm>
            <a:off x="8126730" y="3046095"/>
            <a:ext cx="74295" cy="74295"/>
          </a:xfrm>
          <a:prstGeom prst="rect">
            <a:avLst/>
          </a:prstGeom>
          <a:solidFill>
            <a:srgbClr val="D9651F"/>
          </a:solidFill>
          <a:ln w="12700">
            <a:solidFill>
              <a:srgbClr val="D9651F"/>
            </a:solidFill>
            <a:prstDash val="solid"/>
          </a:ln>
        </p:spPr>
      </p:sp>
      <p:sp>
        <p:nvSpPr>
          <p:cNvPr id="477" name="Shape 474"/>
          <p:cNvSpPr/>
          <p:nvPr/>
        </p:nvSpPr>
        <p:spPr>
          <a:xfrm>
            <a:off x="8201025" y="3046095"/>
            <a:ext cx="74295" cy="74295"/>
          </a:xfrm>
          <a:prstGeom prst="rect">
            <a:avLst/>
          </a:prstGeom>
          <a:solidFill>
            <a:srgbClr val="D9651F"/>
          </a:solidFill>
          <a:ln w="12700">
            <a:solidFill>
              <a:srgbClr val="D9651F"/>
            </a:solidFill>
            <a:prstDash val="solid"/>
          </a:ln>
        </p:spPr>
      </p:sp>
      <p:sp>
        <p:nvSpPr>
          <p:cNvPr id="478" name="Shape 475"/>
          <p:cNvSpPr/>
          <p:nvPr/>
        </p:nvSpPr>
        <p:spPr>
          <a:xfrm>
            <a:off x="8275320" y="3046095"/>
            <a:ext cx="74295" cy="74295"/>
          </a:xfrm>
          <a:prstGeom prst="rect">
            <a:avLst/>
          </a:prstGeom>
          <a:solidFill>
            <a:srgbClr val="D9651F"/>
          </a:solidFill>
          <a:ln w="12700">
            <a:solidFill>
              <a:srgbClr val="D9651F"/>
            </a:solidFill>
            <a:prstDash val="solid"/>
          </a:ln>
        </p:spPr>
      </p:sp>
      <p:sp>
        <p:nvSpPr>
          <p:cNvPr id="479" name="Shape 476"/>
          <p:cNvSpPr/>
          <p:nvPr/>
        </p:nvSpPr>
        <p:spPr>
          <a:xfrm>
            <a:off x="8349615" y="3046095"/>
            <a:ext cx="74295" cy="74295"/>
          </a:xfrm>
          <a:prstGeom prst="rect">
            <a:avLst/>
          </a:prstGeom>
          <a:solidFill>
            <a:srgbClr val="D9651F"/>
          </a:solidFill>
          <a:ln w="12700">
            <a:solidFill>
              <a:srgbClr val="D9651F"/>
            </a:solidFill>
            <a:prstDash val="solid"/>
          </a:ln>
        </p:spPr>
      </p:sp>
      <p:sp>
        <p:nvSpPr>
          <p:cNvPr id="480" name="Shape 477"/>
          <p:cNvSpPr/>
          <p:nvPr/>
        </p:nvSpPr>
        <p:spPr>
          <a:xfrm>
            <a:off x="8423910" y="3046095"/>
            <a:ext cx="74295" cy="74295"/>
          </a:xfrm>
          <a:prstGeom prst="rect">
            <a:avLst/>
          </a:prstGeom>
          <a:solidFill>
            <a:srgbClr val="D9651F"/>
          </a:solidFill>
          <a:ln w="12700">
            <a:solidFill>
              <a:srgbClr val="D9651F"/>
            </a:solidFill>
            <a:prstDash val="solid"/>
          </a:ln>
        </p:spPr>
      </p:sp>
      <p:sp>
        <p:nvSpPr>
          <p:cNvPr id="481" name="Shape 478"/>
          <p:cNvSpPr/>
          <p:nvPr/>
        </p:nvSpPr>
        <p:spPr>
          <a:xfrm>
            <a:off x="8498205" y="3046095"/>
            <a:ext cx="74295" cy="74295"/>
          </a:xfrm>
          <a:prstGeom prst="rect">
            <a:avLst/>
          </a:prstGeom>
          <a:solidFill>
            <a:srgbClr val="D9651F"/>
          </a:solidFill>
          <a:ln w="12700">
            <a:solidFill>
              <a:srgbClr val="D9651F"/>
            </a:solidFill>
            <a:prstDash val="solid"/>
          </a:ln>
        </p:spPr>
      </p:sp>
      <p:sp>
        <p:nvSpPr>
          <p:cNvPr id="482" name="Shape 479"/>
          <p:cNvSpPr/>
          <p:nvPr/>
        </p:nvSpPr>
        <p:spPr>
          <a:xfrm>
            <a:off x="8572500" y="3046095"/>
            <a:ext cx="74295" cy="74295"/>
          </a:xfrm>
          <a:prstGeom prst="rect">
            <a:avLst/>
          </a:prstGeom>
          <a:solidFill>
            <a:srgbClr val="D9651F"/>
          </a:solidFill>
          <a:ln w="12700">
            <a:solidFill>
              <a:srgbClr val="D9651F"/>
            </a:solidFill>
            <a:prstDash val="solid"/>
          </a:ln>
        </p:spPr>
      </p:sp>
      <p:sp>
        <p:nvSpPr>
          <p:cNvPr id="483" name="Shape 480"/>
          <p:cNvSpPr/>
          <p:nvPr/>
        </p:nvSpPr>
        <p:spPr>
          <a:xfrm>
            <a:off x="8646795" y="3046095"/>
            <a:ext cx="74295" cy="74295"/>
          </a:xfrm>
          <a:prstGeom prst="rect">
            <a:avLst/>
          </a:prstGeom>
          <a:solidFill>
            <a:srgbClr val="D9651F"/>
          </a:solidFill>
          <a:ln w="12700">
            <a:solidFill>
              <a:srgbClr val="D9651F"/>
            </a:solidFill>
            <a:prstDash val="solid"/>
          </a:ln>
        </p:spPr>
      </p:sp>
      <p:sp>
        <p:nvSpPr>
          <p:cNvPr id="484" name="Shape 481"/>
          <p:cNvSpPr/>
          <p:nvPr/>
        </p:nvSpPr>
        <p:spPr>
          <a:xfrm>
            <a:off x="7755255" y="3120390"/>
            <a:ext cx="74295" cy="74295"/>
          </a:xfrm>
          <a:prstGeom prst="rect">
            <a:avLst/>
          </a:prstGeom>
          <a:solidFill>
            <a:srgbClr val="D9651F"/>
          </a:solidFill>
          <a:ln w="12700">
            <a:solidFill>
              <a:srgbClr val="D9651F"/>
            </a:solidFill>
            <a:prstDash val="solid"/>
          </a:ln>
        </p:spPr>
      </p:sp>
      <p:sp>
        <p:nvSpPr>
          <p:cNvPr id="485" name="Shape 482"/>
          <p:cNvSpPr/>
          <p:nvPr/>
        </p:nvSpPr>
        <p:spPr>
          <a:xfrm>
            <a:off x="7829550" y="3120390"/>
            <a:ext cx="74295" cy="74295"/>
          </a:xfrm>
          <a:prstGeom prst="rect">
            <a:avLst/>
          </a:prstGeom>
          <a:solidFill>
            <a:srgbClr val="D9651F"/>
          </a:solidFill>
          <a:ln w="12700">
            <a:solidFill>
              <a:srgbClr val="D9651F"/>
            </a:solidFill>
            <a:prstDash val="solid"/>
          </a:ln>
        </p:spPr>
      </p:sp>
      <p:sp>
        <p:nvSpPr>
          <p:cNvPr id="486" name="Shape 483"/>
          <p:cNvSpPr/>
          <p:nvPr/>
        </p:nvSpPr>
        <p:spPr>
          <a:xfrm>
            <a:off x="7903845" y="3120390"/>
            <a:ext cx="74295" cy="74295"/>
          </a:xfrm>
          <a:prstGeom prst="rect">
            <a:avLst/>
          </a:prstGeom>
          <a:solidFill>
            <a:srgbClr val="D9651F"/>
          </a:solidFill>
          <a:ln w="12700">
            <a:solidFill>
              <a:srgbClr val="D9651F"/>
            </a:solidFill>
            <a:prstDash val="solid"/>
          </a:ln>
        </p:spPr>
      </p:sp>
      <p:sp>
        <p:nvSpPr>
          <p:cNvPr id="487" name="Shape 484"/>
          <p:cNvSpPr/>
          <p:nvPr/>
        </p:nvSpPr>
        <p:spPr>
          <a:xfrm>
            <a:off x="7978140" y="3120390"/>
            <a:ext cx="74295" cy="74295"/>
          </a:xfrm>
          <a:prstGeom prst="rect">
            <a:avLst/>
          </a:prstGeom>
          <a:solidFill>
            <a:srgbClr val="D9651F"/>
          </a:solidFill>
          <a:ln w="12700">
            <a:solidFill>
              <a:srgbClr val="D9651F"/>
            </a:solidFill>
            <a:prstDash val="solid"/>
          </a:ln>
        </p:spPr>
      </p:sp>
      <p:sp>
        <p:nvSpPr>
          <p:cNvPr id="488" name="Shape 485"/>
          <p:cNvSpPr/>
          <p:nvPr/>
        </p:nvSpPr>
        <p:spPr>
          <a:xfrm>
            <a:off x="8052435" y="3120390"/>
            <a:ext cx="74295" cy="74295"/>
          </a:xfrm>
          <a:prstGeom prst="rect">
            <a:avLst/>
          </a:prstGeom>
          <a:solidFill>
            <a:srgbClr val="D9651F"/>
          </a:solidFill>
          <a:ln w="12700">
            <a:solidFill>
              <a:srgbClr val="D9651F"/>
            </a:solidFill>
            <a:prstDash val="solid"/>
          </a:ln>
        </p:spPr>
      </p:sp>
      <p:sp>
        <p:nvSpPr>
          <p:cNvPr id="489" name="Shape 486"/>
          <p:cNvSpPr/>
          <p:nvPr/>
        </p:nvSpPr>
        <p:spPr>
          <a:xfrm>
            <a:off x="8126730" y="3120390"/>
            <a:ext cx="74295" cy="74295"/>
          </a:xfrm>
          <a:prstGeom prst="rect">
            <a:avLst/>
          </a:prstGeom>
          <a:solidFill>
            <a:srgbClr val="D9651F"/>
          </a:solidFill>
          <a:ln w="12700">
            <a:solidFill>
              <a:srgbClr val="D9651F"/>
            </a:solidFill>
            <a:prstDash val="solid"/>
          </a:ln>
        </p:spPr>
      </p:sp>
      <p:sp>
        <p:nvSpPr>
          <p:cNvPr id="490" name="Shape 487"/>
          <p:cNvSpPr/>
          <p:nvPr/>
        </p:nvSpPr>
        <p:spPr>
          <a:xfrm>
            <a:off x="8201025" y="3120390"/>
            <a:ext cx="74295" cy="74295"/>
          </a:xfrm>
          <a:prstGeom prst="rect">
            <a:avLst/>
          </a:prstGeom>
          <a:solidFill>
            <a:srgbClr val="D9651F"/>
          </a:solidFill>
          <a:ln w="12700">
            <a:solidFill>
              <a:srgbClr val="D9651F"/>
            </a:solidFill>
            <a:prstDash val="solid"/>
          </a:ln>
        </p:spPr>
      </p:sp>
      <p:sp>
        <p:nvSpPr>
          <p:cNvPr id="491" name="Shape 488"/>
          <p:cNvSpPr/>
          <p:nvPr/>
        </p:nvSpPr>
        <p:spPr>
          <a:xfrm>
            <a:off x="8275320" y="3120390"/>
            <a:ext cx="74295" cy="74295"/>
          </a:xfrm>
          <a:prstGeom prst="rect">
            <a:avLst/>
          </a:prstGeom>
          <a:solidFill>
            <a:srgbClr val="D9651F"/>
          </a:solidFill>
          <a:ln w="12700">
            <a:solidFill>
              <a:srgbClr val="D9651F"/>
            </a:solidFill>
            <a:prstDash val="solid"/>
          </a:ln>
        </p:spPr>
      </p:sp>
      <p:sp>
        <p:nvSpPr>
          <p:cNvPr id="492" name="Shape 489"/>
          <p:cNvSpPr/>
          <p:nvPr/>
        </p:nvSpPr>
        <p:spPr>
          <a:xfrm>
            <a:off x="8349615" y="3120390"/>
            <a:ext cx="74295" cy="74295"/>
          </a:xfrm>
          <a:prstGeom prst="rect">
            <a:avLst/>
          </a:prstGeom>
          <a:solidFill>
            <a:srgbClr val="D9651F"/>
          </a:solidFill>
          <a:ln w="12700">
            <a:solidFill>
              <a:srgbClr val="D9651F"/>
            </a:solidFill>
            <a:prstDash val="solid"/>
          </a:ln>
        </p:spPr>
      </p:sp>
      <p:sp>
        <p:nvSpPr>
          <p:cNvPr id="493" name="Shape 490"/>
          <p:cNvSpPr/>
          <p:nvPr/>
        </p:nvSpPr>
        <p:spPr>
          <a:xfrm>
            <a:off x="8423910" y="3120390"/>
            <a:ext cx="74295" cy="74295"/>
          </a:xfrm>
          <a:prstGeom prst="rect">
            <a:avLst/>
          </a:prstGeom>
          <a:solidFill>
            <a:srgbClr val="D9651F"/>
          </a:solidFill>
          <a:ln w="12700">
            <a:solidFill>
              <a:srgbClr val="D9651F"/>
            </a:solidFill>
            <a:prstDash val="solid"/>
          </a:ln>
        </p:spPr>
      </p:sp>
      <p:sp>
        <p:nvSpPr>
          <p:cNvPr id="494" name="Shape 491"/>
          <p:cNvSpPr/>
          <p:nvPr/>
        </p:nvSpPr>
        <p:spPr>
          <a:xfrm>
            <a:off x="8498205" y="3120390"/>
            <a:ext cx="74295" cy="74295"/>
          </a:xfrm>
          <a:prstGeom prst="rect">
            <a:avLst/>
          </a:prstGeom>
          <a:solidFill>
            <a:srgbClr val="D9651F"/>
          </a:solidFill>
          <a:ln w="12700">
            <a:solidFill>
              <a:srgbClr val="D9651F"/>
            </a:solidFill>
            <a:prstDash val="solid"/>
          </a:ln>
        </p:spPr>
      </p:sp>
      <p:sp>
        <p:nvSpPr>
          <p:cNvPr id="495" name="Shape 492"/>
          <p:cNvSpPr/>
          <p:nvPr/>
        </p:nvSpPr>
        <p:spPr>
          <a:xfrm>
            <a:off x="8572500" y="3120390"/>
            <a:ext cx="74295" cy="74295"/>
          </a:xfrm>
          <a:prstGeom prst="rect">
            <a:avLst/>
          </a:prstGeom>
          <a:solidFill>
            <a:srgbClr val="D9651F"/>
          </a:solidFill>
          <a:ln w="12700">
            <a:solidFill>
              <a:srgbClr val="D9651F"/>
            </a:solidFill>
            <a:prstDash val="solid"/>
          </a:ln>
        </p:spPr>
      </p:sp>
      <p:sp>
        <p:nvSpPr>
          <p:cNvPr id="496" name="Shape 493"/>
          <p:cNvSpPr/>
          <p:nvPr/>
        </p:nvSpPr>
        <p:spPr>
          <a:xfrm>
            <a:off x="8721090" y="3120390"/>
            <a:ext cx="74295" cy="74295"/>
          </a:xfrm>
          <a:prstGeom prst="rect">
            <a:avLst/>
          </a:prstGeom>
          <a:solidFill>
            <a:srgbClr val="6F6785"/>
          </a:solidFill>
          <a:ln w="12700">
            <a:solidFill>
              <a:srgbClr val="6F6785"/>
            </a:solidFill>
            <a:prstDash val="solid"/>
          </a:ln>
        </p:spPr>
      </p:sp>
      <p:sp>
        <p:nvSpPr>
          <p:cNvPr id="497" name="Shape 494"/>
          <p:cNvSpPr/>
          <p:nvPr/>
        </p:nvSpPr>
        <p:spPr>
          <a:xfrm>
            <a:off x="7829550" y="3194685"/>
            <a:ext cx="74295" cy="74295"/>
          </a:xfrm>
          <a:prstGeom prst="rect">
            <a:avLst/>
          </a:prstGeom>
          <a:solidFill>
            <a:srgbClr val="D9651F"/>
          </a:solidFill>
          <a:ln w="12700">
            <a:solidFill>
              <a:srgbClr val="D9651F"/>
            </a:solidFill>
            <a:prstDash val="solid"/>
          </a:ln>
        </p:spPr>
      </p:sp>
      <p:sp>
        <p:nvSpPr>
          <p:cNvPr id="498" name="Shape 495"/>
          <p:cNvSpPr/>
          <p:nvPr/>
        </p:nvSpPr>
        <p:spPr>
          <a:xfrm>
            <a:off x="7903845" y="3194685"/>
            <a:ext cx="74295" cy="74295"/>
          </a:xfrm>
          <a:prstGeom prst="rect">
            <a:avLst/>
          </a:prstGeom>
          <a:solidFill>
            <a:srgbClr val="D9651F"/>
          </a:solidFill>
          <a:ln w="12700">
            <a:solidFill>
              <a:srgbClr val="D9651F"/>
            </a:solidFill>
            <a:prstDash val="solid"/>
          </a:ln>
        </p:spPr>
      </p:sp>
      <p:sp>
        <p:nvSpPr>
          <p:cNvPr id="499" name="Shape 496"/>
          <p:cNvSpPr/>
          <p:nvPr/>
        </p:nvSpPr>
        <p:spPr>
          <a:xfrm>
            <a:off x="7978140" y="3194685"/>
            <a:ext cx="74295" cy="74295"/>
          </a:xfrm>
          <a:prstGeom prst="rect">
            <a:avLst/>
          </a:prstGeom>
          <a:solidFill>
            <a:srgbClr val="D9651F"/>
          </a:solidFill>
          <a:ln w="12700">
            <a:solidFill>
              <a:srgbClr val="D9651F"/>
            </a:solidFill>
            <a:prstDash val="solid"/>
          </a:ln>
        </p:spPr>
      </p:sp>
      <p:sp>
        <p:nvSpPr>
          <p:cNvPr id="500" name="Shape 497"/>
          <p:cNvSpPr/>
          <p:nvPr/>
        </p:nvSpPr>
        <p:spPr>
          <a:xfrm>
            <a:off x="8052435" y="3194685"/>
            <a:ext cx="74295" cy="74295"/>
          </a:xfrm>
          <a:prstGeom prst="rect">
            <a:avLst/>
          </a:prstGeom>
          <a:solidFill>
            <a:srgbClr val="D9651F"/>
          </a:solidFill>
          <a:ln w="12700">
            <a:solidFill>
              <a:srgbClr val="D9651F"/>
            </a:solidFill>
            <a:prstDash val="solid"/>
          </a:ln>
        </p:spPr>
      </p:sp>
      <p:sp>
        <p:nvSpPr>
          <p:cNvPr id="501" name="Shape 498"/>
          <p:cNvSpPr/>
          <p:nvPr/>
        </p:nvSpPr>
        <p:spPr>
          <a:xfrm>
            <a:off x="8126730" y="3194685"/>
            <a:ext cx="74295" cy="74295"/>
          </a:xfrm>
          <a:prstGeom prst="rect">
            <a:avLst/>
          </a:prstGeom>
          <a:solidFill>
            <a:srgbClr val="D9651F"/>
          </a:solidFill>
          <a:ln w="12700">
            <a:solidFill>
              <a:srgbClr val="D9651F"/>
            </a:solidFill>
            <a:prstDash val="solid"/>
          </a:ln>
        </p:spPr>
      </p:sp>
      <p:sp>
        <p:nvSpPr>
          <p:cNvPr id="502" name="Shape 499"/>
          <p:cNvSpPr/>
          <p:nvPr/>
        </p:nvSpPr>
        <p:spPr>
          <a:xfrm>
            <a:off x="8201025" y="3194685"/>
            <a:ext cx="74295" cy="74295"/>
          </a:xfrm>
          <a:prstGeom prst="rect">
            <a:avLst/>
          </a:prstGeom>
          <a:solidFill>
            <a:srgbClr val="D9651F"/>
          </a:solidFill>
          <a:ln w="12700">
            <a:solidFill>
              <a:srgbClr val="D9651F"/>
            </a:solidFill>
            <a:prstDash val="solid"/>
          </a:ln>
        </p:spPr>
      </p:sp>
      <p:sp>
        <p:nvSpPr>
          <p:cNvPr id="503" name="Shape 500"/>
          <p:cNvSpPr/>
          <p:nvPr/>
        </p:nvSpPr>
        <p:spPr>
          <a:xfrm>
            <a:off x="8275320" y="3194685"/>
            <a:ext cx="74295" cy="74295"/>
          </a:xfrm>
          <a:prstGeom prst="rect">
            <a:avLst/>
          </a:prstGeom>
          <a:solidFill>
            <a:srgbClr val="D9651F"/>
          </a:solidFill>
          <a:ln w="12700">
            <a:solidFill>
              <a:srgbClr val="D9651F"/>
            </a:solidFill>
            <a:prstDash val="solid"/>
          </a:ln>
        </p:spPr>
      </p:sp>
      <p:sp>
        <p:nvSpPr>
          <p:cNvPr id="504" name="Shape 501"/>
          <p:cNvSpPr/>
          <p:nvPr/>
        </p:nvSpPr>
        <p:spPr>
          <a:xfrm>
            <a:off x="8349615" y="3194685"/>
            <a:ext cx="74295" cy="74295"/>
          </a:xfrm>
          <a:prstGeom prst="rect">
            <a:avLst/>
          </a:prstGeom>
          <a:solidFill>
            <a:srgbClr val="D9651F"/>
          </a:solidFill>
          <a:ln w="12700">
            <a:solidFill>
              <a:srgbClr val="D9651F"/>
            </a:solidFill>
            <a:prstDash val="solid"/>
          </a:ln>
        </p:spPr>
      </p:sp>
      <p:sp>
        <p:nvSpPr>
          <p:cNvPr id="505" name="Shape 502"/>
          <p:cNvSpPr/>
          <p:nvPr/>
        </p:nvSpPr>
        <p:spPr>
          <a:xfrm>
            <a:off x="8423910" y="3194685"/>
            <a:ext cx="74295" cy="74295"/>
          </a:xfrm>
          <a:prstGeom prst="rect">
            <a:avLst/>
          </a:prstGeom>
          <a:solidFill>
            <a:srgbClr val="D9651F"/>
          </a:solidFill>
          <a:ln w="12700">
            <a:solidFill>
              <a:srgbClr val="D9651F"/>
            </a:solidFill>
            <a:prstDash val="solid"/>
          </a:ln>
        </p:spPr>
      </p:sp>
      <p:sp>
        <p:nvSpPr>
          <p:cNvPr id="506" name="Shape 503"/>
          <p:cNvSpPr/>
          <p:nvPr/>
        </p:nvSpPr>
        <p:spPr>
          <a:xfrm>
            <a:off x="8498205" y="3194685"/>
            <a:ext cx="74295" cy="74295"/>
          </a:xfrm>
          <a:prstGeom prst="rect">
            <a:avLst/>
          </a:prstGeom>
          <a:solidFill>
            <a:srgbClr val="D9651F"/>
          </a:solidFill>
          <a:ln w="12700">
            <a:solidFill>
              <a:srgbClr val="D9651F"/>
            </a:solidFill>
            <a:prstDash val="solid"/>
          </a:ln>
        </p:spPr>
      </p:sp>
      <p:sp>
        <p:nvSpPr>
          <p:cNvPr id="507" name="Shape 504"/>
          <p:cNvSpPr/>
          <p:nvPr/>
        </p:nvSpPr>
        <p:spPr>
          <a:xfrm>
            <a:off x="8572500" y="3194685"/>
            <a:ext cx="74295" cy="74295"/>
          </a:xfrm>
          <a:prstGeom prst="rect">
            <a:avLst/>
          </a:prstGeom>
          <a:solidFill>
            <a:srgbClr val="D9651F"/>
          </a:solidFill>
          <a:ln w="12700">
            <a:solidFill>
              <a:srgbClr val="D9651F"/>
            </a:solidFill>
            <a:prstDash val="solid"/>
          </a:ln>
        </p:spPr>
      </p:sp>
      <p:sp>
        <p:nvSpPr>
          <p:cNvPr id="508" name="Shape 505"/>
          <p:cNvSpPr/>
          <p:nvPr/>
        </p:nvSpPr>
        <p:spPr>
          <a:xfrm>
            <a:off x="7829550" y="3268980"/>
            <a:ext cx="74295" cy="74295"/>
          </a:xfrm>
          <a:prstGeom prst="rect">
            <a:avLst/>
          </a:prstGeom>
          <a:solidFill>
            <a:srgbClr val="D9651F"/>
          </a:solidFill>
          <a:ln w="12700">
            <a:solidFill>
              <a:srgbClr val="D9651F"/>
            </a:solidFill>
            <a:prstDash val="solid"/>
          </a:ln>
        </p:spPr>
      </p:sp>
      <p:sp>
        <p:nvSpPr>
          <p:cNvPr id="509" name="Shape 506"/>
          <p:cNvSpPr/>
          <p:nvPr/>
        </p:nvSpPr>
        <p:spPr>
          <a:xfrm>
            <a:off x="7903845" y="3268980"/>
            <a:ext cx="74295" cy="74295"/>
          </a:xfrm>
          <a:prstGeom prst="rect">
            <a:avLst/>
          </a:prstGeom>
          <a:solidFill>
            <a:srgbClr val="D9651F"/>
          </a:solidFill>
          <a:ln w="12700">
            <a:solidFill>
              <a:srgbClr val="D9651F"/>
            </a:solidFill>
            <a:prstDash val="solid"/>
          </a:ln>
        </p:spPr>
      </p:sp>
      <p:sp>
        <p:nvSpPr>
          <p:cNvPr id="510" name="Shape 507"/>
          <p:cNvSpPr/>
          <p:nvPr/>
        </p:nvSpPr>
        <p:spPr>
          <a:xfrm>
            <a:off x="7978140" y="3268980"/>
            <a:ext cx="74295" cy="74295"/>
          </a:xfrm>
          <a:prstGeom prst="rect">
            <a:avLst/>
          </a:prstGeom>
          <a:solidFill>
            <a:srgbClr val="D9651F"/>
          </a:solidFill>
          <a:ln w="12700">
            <a:solidFill>
              <a:srgbClr val="D9651F"/>
            </a:solidFill>
            <a:prstDash val="solid"/>
          </a:ln>
        </p:spPr>
      </p:sp>
      <p:sp>
        <p:nvSpPr>
          <p:cNvPr id="511" name="Shape 508"/>
          <p:cNvSpPr/>
          <p:nvPr/>
        </p:nvSpPr>
        <p:spPr>
          <a:xfrm>
            <a:off x="8052435" y="3268980"/>
            <a:ext cx="74295" cy="74295"/>
          </a:xfrm>
          <a:prstGeom prst="rect">
            <a:avLst/>
          </a:prstGeom>
          <a:solidFill>
            <a:srgbClr val="D9651F"/>
          </a:solidFill>
          <a:ln w="12700">
            <a:solidFill>
              <a:srgbClr val="D9651F"/>
            </a:solidFill>
            <a:prstDash val="solid"/>
          </a:ln>
        </p:spPr>
      </p:sp>
      <p:sp>
        <p:nvSpPr>
          <p:cNvPr id="512" name="Shape 509"/>
          <p:cNvSpPr/>
          <p:nvPr/>
        </p:nvSpPr>
        <p:spPr>
          <a:xfrm>
            <a:off x="8126730" y="3268980"/>
            <a:ext cx="74295" cy="74295"/>
          </a:xfrm>
          <a:prstGeom prst="rect">
            <a:avLst/>
          </a:prstGeom>
          <a:solidFill>
            <a:srgbClr val="D9651F"/>
          </a:solidFill>
          <a:ln w="12700">
            <a:solidFill>
              <a:srgbClr val="D9651F"/>
            </a:solidFill>
            <a:prstDash val="solid"/>
          </a:ln>
        </p:spPr>
      </p:sp>
      <p:sp>
        <p:nvSpPr>
          <p:cNvPr id="513" name="Shape 510"/>
          <p:cNvSpPr/>
          <p:nvPr/>
        </p:nvSpPr>
        <p:spPr>
          <a:xfrm>
            <a:off x="8201025" y="3268980"/>
            <a:ext cx="74295" cy="74295"/>
          </a:xfrm>
          <a:prstGeom prst="rect">
            <a:avLst/>
          </a:prstGeom>
          <a:solidFill>
            <a:srgbClr val="D9651F"/>
          </a:solidFill>
          <a:ln w="12700">
            <a:solidFill>
              <a:srgbClr val="D9651F"/>
            </a:solidFill>
            <a:prstDash val="solid"/>
          </a:ln>
        </p:spPr>
      </p:sp>
      <p:sp>
        <p:nvSpPr>
          <p:cNvPr id="514" name="Shape 511"/>
          <p:cNvSpPr/>
          <p:nvPr/>
        </p:nvSpPr>
        <p:spPr>
          <a:xfrm>
            <a:off x="8275320" y="3268980"/>
            <a:ext cx="74295" cy="74295"/>
          </a:xfrm>
          <a:prstGeom prst="rect">
            <a:avLst/>
          </a:prstGeom>
          <a:solidFill>
            <a:srgbClr val="D9651F"/>
          </a:solidFill>
          <a:ln w="12700">
            <a:solidFill>
              <a:srgbClr val="D9651F"/>
            </a:solidFill>
            <a:prstDash val="solid"/>
          </a:ln>
        </p:spPr>
      </p:sp>
      <p:sp>
        <p:nvSpPr>
          <p:cNvPr id="515" name="Shape 512"/>
          <p:cNvSpPr/>
          <p:nvPr/>
        </p:nvSpPr>
        <p:spPr>
          <a:xfrm>
            <a:off x="8349615" y="3268980"/>
            <a:ext cx="74295" cy="74295"/>
          </a:xfrm>
          <a:prstGeom prst="rect">
            <a:avLst/>
          </a:prstGeom>
          <a:solidFill>
            <a:srgbClr val="D9651F"/>
          </a:solidFill>
          <a:ln w="12700">
            <a:solidFill>
              <a:srgbClr val="D9651F"/>
            </a:solidFill>
            <a:prstDash val="solid"/>
          </a:ln>
        </p:spPr>
      </p:sp>
      <p:sp>
        <p:nvSpPr>
          <p:cNvPr id="516" name="Shape 513"/>
          <p:cNvSpPr/>
          <p:nvPr/>
        </p:nvSpPr>
        <p:spPr>
          <a:xfrm>
            <a:off x="8423910" y="3268980"/>
            <a:ext cx="74295" cy="74295"/>
          </a:xfrm>
          <a:prstGeom prst="rect">
            <a:avLst/>
          </a:prstGeom>
          <a:solidFill>
            <a:srgbClr val="D9651F"/>
          </a:solidFill>
          <a:ln w="12700">
            <a:solidFill>
              <a:srgbClr val="D9651F"/>
            </a:solidFill>
            <a:prstDash val="solid"/>
          </a:ln>
        </p:spPr>
      </p:sp>
      <p:sp>
        <p:nvSpPr>
          <p:cNvPr id="517" name="Shape 514"/>
          <p:cNvSpPr/>
          <p:nvPr/>
        </p:nvSpPr>
        <p:spPr>
          <a:xfrm>
            <a:off x="8498205" y="3268980"/>
            <a:ext cx="74295" cy="74295"/>
          </a:xfrm>
          <a:prstGeom prst="rect">
            <a:avLst/>
          </a:prstGeom>
          <a:solidFill>
            <a:srgbClr val="D9651F"/>
          </a:solidFill>
          <a:ln w="12700">
            <a:solidFill>
              <a:srgbClr val="D9651F"/>
            </a:solidFill>
            <a:prstDash val="solid"/>
          </a:ln>
        </p:spPr>
      </p:sp>
      <p:sp>
        <p:nvSpPr>
          <p:cNvPr id="518" name="Shape 515"/>
          <p:cNvSpPr/>
          <p:nvPr/>
        </p:nvSpPr>
        <p:spPr>
          <a:xfrm>
            <a:off x="8646795" y="3268980"/>
            <a:ext cx="74295" cy="74295"/>
          </a:xfrm>
          <a:prstGeom prst="rect">
            <a:avLst/>
          </a:prstGeom>
          <a:solidFill>
            <a:srgbClr val="6F6785"/>
          </a:solidFill>
          <a:ln w="12700">
            <a:solidFill>
              <a:srgbClr val="6F6785"/>
            </a:solidFill>
            <a:prstDash val="solid"/>
          </a:ln>
        </p:spPr>
      </p:sp>
      <p:sp>
        <p:nvSpPr>
          <p:cNvPr id="519" name="Shape 516"/>
          <p:cNvSpPr/>
          <p:nvPr/>
        </p:nvSpPr>
        <p:spPr>
          <a:xfrm>
            <a:off x="7755255" y="3343275"/>
            <a:ext cx="74295" cy="74295"/>
          </a:xfrm>
          <a:prstGeom prst="rect">
            <a:avLst/>
          </a:prstGeom>
          <a:solidFill>
            <a:srgbClr val="6F6785"/>
          </a:solidFill>
          <a:ln w="12700">
            <a:solidFill>
              <a:srgbClr val="6F6785"/>
            </a:solidFill>
            <a:prstDash val="solid"/>
          </a:ln>
        </p:spPr>
      </p:sp>
      <p:sp>
        <p:nvSpPr>
          <p:cNvPr id="520" name="Shape 517"/>
          <p:cNvSpPr/>
          <p:nvPr/>
        </p:nvSpPr>
        <p:spPr>
          <a:xfrm>
            <a:off x="7903845" y="3343275"/>
            <a:ext cx="74295" cy="74295"/>
          </a:xfrm>
          <a:prstGeom prst="rect">
            <a:avLst/>
          </a:prstGeom>
          <a:solidFill>
            <a:srgbClr val="D9651F"/>
          </a:solidFill>
          <a:ln w="12700">
            <a:solidFill>
              <a:srgbClr val="D9651F"/>
            </a:solidFill>
            <a:prstDash val="solid"/>
          </a:ln>
        </p:spPr>
      </p:sp>
      <p:sp>
        <p:nvSpPr>
          <p:cNvPr id="521" name="Shape 518"/>
          <p:cNvSpPr/>
          <p:nvPr/>
        </p:nvSpPr>
        <p:spPr>
          <a:xfrm>
            <a:off x="7978140" y="3343275"/>
            <a:ext cx="74295" cy="74295"/>
          </a:xfrm>
          <a:prstGeom prst="rect">
            <a:avLst/>
          </a:prstGeom>
          <a:solidFill>
            <a:srgbClr val="D9651F"/>
          </a:solidFill>
          <a:ln w="12700">
            <a:solidFill>
              <a:srgbClr val="D9651F"/>
            </a:solidFill>
            <a:prstDash val="solid"/>
          </a:ln>
        </p:spPr>
      </p:sp>
      <p:sp>
        <p:nvSpPr>
          <p:cNvPr id="522" name="Shape 519"/>
          <p:cNvSpPr/>
          <p:nvPr/>
        </p:nvSpPr>
        <p:spPr>
          <a:xfrm>
            <a:off x="8052435" y="3343275"/>
            <a:ext cx="74295" cy="74295"/>
          </a:xfrm>
          <a:prstGeom prst="rect">
            <a:avLst/>
          </a:prstGeom>
          <a:solidFill>
            <a:srgbClr val="D9651F"/>
          </a:solidFill>
          <a:ln w="12700">
            <a:solidFill>
              <a:srgbClr val="D9651F"/>
            </a:solidFill>
            <a:prstDash val="solid"/>
          </a:ln>
        </p:spPr>
      </p:sp>
      <p:sp>
        <p:nvSpPr>
          <p:cNvPr id="523" name="Shape 520"/>
          <p:cNvSpPr/>
          <p:nvPr/>
        </p:nvSpPr>
        <p:spPr>
          <a:xfrm>
            <a:off x="8126730" y="3343275"/>
            <a:ext cx="74295" cy="74295"/>
          </a:xfrm>
          <a:prstGeom prst="rect">
            <a:avLst/>
          </a:prstGeom>
          <a:solidFill>
            <a:srgbClr val="D9651F"/>
          </a:solidFill>
          <a:ln w="12700">
            <a:solidFill>
              <a:srgbClr val="D9651F"/>
            </a:solidFill>
            <a:prstDash val="solid"/>
          </a:ln>
        </p:spPr>
      </p:sp>
      <p:sp>
        <p:nvSpPr>
          <p:cNvPr id="524" name="Shape 521"/>
          <p:cNvSpPr/>
          <p:nvPr/>
        </p:nvSpPr>
        <p:spPr>
          <a:xfrm>
            <a:off x="8201025" y="3343275"/>
            <a:ext cx="74295" cy="74295"/>
          </a:xfrm>
          <a:prstGeom prst="rect">
            <a:avLst/>
          </a:prstGeom>
          <a:solidFill>
            <a:srgbClr val="D9651F"/>
          </a:solidFill>
          <a:ln w="12700">
            <a:solidFill>
              <a:srgbClr val="D9651F"/>
            </a:solidFill>
            <a:prstDash val="solid"/>
          </a:ln>
        </p:spPr>
      </p:sp>
      <p:sp>
        <p:nvSpPr>
          <p:cNvPr id="525" name="Shape 522"/>
          <p:cNvSpPr/>
          <p:nvPr/>
        </p:nvSpPr>
        <p:spPr>
          <a:xfrm>
            <a:off x="8275320" y="3343275"/>
            <a:ext cx="74295" cy="74295"/>
          </a:xfrm>
          <a:prstGeom prst="rect">
            <a:avLst/>
          </a:prstGeom>
          <a:solidFill>
            <a:srgbClr val="D9651F"/>
          </a:solidFill>
          <a:ln w="12700">
            <a:solidFill>
              <a:srgbClr val="D9651F"/>
            </a:solidFill>
            <a:prstDash val="solid"/>
          </a:ln>
        </p:spPr>
      </p:sp>
      <p:sp>
        <p:nvSpPr>
          <p:cNvPr id="526" name="Shape 523"/>
          <p:cNvSpPr/>
          <p:nvPr/>
        </p:nvSpPr>
        <p:spPr>
          <a:xfrm>
            <a:off x="8349615" y="3343275"/>
            <a:ext cx="74295" cy="74295"/>
          </a:xfrm>
          <a:prstGeom prst="rect">
            <a:avLst/>
          </a:prstGeom>
          <a:solidFill>
            <a:srgbClr val="D9651F"/>
          </a:solidFill>
          <a:ln w="12700">
            <a:solidFill>
              <a:srgbClr val="D9651F"/>
            </a:solidFill>
            <a:prstDash val="solid"/>
          </a:ln>
        </p:spPr>
      </p:sp>
      <p:sp>
        <p:nvSpPr>
          <p:cNvPr id="527" name="Shape 524"/>
          <p:cNvSpPr/>
          <p:nvPr/>
        </p:nvSpPr>
        <p:spPr>
          <a:xfrm>
            <a:off x="8423910" y="3343275"/>
            <a:ext cx="74295" cy="74295"/>
          </a:xfrm>
          <a:prstGeom prst="rect">
            <a:avLst/>
          </a:prstGeom>
          <a:solidFill>
            <a:srgbClr val="D9651F"/>
          </a:solidFill>
          <a:ln w="12700">
            <a:solidFill>
              <a:srgbClr val="D9651F"/>
            </a:solidFill>
            <a:prstDash val="solid"/>
          </a:ln>
        </p:spPr>
      </p:sp>
      <p:sp>
        <p:nvSpPr>
          <p:cNvPr id="528" name="Shape 525"/>
          <p:cNvSpPr/>
          <p:nvPr/>
        </p:nvSpPr>
        <p:spPr>
          <a:xfrm>
            <a:off x="7978140" y="3417570"/>
            <a:ext cx="74295" cy="74295"/>
          </a:xfrm>
          <a:prstGeom prst="rect">
            <a:avLst/>
          </a:prstGeom>
          <a:solidFill>
            <a:srgbClr val="D9651F"/>
          </a:solidFill>
          <a:ln w="12700">
            <a:solidFill>
              <a:srgbClr val="D9651F"/>
            </a:solidFill>
            <a:prstDash val="solid"/>
          </a:ln>
        </p:spPr>
      </p:sp>
      <p:sp>
        <p:nvSpPr>
          <p:cNvPr id="529" name="Shape 526"/>
          <p:cNvSpPr/>
          <p:nvPr/>
        </p:nvSpPr>
        <p:spPr>
          <a:xfrm>
            <a:off x="8052435" y="3417570"/>
            <a:ext cx="74295" cy="74295"/>
          </a:xfrm>
          <a:prstGeom prst="rect">
            <a:avLst/>
          </a:prstGeom>
          <a:solidFill>
            <a:srgbClr val="D9651F"/>
          </a:solidFill>
          <a:ln w="12700">
            <a:solidFill>
              <a:srgbClr val="D9651F"/>
            </a:solidFill>
            <a:prstDash val="solid"/>
          </a:ln>
        </p:spPr>
      </p:sp>
      <p:sp>
        <p:nvSpPr>
          <p:cNvPr id="530" name="Shape 527"/>
          <p:cNvSpPr/>
          <p:nvPr/>
        </p:nvSpPr>
        <p:spPr>
          <a:xfrm>
            <a:off x="8126730" y="3417570"/>
            <a:ext cx="74295" cy="74295"/>
          </a:xfrm>
          <a:prstGeom prst="rect">
            <a:avLst/>
          </a:prstGeom>
          <a:solidFill>
            <a:srgbClr val="D9651F"/>
          </a:solidFill>
          <a:ln w="12700">
            <a:solidFill>
              <a:srgbClr val="D9651F"/>
            </a:solidFill>
            <a:prstDash val="solid"/>
          </a:ln>
        </p:spPr>
      </p:sp>
      <p:sp>
        <p:nvSpPr>
          <p:cNvPr id="531" name="Shape 528"/>
          <p:cNvSpPr/>
          <p:nvPr/>
        </p:nvSpPr>
        <p:spPr>
          <a:xfrm>
            <a:off x="8201025" y="3417570"/>
            <a:ext cx="74295" cy="74295"/>
          </a:xfrm>
          <a:prstGeom prst="rect">
            <a:avLst/>
          </a:prstGeom>
          <a:solidFill>
            <a:srgbClr val="D9651F"/>
          </a:solidFill>
          <a:ln w="12700">
            <a:solidFill>
              <a:srgbClr val="D9651F"/>
            </a:solidFill>
            <a:prstDash val="solid"/>
          </a:ln>
        </p:spPr>
      </p:sp>
      <p:sp>
        <p:nvSpPr>
          <p:cNvPr id="532" name="Shape 529"/>
          <p:cNvSpPr/>
          <p:nvPr/>
        </p:nvSpPr>
        <p:spPr>
          <a:xfrm>
            <a:off x="8275320" y="3417570"/>
            <a:ext cx="74295" cy="74295"/>
          </a:xfrm>
          <a:prstGeom prst="rect">
            <a:avLst/>
          </a:prstGeom>
          <a:solidFill>
            <a:srgbClr val="D9651F"/>
          </a:solidFill>
          <a:ln w="12700">
            <a:solidFill>
              <a:srgbClr val="D9651F"/>
            </a:solidFill>
            <a:prstDash val="solid"/>
          </a:ln>
        </p:spPr>
      </p:sp>
      <p:sp>
        <p:nvSpPr>
          <p:cNvPr id="533" name="Shape 530"/>
          <p:cNvSpPr/>
          <p:nvPr/>
        </p:nvSpPr>
        <p:spPr>
          <a:xfrm>
            <a:off x="8349615" y="3491865"/>
            <a:ext cx="74295" cy="74295"/>
          </a:xfrm>
          <a:prstGeom prst="rect">
            <a:avLst/>
          </a:prstGeom>
          <a:solidFill>
            <a:srgbClr val="6F6785"/>
          </a:solidFill>
          <a:ln w="12700">
            <a:solidFill>
              <a:srgbClr val="6F6785"/>
            </a:solidFill>
            <a:prstDash val="solid"/>
          </a:ln>
        </p:spPr>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Which one is the mango?</a:t>
            </a:r>
            <a:endParaRPr lang="en-US" sz="3400" dirty="0"/>
          </a:p>
        </p:txBody>
      </p:sp>
      <p:sp>
        <p:nvSpPr>
          <p:cNvPr id="4" name="Shape 1"/>
          <p:cNvSpPr/>
          <p:nvPr/>
        </p:nvSpPr>
        <p:spPr>
          <a:xfrm>
            <a:off x="822960" y="1252728"/>
            <a:ext cx="1691640" cy="2103120"/>
          </a:xfrm>
          <a:prstGeom prst="roundRect">
            <a:avLst>
              <a:gd name="adj" fmla="val 9730"/>
            </a:avLst>
          </a:prstGeom>
          <a:solidFill>
            <a:srgbClr val="F0E4D0"/>
          </a:solidFill>
          <a:ln w="12700">
            <a:solidFill>
              <a:srgbClr val="F0E4D0"/>
            </a:solidFill>
            <a:prstDash val="solid"/>
          </a:ln>
        </p:spPr>
      </p:sp>
      <p:sp>
        <p:nvSpPr>
          <p:cNvPr id="5" name="Shape 2"/>
          <p:cNvSpPr/>
          <p:nvPr/>
        </p:nvSpPr>
        <p:spPr>
          <a:xfrm>
            <a:off x="822960" y="1188720"/>
            <a:ext cx="1691640" cy="2103120"/>
          </a:xfrm>
          <a:prstGeom prst="roundRect">
            <a:avLst>
              <a:gd name="adj" fmla="val 9730"/>
            </a:avLst>
          </a:prstGeom>
          <a:solidFill>
            <a:srgbClr val="FFFFFF"/>
          </a:solidFill>
          <a:ln w="12700">
            <a:solidFill>
              <a:srgbClr val="FFFFFF"/>
            </a:solidFill>
            <a:prstDash val="solid"/>
          </a:ln>
        </p:spPr>
      </p:sp>
      <p:sp>
        <p:nvSpPr>
          <p:cNvPr id="6" name="Shape 3"/>
          <p:cNvSpPr/>
          <p:nvPr/>
        </p:nvSpPr>
        <p:spPr>
          <a:xfrm>
            <a:off x="905256" y="1271016"/>
            <a:ext cx="1527048" cy="1527048"/>
          </a:xfrm>
          <a:prstGeom prst="roundRect">
            <a:avLst>
              <a:gd name="adj" fmla="val 5988"/>
            </a:avLst>
          </a:prstGeom>
          <a:solidFill>
            <a:srgbClr val="FFFFFF"/>
          </a:solidFill>
          <a:ln w="19050">
            <a:solidFill>
              <a:srgbClr val="F0E4D0"/>
            </a:solidFill>
            <a:prstDash val="solid"/>
          </a:ln>
        </p:spPr>
      </p:sp>
      <p:sp>
        <p:nvSpPr>
          <p:cNvPr id="7" name="Shape 4"/>
          <p:cNvSpPr/>
          <p:nvPr/>
        </p:nvSpPr>
        <p:spPr>
          <a:xfrm>
            <a:off x="1668780" y="1325880"/>
            <a:ext cx="88583" cy="88583"/>
          </a:xfrm>
          <a:prstGeom prst="rect">
            <a:avLst/>
          </a:prstGeom>
          <a:solidFill>
            <a:srgbClr val="D9651F"/>
          </a:solidFill>
          <a:ln w="12700">
            <a:solidFill>
              <a:srgbClr val="D9651F"/>
            </a:solidFill>
            <a:prstDash val="solid"/>
          </a:ln>
        </p:spPr>
      </p:sp>
      <p:sp>
        <p:nvSpPr>
          <p:cNvPr id="8" name="Shape 5"/>
          <p:cNvSpPr/>
          <p:nvPr/>
        </p:nvSpPr>
        <p:spPr>
          <a:xfrm>
            <a:off x="1668780" y="1414463"/>
            <a:ext cx="88583" cy="88583"/>
          </a:xfrm>
          <a:prstGeom prst="rect">
            <a:avLst/>
          </a:prstGeom>
          <a:solidFill>
            <a:srgbClr val="D9651F"/>
          </a:solidFill>
          <a:ln w="12700">
            <a:solidFill>
              <a:srgbClr val="D9651F"/>
            </a:solidFill>
            <a:prstDash val="solid"/>
          </a:ln>
        </p:spPr>
      </p:sp>
      <p:sp>
        <p:nvSpPr>
          <p:cNvPr id="9" name="Shape 6"/>
          <p:cNvSpPr/>
          <p:nvPr/>
        </p:nvSpPr>
        <p:spPr>
          <a:xfrm>
            <a:off x="1580198" y="1503045"/>
            <a:ext cx="88583" cy="88583"/>
          </a:xfrm>
          <a:prstGeom prst="rect">
            <a:avLst/>
          </a:prstGeom>
          <a:solidFill>
            <a:srgbClr val="D9651F"/>
          </a:solidFill>
          <a:ln w="12700">
            <a:solidFill>
              <a:srgbClr val="D9651F"/>
            </a:solidFill>
            <a:prstDash val="solid"/>
          </a:ln>
        </p:spPr>
      </p:sp>
      <p:sp>
        <p:nvSpPr>
          <p:cNvPr id="10" name="Shape 7"/>
          <p:cNvSpPr/>
          <p:nvPr/>
        </p:nvSpPr>
        <p:spPr>
          <a:xfrm>
            <a:off x="1668780" y="1503045"/>
            <a:ext cx="88583" cy="88583"/>
          </a:xfrm>
          <a:prstGeom prst="rect">
            <a:avLst/>
          </a:prstGeom>
          <a:solidFill>
            <a:srgbClr val="D9651F"/>
          </a:solidFill>
          <a:ln w="12700">
            <a:solidFill>
              <a:srgbClr val="D9651F"/>
            </a:solidFill>
            <a:prstDash val="solid"/>
          </a:ln>
        </p:spPr>
      </p:sp>
      <p:sp>
        <p:nvSpPr>
          <p:cNvPr id="11" name="Shape 8"/>
          <p:cNvSpPr/>
          <p:nvPr/>
        </p:nvSpPr>
        <p:spPr>
          <a:xfrm>
            <a:off x="1757363" y="1503045"/>
            <a:ext cx="88583" cy="88583"/>
          </a:xfrm>
          <a:prstGeom prst="rect">
            <a:avLst/>
          </a:prstGeom>
          <a:solidFill>
            <a:srgbClr val="D9651F"/>
          </a:solidFill>
          <a:ln w="12700">
            <a:solidFill>
              <a:srgbClr val="D9651F"/>
            </a:solidFill>
            <a:prstDash val="solid"/>
          </a:ln>
        </p:spPr>
      </p:sp>
      <p:sp>
        <p:nvSpPr>
          <p:cNvPr id="12" name="Shape 9"/>
          <p:cNvSpPr/>
          <p:nvPr/>
        </p:nvSpPr>
        <p:spPr>
          <a:xfrm>
            <a:off x="1934528" y="1503045"/>
            <a:ext cx="88583" cy="88583"/>
          </a:xfrm>
          <a:prstGeom prst="rect">
            <a:avLst/>
          </a:prstGeom>
          <a:solidFill>
            <a:srgbClr val="D9651F"/>
          </a:solidFill>
          <a:ln w="12700">
            <a:solidFill>
              <a:srgbClr val="D9651F"/>
            </a:solidFill>
            <a:prstDash val="solid"/>
          </a:ln>
        </p:spPr>
      </p:sp>
      <p:sp>
        <p:nvSpPr>
          <p:cNvPr id="13" name="Shape 10"/>
          <p:cNvSpPr/>
          <p:nvPr/>
        </p:nvSpPr>
        <p:spPr>
          <a:xfrm>
            <a:off x="1403033" y="1591628"/>
            <a:ext cx="88583" cy="88583"/>
          </a:xfrm>
          <a:prstGeom prst="rect">
            <a:avLst/>
          </a:prstGeom>
          <a:solidFill>
            <a:srgbClr val="D9651F"/>
          </a:solidFill>
          <a:ln w="12700">
            <a:solidFill>
              <a:srgbClr val="D9651F"/>
            </a:solidFill>
            <a:prstDash val="solid"/>
          </a:ln>
        </p:spPr>
      </p:sp>
      <p:sp>
        <p:nvSpPr>
          <p:cNvPr id="14" name="Shape 11"/>
          <p:cNvSpPr/>
          <p:nvPr/>
        </p:nvSpPr>
        <p:spPr>
          <a:xfrm>
            <a:off x="1491615" y="1591628"/>
            <a:ext cx="88583" cy="88583"/>
          </a:xfrm>
          <a:prstGeom prst="rect">
            <a:avLst/>
          </a:prstGeom>
          <a:solidFill>
            <a:srgbClr val="D9651F"/>
          </a:solidFill>
          <a:ln w="12700">
            <a:solidFill>
              <a:srgbClr val="D9651F"/>
            </a:solidFill>
            <a:prstDash val="solid"/>
          </a:ln>
        </p:spPr>
      </p:sp>
      <p:sp>
        <p:nvSpPr>
          <p:cNvPr id="15" name="Shape 12"/>
          <p:cNvSpPr/>
          <p:nvPr/>
        </p:nvSpPr>
        <p:spPr>
          <a:xfrm>
            <a:off x="1580198" y="1591628"/>
            <a:ext cx="88583" cy="88583"/>
          </a:xfrm>
          <a:prstGeom prst="rect">
            <a:avLst/>
          </a:prstGeom>
          <a:solidFill>
            <a:srgbClr val="D9651F"/>
          </a:solidFill>
          <a:ln w="12700">
            <a:solidFill>
              <a:srgbClr val="D9651F"/>
            </a:solidFill>
            <a:prstDash val="solid"/>
          </a:ln>
        </p:spPr>
      </p:sp>
      <p:sp>
        <p:nvSpPr>
          <p:cNvPr id="16" name="Shape 13"/>
          <p:cNvSpPr/>
          <p:nvPr/>
        </p:nvSpPr>
        <p:spPr>
          <a:xfrm>
            <a:off x="1668780" y="1591628"/>
            <a:ext cx="88583" cy="88583"/>
          </a:xfrm>
          <a:prstGeom prst="rect">
            <a:avLst/>
          </a:prstGeom>
          <a:solidFill>
            <a:srgbClr val="D9651F"/>
          </a:solidFill>
          <a:ln w="12700">
            <a:solidFill>
              <a:srgbClr val="D9651F"/>
            </a:solidFill>
            <a:prstDash val="solid"/>
          </a:ln>
        </p:spPr>
      </p:sp>
      <p:sp>
        <p:nvSpPr>
          <p:cNvPr id="17" name="Shape 14"/>
          <p:cNvSpPr/>
          <p:nvPr/>
        </p:nvSpPr>
        <p:spPr>
          <a:xfrm>
            <a:off x="1757363" y="1591628"/>
            <a:ext cx="88583" cy="88583"/>
          </a:xfrm>
          <a:prstGeom prst="rect">
            <a:avLst/>
          </a:prstGeom>
          <a:solidFill>
            <a:srgbClr val="D9651F"/>
          </a:solidFill>
          <a:ln w="12700">
            <a:solidFill>
              <a:srgbClr val="D9651F"/>
            </a:solidFill>
            <a:prstDash val="solid"/>
          </a:ln>
        </p:spPr>
      </p:sp>
      <p:sp>
        <p:nvSpPr>
          <p:cNvPr id="18" name="Shape 15"/>
          <p:cNvSpPr/>
          <p:nvPr/>
        </p:nvSpPr>
        <p:spPr>
          <a:xfrm>
            <a:off x="1845945" y="1591628"/>
            <a:ext cx="88583" cy="88583"/>
          </a:xfrm>
          <a:prstGeom prst="rect">
            <a:avLst/>
          </a:prstGeom>
          <a:solidFill>
            <a:srgbClr val="D9651F"/>
          </a:solidFill>
          <a:ln w="12700">
            <a:solidFill>
              <a:srgbClr val="D9651F"/>
            </a:solidFill>
            <a:prstDash val="solid"/>
          </a:ln>
        </p:spPr>
      </p:sp>
      <p:sp>
        <p:nvSpPr>
          <p:cNvPr id="19" name="Shape 16"/>
          <p:cNvSpPr/>
          <p:nvPr/>
        </p:nvSpPr>
        <p:spPr>
          <a:xfrm>
            <a:off x="1934528" y="1591628"/>
            <a:ext cx="88583" cy="88583"/>
          </a:xfrm>
          <a:prstGeom prst="rect">
            <a:avLst/>
          </a:prstGeom>
          <a:solidFill>
            <a:srgbClr val="D9651F"/>
          </a:solidFill>
          <a:ln w="12700">
            <a:solidFill>
              <a:srgbClr val="D9651F"/>
            </a:solidFill>
            <a:prstDash val="solid"/>
          </a:ln>
        </p:spPr>
      </p:sp>
      <p:sp>
        <p:nvSpPr>
          <p:cNvPr id="20" name="Shape 17"/>
          <p:cNvSpPr/>
          <p:nvPr/>
        </p:nvSpPr>
        <p:spPr>
          <a:xfrm>
            <a:off x="2023110" y="1591628"/>
            <a:ext cx="88583" cy="88583"/>
          </a:xfrm>
          <a:prstGeom prst="rect">
            <a:avLst/>
          </a:prstGeom>
          <a:solidFill>
            <a:srgbClr val="D9651F"/>
          </a:solidFill>
          <a:ln w="12700">
            <a:solidFill>
              <a:srgbClr val="D9651F"/>
            </a:solidFill>
            <a:prstDash val="solid"/>
          </a:ln>
        </p:spPr>
      </p:sp>
      <p:sp>
        <p:nvSpPr>
          <p:cNvPr id="21" name="Shape 18"/>
          <p:cNvSpPr/>
          <p:nvPr/>
        </p:nvSpPr>
        <p:spPr>
          <a:xfrm>
            <a:off x="2111693" y="1591628"/>
            <a:ext cx="88583" cy="88583"/>
          </a:xfrm>
          <a:prstGeom prst="rect">
            <a:avLst/>
          </a:prstGeom>
          <a:solidFill>
            <a:srgbClr val="D9651F"/>
          </a:solidFill>
          <a:ln w="12700">
            <a:solidFill>
              <a:srgbClr val="D9651F"/>
            </a:solidFill>
            <a:prstDash val="solid"/>
          </a:ln>
        </p:spPr>
      </p:sp>
      <p:sp>
        <p:nvSpPr>
          <p:cNvPr id="22" name="Shape 19"/>
          <p:cNvSpPr/>
          <p:nvPr/>
        </p:nvSpPr>
        <p:spPr>
          <a:xfrm>
            <a:off x="1314450" y="1680210"/>
            <a:ext cx="88583" cy="88583"/>
          </a:xfrm>
          <a:prstGeom prst="rect">
            <a:avLst/>
          </a:prstGeom>
          <a:solidFill>
            <a:srgbClr val="D9651F"/>
          </a:solidFill>
          <a:ln w="12700">
            <a:solidFill>
              <a:srgbClr val="D9651F"/>
            </a:solidFill>
            <a:prstDash val="solid"/>
          </a:ln>
        </p:spPr>
      </p:sp>
      <p:sp>
        <p:nvSpPr>
          <p:cNvPr id="23" name="Shape 20"/>
          <p:cNvSpPr/>
          <p:nvPr/>
        </p:nvSpPr>
        <p:spPr>
          <a:xfrm>
            <a:off x="1403033" y="1680210"/>
            <a:ext cx="88583" cy="88583"/>
          </a:xfrm>
          <a:prstGeom prst="rect">
            <a:avLst/>
          </a:prstGeom>
          <a:solidFill>
            <a:srgbClr val="D9651F"/>
          </a:solidFill>
          <a:ln w="12700">
            <a:solidFill>
              <a:srgbClr val="D9651F"/>
            </a:solidFill>
            <a:prstDash val="solid"/>
          </a:ln>
        </p:spPr>
      </p:sp>
      <p:sp>
        <p:nvSpPr>
          <p:cNvPr id="24" name="Shape 21"/>
          <p:cNvSpPr/>
          <p:nvPr/>
        </p:nvSpPr>
        <p:spPr>
          <a:xfrm>
            <a:off x="1491615" y="1680210"/>
            <a:ext cx="88583" cy="88583"/>
          </a:xfrm>
          <a:prstGeom prst="rect">
            <a:avLst/>
          </a:prstGeom>
          <a:solidFill>
            <a:srgbClr val="D9651F"/>
          </a:solidFill>
          <a:ln w="12700">
            <a:solidFill>
              <a:srgbClr val="D9651F"/>
            </a:solidFill>
            <a:prstDash val="solid"/>
          </a:ln>
        </p:spPr>
      </p:sp>
      <p:sp>
        <p:nvSpPr>
          <p:cNvPr id="25" name="Shape 22"/>
          <p:cNvSpPr/>
          <p:nvPr/>
        </p:nvSpPr>
        <p:spPr>
          <a:xfrm>
            <a:off x="1580198" y="1680210"/>
            <a:ext cx="88583" cy="88583"/>
          </a:xfrm>
          <a:prstGeom prst="rect">
            <a:avLst/>
          </a:prstGeom>
          <a:solidFill>
            <a:srgbClr val="D9651F"/>
          </a:solidFill>
          <a:ln w="12700">
            <a:solidFill>
              <a:srgbClr val="D9651F"/>
            </a:solidFill>
            <a:prstDash val="solid"/>
          </a:ln>
        </p:spPr>
      </p:sp>
      <p:sp>
        <p:nvSpPr>
          <p:cNvPr id="26" name="Shape 23"/>
          <p:cNvSpPr/>
          <p:nvPr/>
        </p:nvSpPr>
        <p:spPr>
          <a:xfrm>
            <a:off x="1668780" y="1680210"/>
            <a:ext cx="88583" cy="88583"/>
          </a:xfrm>
          <a:prstGeom prst="rect">
            <a:avLst/>
          </a:prstGeom>
          <a:solidFill>
            <a:srgbClr val="D9651F"/>
          </a:solidFill>
          <a:ln w="12700">
            <a:solidFill>
              <a:srgbClr val="D9651F"/>
            </a:solidFill>
            <a:prstDash val="solid"/>
          </a:ln>
        </p:spPr>
      </p:sp>
      <p:sp>
        <p:nvSpPr>
          <p:cNvPr id="27" name="Shape 24"/>
          <p:cNvSpPr/>
          <p:nvPr/>
        </p:nvSpPr>
        <p:spPr>
          <a:xfrm>
            <a:off x="1757363" y="1680210"/>
            <a:ext cx="88583" cy="88583"/>
          </a:xfrm>
          <a:prstGeom prst="rect">
            <a:avLst/>
          </a:prstGeom>
          <a:solidFill>
            <a:srgbClr val="D9651F"/>
          </a:solidFill>
          <a:ln w="12700">
            <a:solidFill>
              <a:srgbClr val="D9651F"/>
            </a:solidFill>
            <a:prstDash val="solid"/>
          </a:ln>
        </p:spPr>
      </p:sp>
      <p:sp>
        <p:nvSpPr>
          <p:cNvPr id="28" name="Shape 25"/>
          <p:cNvSpPr/>
          <p:nvPr/>
        </p:nvSpPr>
        <p:spPr>
          <a:xfrm>
            <a:off x="1845945" y="1680210"/>
            <a:ext cx="88583" cy="88583"/>
          </a:xfrm>
          <a:prstGeom prst="rect">
            <a:avLst/>
          </a:prstGeom>
          <a:solidFill>
            <a:srgbClr val="D9651F"/>
          </a:solidFill>
          <a:ln w="12700">
            <a:solidFill>
              <a:srgbClr val="D9651F"/>
            </a:solidFill>
            <a:prstDash val="solid"/>
          </a:ln>
        </p:spPr>
      </p:sp>
      <p:sp>
        <p:nvSpPr>
          <p:cNvPr id="29" name="Shape 26"/>
          <p:cNvSpPr/>
          <p:nvPr/>
        </p:nvSpPr>
        <p:spPr>
          <a:xfrm>
            <a:off x="1934528" y="1680210"/>
            <a:ext cx="88583" cy="88583"/>
          </a:xfrm>
          <a:prstGeom prst="rect">
            <a:avLst/>
          </a:prstGeom>
          <a:solidFill>
            <a:srgbClr val="D9651F"/>
          </a:solidFill>
          <a:ln w="12700">
            <a:solidFill>
              <a:srgbClr val="D9651F"/>
            </a:solidFill>
            <a:prstDash val="solid"/>
          </a:ln>
        </p:spPr>
      </p:sp>
      <p:sp>
        <p:nvSpPr>
          <p:cNvPr id="30" name="Shape 27"/>
          <p:cNvSpPr/>
          <p:nvPr/>
        </p:nvSpPr>
        <p:spPr>
          <a:xfrm>
            <a:off x="2023110" y="1680210"/>
            <a:ext cx="88583" cy="88583"/>
          </a:xfrm>
          <a:prstGeom prst="rect">
            <a:avLst/>
          </a:prstGeom>
          <a:solidFill>
            <a:srgbClr val="D9651F"/>
          </a:solidFill>
          <a:ln w="12700">
            <a:solidFill>
              <a:srgbClr val="D9651F"/>
            </a:solidFill>
            <a:prstDash val="solid"/>
          </a:ln>
        </p:spPr>
      </p:sp>
      <p:sp>
        <p:nvSpPr>
          <p:cNvPr id="31" name="Shape 28"/>
          <p:cNvSpPr/>
          <p:nvPr/>
        </p:nvSpPr>
        <p:spPr>
          <a:xfrm>
            <a:off x="2111693" y="1680210"/>
            <a:ext cx="88583" cy="88583"/>
          </a:xfrm>
          <a:prstGeom prst="rect">
            <a:avLst/>
          </a:prstGeom>
          <a:solidFill>
            <a:srgbClr val="D9651F"/>
          </a:solidFill>
          <a:ln w="12700">
            <a:solidFill>
              <a:srgbClr val="D9651F"/>
            </a:solidFill>
            <a:prstDash val="solid"/>
          </a:ln>
        </p:spPr>
      </p:sp>
      <p:sp>
        <p:nvSpPr>
          <p:cNvPr id="32" name="Shape 29"/>
          <p:cNvSpPr/>
          <p:nvPr/>
        </p:nvSpPr>
        <p:spPr>
          <a:xfrm>
            <a:off x="1225868" y="1768793"/>
            <a:ext cx="88583" cy="88583"/>
          </a:xfrm>
          <a:prstGeom prst="rect">
            <a:avLst/>
          </a:prstGeom>
          <a:solidFill>
            <a:srgbClr val="D9651F"/>
          </a:solidFill>
          <a:ln w="12700">
            <a:solidFill>
              <a:srgbClr val="D9651F"/>
            </a:solidFill>
            <a:prstDash val="solid"/>
          </a:ln>
        </p:spPr>
      </p:sp>
      <p:sp>
        <p:nvSpPr>
          <p:cNvPr id="33" name="Shape 30"/>
          <p:cNvSpPr/>
          <p:nvPr/>
        </p:nvSpPr>
        <p:spPr>
          <a:xfrm>
            <a:off x="1314450" y="1768793"/>
            <a:ext cx="88583" cy="88583"/>
          </a:xfrm>
          <a:prstGeom prst="rect">
            <a:avLst/>
          </a:prstGeom>
          <a:solidFill>
            <a:srgbClr val="D9651F"/>
          </a:solidFill>
          <a:ln w="12700">
            <a:solidFill>
              <a:srgbClr val="D9651F"/>
            </a:solidFill>
            <a:prstDash val="solid"/>
          </a:ln>
        </p:spPr>
      </p:sp>
      <p:sp>
        <p:nvSpPr>
          <p:cNvPr id="34" name="Shape 31"/>
          <p:cNvSpPr/>
          <p:nvPr/>
        </p:nvSpPr>
        <p:spPr>
          <a:xfrm>
            <a:off x="1403033" y="1768793"/>
            <a:ext cx="88583" cy="88583"/>
          </a:xfrm>
          <a:prstGeom prst="rect">
            <a:avLst/>
          </a:prstGeom>
          <a:solidFill>
            <a:srgbClr val="D9651F"/>
          </a:solidFill>
          <a:ln w="12700">
            <a:solidFill>
              <a:srgbClr val="D9651F"/>
            </a:solidFill>
            <a:prstDash val="solid"/>
          </a:ln>
        </p:spPr>
      </p:sp>
      <p:sp>
        <p:nvSpPr>
          <p:cNvPr id="35" name="Shape 32"/>
          <p:cNvSpPr/>
          <p:nvPr/>
        </p:nvSpPr>
        <p:spPr>
          <a:xfrm>
            <a:off x="1491615" y="1768793"/>
            <a:ext cx="88583" cy="88583"/>
          </a:xfrm>
          <a:prstGeom prst="rect">
            <a:avLst/>
          </a:prstGeom>
          <a:solidFill>
            <a:srgbClr val="D9651F"/>
          </a:solidFill>
          <a:ln w="12700">
            <a:solidFill>
              <a:srgbClr val="D9651F"/>
            </a:solidFill>
            <a:prstDash val="solid"/>
          </a:ln>
        </p:spPr>
      </p:sp>
      <p:sp>
        <p:nvSpPr>
          <p:cNvPr id="36" name="Shape 33"/>
          <p:cNvSpPr/>
          <p:nvPr/>
        </p:nvSpPr>
        <p:spPr>
          <a:xfrm>
            <a:off x="1580198" y="1768793"/>
            <a:ext cx="88583" cy="88583"/>
          </a:xfrm>
          <a:prstGeom prst="rect">
            <a:avLst/>
          </a:prstGeom>
          <a:solidFill>
            <a:srgbClr val="D9651F"/>
          </a:solidFill>
          <a:ln w="12700">
            <a:solidFill>
              <a:srgbClr val="D9651F"/>
            </a:solidFill>
            <a:prstDash val="solid"/>
          </a:ln>
        </p:spPr>
      </p:sp>
      <p:sp>
        <p:nvSpPr>
          <p:cNvPr id="37" name="Shape 34"/>
          <p:cNvSpPr/>
          <p:nvPr/>
        </p:nvSpPr>
        <p:spPr>
          <a:xfrm>
            <a:off x="1668780" y="1768793"/>
            <a:ext cx="88583" cy="88583"/>
          </a:xfrm>
          <a:prstGeom prst="rect">
            <a:avLst/>
          </a:prstGeom>
          <a:solidFill>
            <a:srgbClr val="D9651F"/>
          </a:solidFill>
          <a:ln w="12700">
            <a:solidFill>
              <a:srgbClr val="D9651F"/>
            </a:solidFill>
            <a:prstDash val="solid"/>
          </a:ln>
        </p:spPr>
      </p:sp>
      <p:sp>
        <p:nvSpPr>
          <p:cNvPr id="38" name="Shape 35"/>
          <p:cNvSpPr/>
          <p:nvPr/>
        </p:nvSpPr>
        <p:spPr>
          <a:xfrm>
            <a:off x="1757363" y="1768793"/>
            <a:ext cx="88583" cy="88583"/>
          </a:xfrm>
          <a:prstGeom prst="rect">
            <a:avLst/>
          </a:prstGeom>
          <a:solidFill>
            <a:srgbClr val="D9651F"/>
          </a:solidFill>
          <a:ln w="12700">
            <a:solidFill>
              <a:srgbClr val="D9651F"/>
            </a:solidFill>
            <a:prstDash val="solid"/>
          </a:ln>
        </p:spPr>
      </p:sp>
      <p:sp>
        <p:nvSpPr>
          <p:cNvPr id="39" name="Shape 36"/>
          <p:cNvSpPr/>
          <p:nvPr/>
        </p:nvSpPr>
        <p:spPr>
          <a:xfrm>
            <a:off x="1845945" y="1768793"/>
            <a:ext cx="88583" cy="88583"/>
          </a:xfrm>
          <a:prstGeom prst="rect">
            <a:avLst/>
          </a:prstGeom>
          <a:solidFill>
            <a:srgbClr val="D9651F"/>
          </a:solidFill>
          <a:ln w="12700">
            <a:solidFill>
              <a:srgbClr val="D9651F"/>
            </a:solidFill>
            <a:prstDash val="solid"/>
          </a:ln>
        </p:spPr>
      </p:sp>
      <p:sp>
        <p:nvSpPr>
          <p:cNvPr id="40" name="Shape 37"/>
          <p:cNvSpPr/>
          <p:nvPr/>
        </p:nvSpPr>
        <p:spPr>
          <a:xfrm>
            <a:off x="1934528" y="1768793"/>
            <a:ext cx="88583" cy="88583"/>
          </a:xfrm>
          <a:prstGeom prst="rect">
            <a:avLst/>
          </a:prstGeom>
          <a:solidFill>
            <a:srgbClr val="D9651F"/>
          </a:solidFill>
          <a:ln w="12700">
            <a:solidFill>
              <a:srgbClr val="D9651F"/>
            </a:solidFill>
            <a:prstDash val="solid"/>
          </a:ln>
        </p:spPr>
      </p:sp>
      <p:sp>
        <p:nvSpPr>
          <p:cNvPr id="41" name="Shape 38"/>
          <p:cNvSpPr/>
          <p:nvPr/>
        </p:nvSpPr>
        <p:spPr>
          <a:xfrm>
            <a:off x="2023110" y="1768793"/>
            <a:ext cx="88583" cy="88583"/>
          </a:xfrm>
          <a:prstGeom prst="rect">
            <a:avLst/>
          </a:prstGeom>
          <a:solidFill>
            <a:srgbClr val="D9651F"/>
          </a:solidFill>
          <a:ln w="12700">
            <a:solidFill>
              <a:srgbClr val="D9651F"/>
            </a:solidFill>
            <a:prstDash val="solid"/>
          </a:ln>
        </p:spPr>
      </p:sp>
      <p:sp>
        <p:nvSpPr>
          <p:cNvPr id="42" name="Shape 39"/>
          <p:cNvSpPr/>
          <p:nvPr/>
        </p:nvSpPr>
        <p:spPr>
          <a:xfrm>
            <a:off x="2111693" y="1768793"/>
            <a:ext cx="88583" cy="88583"/>
          </a:xfrm>
          <a:prstGeom prst="rect">
            <a:avLst/>
          </a:prstGeom>
          <a:solidFill>
            <a:srgbClr val="D9651F"/>
          </a:solidFill>
          <a:ln w="12700">
            <a:solidFill>
              <a:srgbClr val="D9651F"/>
            </a:solidFill>
            <a:prstDash val="solid"/>
          </a:ln>
        </p:spPr>
      </p:sp>
      <p:sp>
        <p:nvSpPr>
          <p:cNvPr id="43" name="Shape 40"/>
          <p:cNvSpPr/>
          <p:nvPr/>
        </p:nvSpPr>
        <p:spPr>
          <a:xfrm>
            <a:off x="2200275" y="1768793"/>
            <a:ext cx="88583" cy="88583"/>
          </a:xfrm>
          <a:prstGeom prst="rect">
            <a:avLst/>
          </a:prstGeom>
          <a:solidFill>
            <a:srgbClr val="D9651F"/>
          </a:solidFill>
          <a:ln w="12700">
            <a:solidFill>
              <a:srgbClr val="D9651F"/>
            </a:solidFill>
            <a:prstDash val="solid"/>
          </a:ln>
        </p:spPr>
      </p:sp>
      <p:sp>
        <p:nvSpPr>
          <p:cNvPr id="44" name="Shape 41"/>
          <p:cNvSpPr/>
          <p:nvPr/>
        </p:nvSpPr>
        <p:spPr>
          <a:xfrm>
            <a:off x="1137285" y="1857375"/>
            <a:ext cx="88583" cy="88583"/>
          </a:xfrm>
          <a:prstGeom prst="rect">
            <a:avLst/>
          </a:prstGeom>
          <a:solidFill>
            <a:srgbClr val="D9651F"/>
          </a:solidFill>
          <a:ln w="12700">
            <a:solidFill>
              <a:srgbClr val="D9651F"/>
            </a:solidFill>
            <a:prstDash val="solid"/>
          </a:ln>
        </p:spPr>
      </p:sp>
      <p:sp>
        <p:nvSpPr>
          <p:cNvPr id="45" name="Shape 42"/>
          <p:cNvSpPr/>
          <p:nvPr/>
        </p:nvSpPr>
        <p:spPr>
          <a:xfrm>
            <a:off x="1225868" y="1857375"/>
            <a:ext cx="88583" cy="88583"/>
          </a:xfrm>
          <a:prstGeom prst="rect">
            <a:avLst/>
          </a:prstGeom>
          <a:solidFill>
            <a:srgbClr val="D9651F"/>
          </a:solidFill>
          <a:ln w="12700">
            <a:solidFill>
              <a:srgbClr val="D9651F"/>
            </a:solidFill>
            <a:prstDash val="solid"/>
          </a:ln>
        </p:spPr>
      </p:sp>
      <p:sp>
        <p:nvSpPr>
          <p:cNvPr id="46" name="Shape 43"/>
          <p:cNvSpPr/>
          <p:nvPr/>
        </p:nvSpPr>
        <p:spPr>
          <a:xfrm>
            <a:off x="1314450" y="1857375"/>
            <a:ext cx="88583" cy="88583"/>
          </a:xfrm>
          <a:prstGeom prst="rect">
            <a:avLst/>
          </a:prstGeom>
          <a:solidFill>
            <a:srgbClr val="D9651F"/>
          </a:solidFill>
          <a:ln w="12700">
            <a:solidFill>
              <a:srgbClr val="D9651F"/>
            </a:solidFill>
            <a:prstDash val="solid"/>
          </a:ln>
        </p:spPr>
      </p:sp>
      <p:sp>
        <p:nvSpPr>
          <p:cNvPr id="47" name="Shape 44"/>
          <p:cNvSpPr/>
          <p:nvPr/>
        </p:nvSpPr>
        <p:spPr>
          <a:xfrm>
            <a:off x="1403033" y="1857375"/>
            <a:ext cx="88583" cy="88583"/>
          </a:xfrm>
          <a:prstGeom prst="rect">
            <a:avLst/>
          </a:prstGeom>
          <a:solidFill>
            <a:srgbClr val="D9651F"/>
          </a:solidFill>
          <a:ln w="12700">
            <a:solidFill>
              <a:srgbClr val="D9651F"/>
            </a:solidFill>
            <a:prstDash val="solid"/>
          </a:ln>
        </p:spPr>
      </p:sp>
      <p:sp>
        <p:nvSpPr>
          <p:cNvPr id="48" name="Shape 45"/>
          <p:cNvSpPr/>
          <p:nvPr/>
        </p:nvSpPr>
        <p:spPr>
          <a:xfrm>
            <a:off x="1491615" y="1857375"/>
            <a:ext cx="88583" cy="88583"/>
          </a:xfrm>
          <a:prstGeom prst="rect">
            <a:avLst/>
          </a:prstGeom>
          <a:solidFill>
            <a:srgbClr val="D9651F"/>
          </a:solidFill>
          <a:ln w="12700">
            <a:solidFill>
              <a:srgbClr val="D9651F"/>
            </a:solidFill>
            <a:prstDash val="solid"/>
          </a:ln>
        </p:spPr>
      </p:sp>
      <p:sp>
        <p:nvSpPr>
          <p:cNvPr id="49" name="Shape 46"/>
          <p:cNvSpPr/>
          <p:nvPr/>
        </p:nvSpPr>
        <p:spPr>
          <a:xfrm>
            <a:off x="1580198" y="1857375"/>
            <a:ext cx="88583" cy="88583"/>
          </a:xfrm>
          <a:prstGeom prst="rect">
            <a:avLst/>
          </a:prstGeom>
          <a:solidFill>
            <a:srgbClr val="D9651F"/>
          </a:solidFill>
          <a:ln w="12700">
            <a:solidFill>
              <a:srgbClr val="D9651F"/>
            </a:solidFill>
            <a:prstDash val="solid"/>
          </a:ln>
        </p:spPr>
      </p:sp>
      <p:sp>
        <p:nvSpPr>
          <p:cNvPr id="50" name="Shape 47"/>
          <p:cNvSpPr/>
          <p:nvPr/>
        </p:nvSpPr>
        <p:spPr>
          <a:xfrm>
            <a:off x="1668780" y="1857375"/>
            <a:ext cx="88583" cy="88583"/>
          </a:xfrm>
          <a:prstGeom prst="rect">
            <a:avLst/>
          </a:prstGeom>
          <a:solidFill>
            <a:srgbClr val="D9651F"/>
          </a:solidFill>
          <a:ln w="12700">
            <a:solidFill>
              <a:srgbClr val="D9651F"/>
            </a:solidFill>
            <a:prstDash val="solid"/>
          </a:ln>
        </p:spPr>
      </p:sp>
      <p:sp>
        <p:nvSpPr>
          <p:cNvPr id="51" name="Shape 48"/>
          <p:cNvSpPr/>
          <p:nvPr/>
        </p:nvSpPr>
        <p:spPr>
          <a:xfrm>
            <a:off x="1757363" y="1857375"/>
            <a:ext cx="88583" cy="88583"/>
          </a:xfrm>
          <a:prstGeom prst="rect">
            <a:avLst/>
          </a:prstGeom>
          <a:solidFill>
            <a:srgbClr val="D9651F"/>
          </a:solidFill>
          <a:ln w="12700">
            <a:solidFill>
              <a:srgbClr val="D9651F"/>
            </a:solidFill>
            <a:prstDash val="solid"/>
          </a:ln>
        </p:spPr>
      </p:sp>
      <p:sp>
        <p:nvSpPr>
          <p:cNvPr id="52" name="Shape 49"/>
          <p:cNvSpPr/>
          <p:nvPr/>
        </p:nvSpPr>
        <p:spPr>
          <a:xfrm>
            <a:off x="1845945" y="1857375"/>
            <a:ext cx="88583" cy="88583"/>
          </a:xfrm>
          <a:prstGeom prst="rect">
            <a:avLst/>
          </a:prstGeom>
          <a:solidFill>
            <a:srgbClr val="D9651F"/>
          </a:solidFill>
          <a:ln w="12700">
            <a:solidFill>
              <a:srgbClr val="D9651F"/>
            </a:solidFill>
            <a:prstDash val="solid"/>
          </a:ln>
        </p:spPr>
      </p:sp>
      <p:sp>
        <p:nvSpPr>
          <p:cNvPr id="53" name="Shape 50"/>
          <p:cNvSpPr/>
          <p:nvPr/>
        </p:nvSpPr>
        <p:spPr>
          <a:xfrm>
            <a:off x="1934528" y="1857375"/>
            <a:ext cx="88583" cy="88583"/>
          </a:xfrm>
          <a:prstGeom prst="rect">
            <a:avLst/>
          </a:prstGeom>
          <a:solidFill>
            <a:srgbClr val="D9651F"/>
          </a:solidFill>
          <a:ln w="12700">
            <a:solidFill>
              <a:srgbClr val="D9651F"/>
            </a:solidFill>
            <a:prstDash val="solid"/>
          </a:ln>
        </p:spPr>
      </p:sp>
      <p:sp>
        <p:nvSpPr>
          <p:cNvPr id="54" name="Shape 51"/>
          <p:cNvSpPr/>
          <p:nvPr/>
        </p:nvSpPr>
        <p:spPr>
          <a:xfrm>
            <a:off x="2023110" y="1857375"/>
            <a:ext cx="88583" cy="88583"/>
          </a:xfrm>
          <a:prstGeom prst="rect">
            <a:avLst/>
          </a:prstGeom>
          <a:solidFill>
            <a:srgbClr val="D9651F"/>
          </a:solidFill>
          <a:ln w="12700">
            <a:solidFill>
              <a:srgbClr val="D9651F"/>
            </a:solidFill>
            <a:prstDash val="solid"/>
          </a:ln>
        </p:spPr>
      </p:sp>
      <p:sp>
        <p:nvSpPr>
          <p:cNvPr id="55" name="Shape 52"/>
          <p:cNvSpPr/>
          <p:nvPr/>
        </p:nvSpPr>
        <p:spPr>
          <a:xfrm>
            <a:off x="2111693" y="1857375"/>
            <a:ext cx="88583" cy="88583"/>
          </a:xfrm>
          <a:prstGeom prst="rect">
            <a:avLst/>
          </a:prstGeom>
          <a:solidFill>
            <a:srgbClr val="D9651F"/>
          </a:solidFill>
          <a:ln w="12700">
            <a:solidFill>
              <a:srgbClr val="D9651F"/>
            </a:solidFill>
            <a:prstDash val="solid"/>
          </a:ln>
        </p:spPr>
      </p:sp>
      <p:sp>
        <p:nvSpPr>
          <p:cNvPr id="56" name="Shape 53"/>
          <p:cNvSpPr/>
          <p:nvPr/>
        </p:nvSpPr>
        <p:spPr>
          <a:xfrm>
            <a:off x="2200275" y="1857375"/>
            <a:ext cx="88583" cy="88583"/>
          </a:xfrm>
          <a:prstGeom prst="rect">
            <a:avLst/>
          </a:prstGeom>
          <a:solidFill>
            <a:srgbClr val="D9651F"/>
          </a:solidFill>
          <a:ln w="12700">
            <a:solidFill>
              <a:srgbClr val="D9651F"/>
            </a:solidFill>
            <a:prstDash val="solid"/>
          </a:ln>
        </p:spPr>
      </p:sp>
      <p:sp>
        <p:nvSpPr>
          <p:cNvPr id="57" name="Shape 54"/>
          <p:cNvSpPr/>
          <p:nvPr/>
        </p:nvSpPr>
        <p:spPr>
          <a:xfrm>
            <a:off x="1137285" y="1945957"/>
            <a:ext cx="88583" cy="88583"/>
          </a:xfrm>
          <a:prstGeom prst="rect">
            <a:avLst/>
          </a:prstGeom>
          <a:solidFill>
            <a:srgbClr val="D9651F"/>
          </a:solidFill>
          <a:ln w="12700">
            <a:solidFill>
              <a:srgbClr val="D9651F"/>
            </a:solidFill>
            <a:prstDash val="solid"/>
          </a:ln>
        </p:spPr>
      </p:sp>
      <p:sp>
        <p:nvSpPr>
          <p:cNvPr id="58" name="Shape 55"/>
          <p:cNvSpPr/>
          <p:nvPr/>
        </p:nvSpPr>
        <p:spPr>
          <a:xfrm>
            <a:off x="1225868" y="1945957"/>
            <a:ext cx="88583" cy="88583"/>
          </a:xfrm>
          <a:prstGeom prst="rect">
            <a:avLst/>
          </a:prstGeom>
          <a:solidFill>
            <a:srgbClr val="D9651F"/>
          </a:solidFill>
          <a:ln w="12700">
            <a:solidFill>
              <a:srgbClr val="D9651F"/>
            </a:solidFill>
            <a:prstDash val="solid"/>
          </a:ln>
        </p:spPr>
      </p:sp>
      <p:sp>
        <p:nvSpPr>
          <p:cNvPr id="59" name="Shape 56"/>
          <p:cNvSpPr/>
          <p:nvPr/>
        </p:nvSpPr>
        <p:spPr>
          <a:xfrm>
            <a:off x="1314450" y="1945957"/>
            <a:ext cx="88583" cy="88583"/>
          </a:xfrm>
          <a:prstGeom prst="rect">
            <a:avLst/>
          </a:prstGeom>
          <a:solidFill>
            <a:srgbClr val="D9651F"/>
          </a:solidFill>
          <a:ln w="12700">
            <a:solidFill>
              <a:srgbClr val="D9651F"/>
            </a:solidFill>
            <a:prstDash val="solid"/>
          </a:ln>
        </p:spPr>
      </p:sp>
      <p:sp>
        <p:nvSpPr>
          <p:cNvPr id="60" name="Shape 57"/>
          <p:cNvSpPr/>
          <p:nvPr/>
        </p:nvSpPr>
        <p:spPr>
          <a:xfrm>
            <a:off x="1403033" y="1945957"/>
            <a:ext cx="88583" cy="88583"/>
          </a:xfrm>
          <a:prstGeom prst="rect">
            <a:avLst/>
          </a:prstGeom>
          <a:solidFill>
            <a:srgbClr val="D9651F"/>
          </a:solidFill>
          <a:ln w="12700">
            <a:solidFill>
              <a:srgbClr val="D9651F"/>
            </a:solidFill>
            <a:prstDash val="solid"/>
          </a:ln>
        </p:spPr>
      </p:sp>
      <p:sp>
        <p:nvSpPr>
          <p:cNvPr id="61" name="Shape 58"/>
          <p:cNvSpPr/>
          <p:nvPr/>
        </p:nvSpPr>
        <p:spPr>
          <a:xfrm>
            <a:off x="1491615" y="1945957"/>
            <a:ext cx="88583" cy="88583"/>
          </a:xfrm>
          <a:prstGeom prst="rect">
            <a:avLst/>
          </a:prstGeom>
          <a:solidFill>
            <a:srgbClr val="D9651F"/>
          </a:solidFill>
          <a:ln w="12700">
            <a:solidFill>
              <a:srgbClr val="D9651F"/>
            </a:solidFill>
            <a:prstDash val="solid"/>
          </a:ln>
        </p:spPr>
      </p:sp>
      <p:sp>
        <p:nvSpPr>
          <p:cNvPr id="62" name="Shape 59"/>
          <p:cNvSpPr/>
          <p:nvPr/>
        </p:nvSpPr>
        <p:spPr>
          <a:xfrm>
            <a:off x="1580198" y="1945957"/>
            <a:ext cx="88583" cy="88583"/>
          </a:xfrm>
          <a:prstGeom prst="rect">
            <a:avLst/>
          </a:prstGeom>
          <a:solidFill>
            <a:srgbClr val="D9651F"/>
          </a:solidFill>
          <a:ln w="12700">
            <a:solidFill>
              <a:srgbClr val="D9651F"/>
            </a:solidFill>
            <a:prstDash val="solid"/>
          </a:ln>
        </p:spPr>
      </p:sp>
      <p:sp>
        <p:nvSpPr>
          <p:cNvPr id="63" name="Shape 60"/>
          <p:cNvSpPr/>
          <p:nvPr/>
        </p:nvSpPr>
        <p:spPr>
          <a:xfrm>
            <a:off x="1668780" y="1945957"/>
            <a:ext cx="88583" cy="88583"/>
          </a:xfrm>
          <a:prstGeom prst="rect">
            <a:avLst/>
          </a:prstGeom>
          <a:solidFill>
            <a:srgbClr val="D9651F"/>
          </a:solidFill>
          <a:ln w="12700">
            <a:solidFill>
              <a:srgbClr val="D9651F"/>
            </a:solidFill>
            <a:prstDash val="solid"/>
          </a:ln>
        </p:spPr>
      </p:sp>
      <p:sp>
        <p:nvSpPr>
          <p:cNvPr id="64" name="Shape 61"/>
          <p:cNvSpPr/>
          <p:nvPr/>
        </p:nvSpPr>
        <p:spPr>
          <a:xfrm>
            <a:off x="1757363" y="1945957"/>
            <a:ext cx="88583" cy="88583"/>
          </a:xfrm>
          <a:prstGeom prst="rect">
            <a:avLst/>
          </a:prstGeom>
          <a:solidFill>
            <a:srgbClr val="D9651F"/>
          </a:solidFill>
          <a:ln w="12700">
            <a:solidFill>
              <a:srgbClr val="D9651F"/>
            </a:solidFill>
            <a:prstDash val="solid"/>
          </a:ln>
        </p:spPr>
      </p:sp>
      <p:sp>
        <p:nvSpPr>
          <p:cNvPr id="65" name="Shape 62"/>
          <p:cNvSpPr/>
          <p:nvPr/>
        </p:nvSpPr>
        <p:spPr>
          <a:xfrm>
            <a:off x="1845945" y="1945957"/>
            <a:ext cx="88583" cy="88583"/>
          </a:xfrm>
          <a:prstGeom prst="rect">
            <a:avLst/>
          </a:prstGeom>
          <a:solidFill>
            <a:srgbClr val="D9651F"/>
          </a:solidFill>
          <a:ln w="12700">
            <a:solidFill>
              <a:srgbClr val="D9651F"/>
            </a:solidFill>
            <a:prstDash val="solid"/>
          </a:ln>
        </p:spPr>
      </p:sp>
      <p:sp>
        <p:nvSpPr>
          <p:cNvPr id="66" name="Shape 63"/>
          <p:cNvSpPr/>
          <p:nvPr/>
        </p:nvSpPr>
        <p:spPr>
          <a:xfrm>
            <a:off x="1934528" y="1945957"/>
            <a:ext cx="88583" cy="88583"/>
          </a:xfrm>
          <a:prstGeom prst="rect">
            <a:avLst/>
          </a:prstGeom>
          <a:solidFill>
            <a:srgbClr val="D9651F"/>
          </a:solidFill>
          <a:ln w="12700">
            <a:solidFill>
              <a:srgbClr val="D9651F"/>
            </a:solidFill>
            <a:prstDash val="solid"/>
          </a:ln>
        </p:spPr>
      </p:sp>
      <p:sp>
        <p:nvSpPr>
          <p:cNvPr id="67" name="Shape 64"/>
          <p:cNvSpPr/>
          <p:nvPr/>
        </p:nvSpPr>
        <p:spPr>
          <a:xfrm>
            <a:off x="2023110" y="1945957"/>
            <a:ext cx="88583" cy="88583"/>
          </a:xfrm>
          <a:prstGeom prst="rect">
            <a:avLst/>
          </a:prstGeom>
          <a:solidFill>
            <a:srgbClr val="D9651F"/>
          </a:solidFill>
          <a:ln w="12700">
            <a:solidFill>
              <a:srgbClr val="D9651F"/>
            </a:solidFill>
            <a:prstDash val="solid"/>
          </a:ln>
        </p:spPr>
      </p:sp>
      <p:sp>
        <p:nvSpPr>
          <p:cNvPr id="68" name="Shape 65"/>
          <p:cNvSpPr/>
          <p:nvPr/>
        </p:nvSpPr>
        <p:spPr>
          <a:xfrm>
            <a:off x="2111693" y="1945957"/>
            <a:ext cx="88583" cy="88583"/>
          </a:xfrm>
          <a:prstGeom prst="rect">
            <a:avLst/>
          </a:prstGeom>
          <a:solidFill>
            <a:srgbClr val="D9651F"/>
          </a:solidFill>
          <a:ln w="12700">
            <a:solidFill>
              <a:srgbClr val="D9651F"/>
            </a:solidFill>
            <a:prstDash val="solid"/>
          </a:ln>
        </p:spPr>
      </p:sp>
      <p:sp>
        <p:nvSpPr>
          <p:cNvPr id="69" name="Shape 66"/>
          <p:cNvSpPr/>
          <p:nvPr/>
        </p:nvSpPr>
        <p:spPr>
          <a:xfrm>
            <a:off x="2200275" y="1945957"/>
            <a:ext cx="88583" cy="88583"/>
          </a:xfrm>
          <a:prstGeom prst="rect">
            <a:avLst/>
          </a:prstGeom>
          <a:solidFill>
            <a:srgbClr val="D9651F"/>
          </a:solidFill>
          <a:ln w="12700">
            <a:solidFill>
              <a:srgbClr val="D9651F"/>
            </a:solidFill>
            <a:prstDash val="solid"/>
          </a:ln>
        </p:spPr>
      </p:sp>
      <p:sp>
        <p:nvSpPr>
          <p:cNvPr id="70" name="Shape 67"/>
          <p:cNvSpPr/>
          <p:nvPr/>
        </p:nvSpPr>
        <p:spPr>
          <a:xfrm>
            <a:off x="1137285" y="2034540"/>
            <a:ext cx="88583" cy="88583"/>
          </a:xfrm>
          <a:prstGeom prst="rect">
            <a:avLst/>
          </a:prstGeom>
          <a:solidFill>
            <a:srgbClr val="D9651F"/>
          </a:solidFill>
          <a:ln w="12700">
            <a:solidFill>
              <a:srgbClr val="D9651F"/>
            </a:solidFill>
            <a:prstDash val="solid"/>
          </a:ln>
        </p:spPr>
      </p:sp>
      <p:sp>
        <p:nvSpPr>
          <p:cNvPr id="71" name="Shape 68"/>
          <p:cNvSpPr/>
          <p:nvPr/>
        </p:nvSpPr>
        <p:spPr>
          <a:xfrm>
            <a:off x="1225868" y="2034540"/>
            <a:ext cx="88583" cy="88583"/>
          </a:xfrm>
          <a:prstGeom prst="rect">
            <a:avLst/>
          </a:prstGeom>
          <a:solidFill>
            <a:srgbClr val="D9651F"/>
          </a:solidFill>
          <a:ln w="12700">
            <a:solidFill>
              <a:srgbClr val="D9651F"/>
            </a:solidFill>
            <a:prstDash val="solid"/>
          </a:ln>
        </p:spPr>
      </p:sp>
      <p:sp>
        <p:nvSpPr>
          <p:cNvPr id="72" name="Shape 69"/>
          <p:cNvSpPr/>
          <p:nvPr/>
        </p:nvSpPr>
        <p:spPr>
          <a:xfrm>
            <a:off x="1314450" y="2034540"/>
            <a:ext cx="88583" cy="88583"/>
          </a:xfrm>
          <a:prstGeom prst="rect">
            <a:avLst/>
          </a:prstGeom>
          <a:solidFill>
            <a:srgbClr val="D9651F"/>
          </a:solidFill>
          <a:ln w="12700">
            <a:solidFill>
              <a:srgbClr val="D9651F"/>
            </a:solidFill>
            <a:prstDash val="solid"/>
          </a:ln>
        </p:spPr>
      </p:sp>
      <p:sp>
        <p:nvSpPr>
          <p:cNvPr id="73" name="Shape 70"/>
          <p:cNvSpPr/>
          <p:nvPr/>
        </p:nvSpPr>
        <p:spPr>
          <a:xfrm>
            <a:off x="1403033" y="2034540"/>
            <a:ext cx="88583" cy="88583"/>
          </a:xfrm>
          <a:prstGeom prst="rect">
            <a:avLst/>
          </a:prstGeom>
          <a:solidFill>
            <a:srgbClr val="D9651F"/>
          </a:solidFill>
          <a:ln w="12700">
            <a:solidFill>
              <a:srgbClr val="D9651F"/>
            </a:solidFill>
            <a:prstDash val="solid"/>
          </a:ln>
        </p:spPr>
      </p:sp>
      <p:sp>
        <p:nvSpPr>
          <p:cNvPr id="74" name="Shape 71"/>
          <p:cNvSpPr/>
          <p:nvPr/>
        </p:nvSpPr>
        <p:spPr>
          <a:xfrm>
            <a:off x="1491615" y="2034540"/>
            <a:ext cx="88583" cy="88583"/>
          </a:xfrm>
          <a:prstGeom prst="rect">
            <a:avLst/>
          </a:prstGeom>
          <a:solidFill>
            <a:srgbClr val="D9651F"/>
          </a:solidFill>
          <a:ln w="12700">
            <a:solidFill>
              <a:srgbClr val="D9651F"/>
            </a:solidFill>
            <a:prstDash val="solid"/>
          </a:ln>
        </p:spPr>
      </p:sp>
      <p:sp>
        <p:nvSpPr>
          <p:cNvPr id="75" name="Shape 72"/>
          <p:cNvSpPr/>
          <p:nvPr/>
        </p:nvSpPr>
        <p:spPr>
          <a:xfrm>
            <a:off x="1580198" y="2034540"/>
            <a:ext cx="88583" cy="88583"/>
          </a:xfrm>
          <a:prstGeom prst="rect">
            <a:avLst/>
          </a:prstGeom>
          <a:solidFill>
            <a:srgbClr val="D9651F"/>
          </a:solidFill>
          <a:ln w="12700">
            <a:solidFill>
              <a:srgbClr val="D9651F"/>
            </a:solidFill>
            <a:prstDash val="solid"/>
          </a:ln>
        </p:spPr>
      </p:sp>
      <p:sp>
        <p:nvSpPr>
          <p:cNvPr id="76" name="Shape 73"/>
          <p:cNvSpPr/>
          <p:nvPr/>
        </p:nvSpPr>
        <p:spPr>
          <a:xfrm>
            <a:off x="1668780" y="2034540"/>
            <a:ext cx="88583" cy="88583"/>
          </a:xfrm>
          <a:prstGeom prst="rect">
            <a:avLst/>
          </a:prstGeom>
          <a:solidFill>
            <a:srgbClr val="D9651F"/>
          </a:solidFill>
          <a:ln w="12700">
            <a:solidFill>
              <a:srgbClr val="D9651F"/>
            </a:solidFill>
            <a:prstDash val="solid"/>
          </a:ln>
        </p:spPr>
      </p:sp>
      <p:sp>
        <p:nvSpPr>
          <p:cNvPr id="77" name="Shape 74"/>
          <p:cNvSpPr/>
          <p:nvPr/>
        </p:nvSpPr>
        <p:spPr>
          <a:xfrm>
            <a:off x="1757363" y="2034540"/>
            <a:ext cx="88583" cy="88583"/>
          </a:xfrm>
          <a:prstGeom prst="rect">
            <a:avLst/>
          </a:prstGeom>
          <a:solidFill>
            <a:srgbClr val="D9651F"/>
          </a:solidFill>
          <a:ln w="12700">
            <a:solidFill>
              <a:srgbClr val="D9651F"/>
            </a:solidFill>
            <a:prstDash val="solid"/>
          </a:ln>
        </p:spPr>
      </p:sp>
      <p:sp>
        <p:nvSpPr>
          <p:cNvPr id="78" name="Shape 75"/>
          <p:cNvSpPr/>
          <p:nvPr/>
        </p:nvSpPr>
        <p:spPr>
          <a:xfrm>
            <a:off x="1845945" y="2034540"/>
            <a:ext cx="88583" cy="88583"/>
          </a:xfrm>
          <a:prstGeom prst="rect">
            <a:avLst/>
          </a:prstGeom>
          <a:solidFill>
            <a:srgbClr val="D9651F"/>
          </a:solidFill>
          <a:ln w="12700">
            <a:solidFill>
              <a:srgbClr val="D9651F"/>
            </a:solidFill>
            <a:prstDash val="solid"/>
          </a:ln>
        </p:spPr>
      </p:sp>
      <p:sp>
        <p:nvSpPr>
          <p:cNvPr id="79" name="Shape 76"/>
          <p:cNvSpPr/>
          <p:nvPr/>
        </p:nvSpPr>
        <p:spPr>
          <a:xfrm>
            <a:off x="1934528" y="2034540"/>
            <a:ext cx="88583" cy="88583"/>
          </a:xfrm>
          <a:prstGeom prst="rect">
            <a:avLst/>
          </a:prstGeom>
          <a:solidFill>
            <a:srgbClr val="D9651F"/>
          </a:solidFill>
          <a:ln w="12700">
            <a:solidFill>
              <a:srgbClr val="D9651F"/>
            </a:solidFill>
            <a:prstDash val="solid"/>
          </a:ln>
        </p:spPr>
      </p:sp>
      <p:sp>
        <p:nvSpPr>
          <p:cNvPr id="80" name="Shape 77"/>
          <p:cNvSpPr/>
          <p:nvPr/>
        </p:nvSpPr>
        <p:spPr>
          <a:xfrm>
            <a:off x="2023110" y="2034540"/>
            <a:ext cx="88583" cy="88583"/>
          </a:xfrm>
          <a:prstGeom prst="rect">
            <a:avLst/>
          </a:prstGeom>
          <a:solidFill>
            <a:srgbClr val="D9651F"/>
          </a:solidFill>
          <a:ln w="12700">
            <a:solidFill>
              <a:srgbClr val="D9651F"/>
            </a:solidFill>
            <a:prstDash val="solid"/>
          </a:ln>
        </p:spPr>
      </p:sp>
      <p:sp>
        <p:nvSpPr>
          <p:cNvPr id="81" name="Shape 78"/>
          <p:cNvSpPr/>
          <p:nvPr/>
        </p:nvSpPr>
        <p:spPr>
          <a:xfrm>
            <a:off x="2111693" y="2034540"/>
            <a:ext cx="88583" cy="88583"/>
          </a:xfrm>
          <a:prstGeom prst="rect">
            <a:avLst/>
          </a:prstGeom>
          <a:solidFill>
            <a:srgbClr val="D9651F"/>
          </a:solidFill>
          <a:ln w="12700">
            <a:solidFill>
              <a:srgbClr val="D9651F"/>
            </a:solidFill>
            <a:prstDash val="solid"/>
          </a:ln>
        </p:spPr>
      </p:sp>
      <p:sp>
        <p:nvSpPr>
          <p:cNvPr id="82" name="Shape 79"/>
          <p:cNvSpPr/>
          <p:nvPr/>
        </p:nvSpPr>
        <p:spPr>
          <a:xfrm>
            <a:off x="2200275" y="2034540"/>
            <a:ext cx="88583" cy="88583"/>
          </a:xfrm>
          <a:prstGeom prst="rect">
            <a:avLst/>
          </a:prstGeom>
          <a:solidFill>
            <a:srgbClr val="D9651F"/>
          </a:solidFill>
          <a:ln w="12700">
            <a:solidFill>
              <a:srgbClr val="D9651F"/>
            </a:solidFill>
            <a:prstDash val="solid"/>
          </a:ln>
        </p:spPr>
      </p:sp>
      <p:sp>
        <p:nvSpPr>
          <p:cNvPr id="83" name="Shape 80"/>
          <p:cNvSpPr/>
          <p:nvPr/>
        </p:nvSpPr>
        <p:spPr>
          <a:xfrm>
            <a:off x="1137285" y="2123123"/>
            <a:ext cx="88583" cy="88583"/>
          </a:xfrm>
          <a:prstGeom prst="rect">
            <a:avLst/>
          </a:prstGeom>
          <a:solidFill>
            <a:srgbClr val="D9651F"/>
          </a:solidFill>
          <a:ln w="12700">
            <a:solidFill>
              <a:srgbClr val="D9651F"/>
            </a:solidFill>
            <a:prstDash val="solid"/>
          </a:ln>
        </p:spPr>
      </p:sp>
      <p:sp>
        <p:nvSpPr>
          <p:cNvPr id="84" name="Shape 81"/>
          <p:cNvSpPr/>
          <p:nvPr/>
        </p:nvSpPr>
        <p:spPr>
          <a:xfrm>
            <a:off x="1225868" y="2123123"/>
            <a:ext cx="88583" cy="88583"/>
          </a:xfrm>
          <a:prstGeom prst="rect">
            <a:avLst/>
          </a:prstGeom>
          <a:solidFill>
            <a:srgbClr val="D9651F"/>
          </a:solidFill>
          <a:ln w="12700">
            <a:solidFill>
              <a:srgbClr val="D9651F"/>
            </a:solidFill>
            <a:prstDash val="solid"/>
          </a:ln>
        </p:spPr>
      </p:sp>
      <p:sp>
        <p:nvSpPr>
          <p:cNvPr id="85" name="Shape 82"/>
          <p:cNvSpPr/>
          <p:nvPr/>
        </p:nvSpPr>
        <p:spPr>
          <a:xfrm>
            <a:off x="1314450" y="2123123"/>
            <a:ext cx="88583" cy="88583"/>
          </a:xfrm>
          <a:prstGeom prst="rect">
            <a:avLst/>
          </a:prstGeom>
          <a:solidFill>
            <a:srgbClr val="D9651F"/>
          </a:solidFill>
          <a:ln w="12700">
            <a:solidFill>
              <a:srgbClr val="D9651F"/>
            </a:solidFill>
            <a:prstDash val="solid"/>
          </a:ln>
        </p:spPr>
      </p:sp>
      <p:sp>
        <p:nvSpPr>
          <p:cNvPr id="86" name="Shape 83"/>
          <p:cNvSpPr/>
          <p:nvPr/>
        </p:nvSpPr>
        <p:spPr>
          <a:xfrm>
            <a:off x="1403033" y="2123123"/>
            <a:ext cx="88583" cy="88583"/>
          </a:xfrm>
          <a:prstGeom prst="rect">
            <a:avLst/>
          </a:prstGeom>
          <a:solidFill>
            <a:srgbClr val="D9651F"/>
          </a:solidFill>
          <a:ln w="12700">
            <a:solidFill>
              <a:srgbClr val="D9651F"/>
            </a:solidFill>
            <a:prstDash val="solid"/>
          </a:ln>
        </p:spPr>
      </p:sp>
      <p:sp>
        <p:nvSpPr>
          <p:cNvPr id="87" name="Shape 84"/>
          <p:cNvSpPr/>
          <p:nvPr/>
        </p:nvSpPr>
        <p:spPr>
          <a:xfrm>
            <a:off x="1491615" y="2123123"/>
            <a:ext cx="88583" cy="88583"/>
          </a:xfrm>
          <a:prstGeom prst="rect">
            <a:avLst/>
          </a:prstGeom>
          <a:solidFill>
            <a:srgbClr val="D9651F"/>
          </a:solidFill>
          <a:ln w="12700">
            <a:solidFill>
              <a:srgbClr val="D9651F"/>
            </a:solidFill>
            <a:prstDash val="solid"/>
          </a:ln>
        </p:spPr>
      </p:sp>
      <p:sp>
        <p:nvSpPr>
          <p:cNvPr id="88" name="Shape 85"/>
          <p:cNvSpPr/>
          <p:nvPr/>
        </p:nvSpPr>
        <p:spPr>
          <a:xfrm>
            <a:off x="1580198" y="2123123"/>
            <a:ext cx="88583" cy="88583"/>
          </a:xfrm>
          <a:prstGeom prst="rect">
            <a:avLst/>
          </a:prstGeom>
          <a:solidFill>
            <a:srgbClr val="D9651F"/>
          </a:solidFill>
          <a:ln w="12700">
            <a:solidFill>
              <a:srgbClr val="D9651F"/>
            </a:solidFill>
            <a:prstDash val="solid"/>
          </a:ln>
        </p:spPr>
      </p:sp>
      <p:sp>
        <p:nvSpPr>
          <p:cNvPr id="89" name="Shape 86"/>
          <p:cNvSpPr/>
          <p:nvPr/>
        </p:nvSpPr>
        <p:spPr>
          <a:xfrm>
            <a:off x="1668780" y="2123123"/>
            <a:ext cx="88583" cy="88583"/>
          </a:xfrm>
          <a:prstGeom prst="rect">
            <a:avLst/>
          </a:prstGeom>
          <a:solidFill>
            <a:srgbClr val="D9651F"/>
          </a:solidFill>
          <a:ln w="12700">
            <a:solidFill>
              <a:srgbClr val="D9651F"/>
            </a:solidFill>
            <a:prstDash val="solid"/>
          </a:ln>
        </p:spPr>
      </p:sp>
      <p:sp>
        <p:nvSpPr>
          <p:cNvPr id="90" name="Shape 87"/>
          <p:cNvSpPr/>
          <p:nvPr/>
        </p:nvSpPr>
        <p:spPr>
          <a:xfrm>
            <a:off x="1757363" y="2123123"/>
            <a:ext cx="88583" cy="88583"/>
          </a:xfrm>
          <a:prstGeom prst="rect">
            <a:avLst/>
          </a:prstGeom>
          <a:solidFill>
            <a:srgbClr val="D9651F"/>
          </a:solidFill>
          <a:ln w="12700">
            <a:solidFill>
              <a:srgbClr val="D9651F"/>
            </a:solidFill>
            <a:prstDash val="solid"/>
          </a:ln>
        </p:spPr>
      </p:sp>
      <p:sp>
        <p:nvSpPr>
          <p:cNvPr id="91" name="Shape 88"/>
          <p:cNvSpPr/>
          <p:nvPr/>
        </p:nvSpPr>
        <p:spPr>
          <a:xfrm>
            <a:off x="1845945" y="2123123"/>
            <a:ext cx="88583" cy="88583"/>
          </a:xfrm>
          <a:prstGeom prst="rect">
            <a:avLst/>
          </a:prstGeom>
          <a:solidFill>
            <a:srgbClr val="D9651F"/>
          </a:solidFill>
          <a:ln w="12700">
            <a:solidFill>
              <a:srgbClr val="D9651F"/>
            </a:solidFill>
            <a:prstDash val="solid"/>
          </a:ln>
        </p:spPr>
      </p:sp>
      <p:sp>
        <p:nvSpPr>
          <p:cNvPr id="92" name="Shape 89"/>
          <p:cNvSpPr/>
          <p:nvPr/>
        </p:nvSpPr>
        <p:spPr>
          <a:xfrm>
            <a:off x="1934528" y="2123123"/>
            <a:ext cx="88583" cy="88583"/>
          </a:xfrm>
          <a:prstGeom prst="rect">
            <a:avLst/>
          </a:prstGeom>
          <a:solidFill>
            <a:srgbClr val="D9651F"/>
          </a:solidFill>
          <a:ln w="12700">
            <a:solidFill>
              <a:srgbClr val="D9651F"/>
            </a:solidFill>
            <a:prstDash val="solid"/>
          </a:ln>
        </p:spPr>
      </p:sp>
      <p:sp>
        <p:nvSpPr>
          <p:cNvPr id="93" name="Shape 90"/>
          <p:cNvSpPr/>
          <p:nvPr/>
        </p:nvSpPr>
        <p:spPr>
          <a:xfrm>
            <a:off x="2023110" y="2123123"/>
            <a:ext cx="88583" cy="88583"/>
          </a:xfrm>
          <a:prstGeom prst="rect">
            <a:avLst/>
          </a:prstGeom>
          <a:solidFill>
            <a:srgbClr val="D9651F"/>
          </a:solidFill>
          <a:ln w="12700">
            <a:solidFill>
              <a:srgbClr val="D9651F"/>
            </a:solidFill>
            <a:prstDash val="solid"/>
          </a:ln>
        </p:spPr>
      </p:sp>
      <p:sp>
        <p:nvSpPr>
          <p:cNvPr id="94" name="Shape 91"/>
          <p:cNvSpPr/>
          <p:nvPr/>
        </p:nvSpPr>
        <p:spPr>
          <a:xfrm>
            <a:off x="2111693" y="2123123"/>
            <a:ext cx="88583" cy="88583"/>
          </a:xfrm>
          <a:prstGeom prst="rect">
            <a:avLst/>
          </a:prstGeom>
          <a:solidFill>
            <a:srgbClr val="D9651F"/>
          </a:solidFill>
          <a:ln w="12700">
            <a:solidFill>
              <a:srgbClr val="D9651F"/>
            </a:solidFill>
            <a:prstDash val="solid"/>
          </a:ln>
        </p:spPr>
      </p:sp>
      <p:sp>
        <p:nvSpPr>
          <p:cNvPr id="95" name="Shape 92"/>
          <p:cNvSpPr/>
          <p:nvPr/>
        </p:nvSpPr>
        <p:spPr>
          <a:xfrm>
            <a:off x="1137285" y="2211705"/>
            <a:ext cx="88583" cy="88583"/>
          </a:xfrm>
          <a:prstGeom prst="rect">
            <a:avLst/>
          </a:prstGeom>
          <a:solidFill>
            <a:srgbClr val="D9651F"/>
          </a:solidFill>
          <a:ln w="12700">
            <a:solidFill>
              <a:srgbClr val="D9651F"/>
            </a:solidFill>
            <a:prstDash val="solid"/>
          </a:ln>
        </p:spPr>
      </p:sp>
      <p:sp>
        <p:nvSpPr>
          <p:cNvPr id="96" name="Shape 93"/>
          <p:cNvSpPr/>
          <p:nvPr/>
        </p:nvSpPr>
        <p:spPr>
          <a:xfrm>
            <a:off x="1225868" y="2211705"/>
            <a:ext cx="88583" cy="88583"/>
          </a:xfrm>
          <a:prstGeom prst="rect">
            <a:avLst/>
          </a:prstGeom>
          <a:solidFill>
            <a:srgbClr val="D9651F"/>
          </a:solidFill>
          <a:ln w="12700">
            <a:solidFill>
              <a:srgbClr val="D9651F"/>
            </a:solidFill>
            <a:prstDash val="solid"/>
          </a:ln>
        </p:spPr>
      </p:sp>
      <p:sp>
        <p:nvSpPr>
          <p:cNvPr id="97" name="Shape 94"/>
          <p:cNvSpPr/>
          <p:nvPr/>
        </p:nvSpPr>
        <p:spPr>
          <a:xfrm>
            <a:off x="1314450" y="2211705"/>
            <a:ext cx="88583" cy="88583"/>
          </a:xfrm>
          <a:prstGeom prst="rect">
            <a:avLst/>
          </a:prstGeom>
          <a:solidFill>
            <a:srgbClr val="D9651F"/>
          </a:solidFill>
          <a:ln w="12700">
            <a:solidFill>
              <a:srgbClr val="D9651F"/>
            </a:solidFill>
            <a:prstDash val="solid"/>
          </a:ln>
        </p:spPr>
      </p:sp>
      <p:sp>
        <p:nvSpPr>
          <p:cNvPr id="98" name="Shape 95"/>
          <p:cNvSpPr/>
          <p:nvPr/>
        </p:nvSpPr>
        <p:spPr>
          <a:xfrm>
            <a:off x="1403033" y="2211705"/>
            <a:ext cx="88583" cy="88583"/>
          </a:xfrm>
          <a:prstGeom prst="rect">
            <a:avLst/>
          </a:prstGeom>
          <a:solidFill>
            <a:srgbClr val="D9651F"/>
          </a:solidFill>
          <a:ln w="12700">
            <a:solidFill>
              <a:srgbClr val="D9651F"/>
            </a:solidFill>
            <a:prstDash val="solid"/>
          </a:ln>
        </p:spPr>
      </p:sp>
      <p:sp>
        <p:nvSpPr>
          <p:cNvPr id="99" name="Shape 96"/>
          <p:cNvSpPr/>
          <p:nvPr/>
        </p:nvSpPr>
        <p:spPr>
          <a:xfrm>
            <a:off x="1491615" y="2211705"/>
            <a:ext cx="88583" cy="88583"/>
          </a:xfrm>
          <a:prstGeom prst="rect">
            <a:avLst/>
          </a:prstGeom>
          <a:solidFill>
            <a:srgbClr val="D9651F"/>
          </a:solidFill>
          <a:ln w="12700">
            <a:solidFill>
              <a:srgbClr val="D9651F"/>
            </a:solidFill>
            <a:prstDash val="solid"/>
          </a:ln>
        </p:spPr>
      </p:sp>
      <p:sp>
        <p:nvSpPr>
          <p:cNvPr id="100" name="Shape 97"/>
          <p:cNvSpPr/>
          <p:nvPr/>
        </p:nvSpPr>
        <p:spPr>
          <a:xfrm>
            <a:off x="1580198" y="2211705"/>
            <a:ext cx="88583" cy="88583"/>
          </a:xfrm>
          <a:prstGeom prst="rect">
            <a:avLst/>
          </a:prstGeom>
          <a:solidFill>
            <a:srgbClr val="D9651F"/>
          </a:solidFill>
          <a:ln w="12700">
            <a:solidFill>
              <a:srgbClr val="D9651F"/>
            </a:solidFill>
            <a:prstDash val="solid"/>
          </a:ln>
        </p:spPr>
      </p:sp>
      <p:sp>
        <p:nvSpPr>
          <p:cNvPr id="101" name="Shape 98"/>
          <p:cNvSpPr/>
          <p:nvPr/>
        </p:nvSpPr>
        <p:spPr>
          <a:xfrm>
            <a:off x="1668780" y="2211705"/>
            <a:ext cx="88583" cy="88583"/>
          </a:xfrm>
          <a:prstGeom prst="rect">
            <a:avLst/>
          </a:prstGeom>
          <a:solidFill>
            <a:srgbClr val="D9651F"/>
          </a:solidFill>
          <a:ln w="12700">
            <a:solidFill>
              <a:srgbClr val="D9651F"/>
            </a:solidFill>
            <a:prstDash val="solid"/>
          </a:ln>
        </p:spPr>
      </p:sp>
      <p:sp>
        <p:nvSpPr>
          <p:cNvPr id="102" name="Shape 99"/>
          <p:cNvSpPr/>
          <p:nvPr/>
        </p:nvSpPr>
        <p:spPr>
          <a:xfrm>
            <a:off x="1757363" y="2211705"/>
            <a:ext cx="88583" cy="88583"/>
          </a:xfrm>
          <a:prstGeom prst="rect">
            <a:avLst/>
          </a:prstGeom>
          <a:solidFill>
            <a:srgbClr val="D9651F"/>
          </a:solidFill>
          <a:ln w="12700">
            <a:solidFill>
              <a:srgbClr val="D9651F"/>
            </a:solidFill>
            <a:prstDash val="solid"/>
          </a:ln>
        </p:spPr>
      </p:sp>
      <p:sp>
        <p:nvSpPr>
          <p:cNvPr id="103" name="Shape 100"/>
          <p:cNvSpPr/>
          <p:nvPr/>
        </p:nvSpPr>
        <p:spPr>
          <a:xfrm>
            <a:off x="1845945" y="2211705"/>
            <a:ext cx="88583" cy="88583"/>
          </a:xfrm>
          <a:prstGeom prst="rect">
            <a:avLst/>
          </a:prstGeom>
          <a:solidFill>
            <a:srgbClr val="D9651F"/>
          </a:solidFill>
          <a:ln w="12700">
            <a:solidFill>
              <a:srgbClr val="D9651F"/>
            </a:solidFill>
            <a:prstDash val="solid"/>
          </a:ln>
        </p:spPr>
      </p:sp>
      <p:sp>
        <p:nvSpPr>
          <p:cNvPr id="104" name="Shape 101"/>
          <p:cNvSpPr/>
          <p:nvPr/>
        </p:nvSpPr>
        <p:spPr>
          <a:xfrm>
            <a:off x="1934528" y="2211705"/>
            <a:ext cx="88583" cy="88583"/>
          </a:xfrm>
          <a:prstGeom prst="rect">
            <a:avLst/>
          </a:prstGeom>
          <a:solidFill>
            <a:srgbClr val="D9651F"/>
          </a:solidFill>
          <a:ln w="12700">
            <a:solidFill>
              <a:srgbClr val="D9651F"/>
            </a:solidFill>
            <a:prstDash val="solid"/>
          </a:ln>
        </p:spPr>
      </p:sp>
      <p:sp>
        <p:nvSpPr>
          <p:cNvPr id="105" name="Shape 102"/>
          <p:cNvSpPr/>
          <p:nvPr/>
        </p:nvSpPr>
        <p:spPr>
          <a:xfrm>
            <a:off x="1225868" y="2300288"/>
            <a:ext cx="88583" cy="88583"/>
          </a:xfrm>
          <a:prstGeom prst="rect">
            <a:avLst/>
          </a:prstGeom>
          <a:solidFill>
            <a:srgbClr val="D9651F"/>
          </a:solidFill>
          <a:ln w="12700">
            <a:solidFill>
              <a:srgbClr val="D9651F"/>
            </a:solidFill>
            <a:prstDash val="solid"/>
          </a:ln>
        </p:spPr>
      </p:sp>
      <p:sp>
        <p:nvSpPr>
          <p:cNvPr id="106" name="Shape 103"/>
          <p:cNvSpPr/>
          <p:nvPr/>
        </p:nvSpPr>
        <p:spPr>
          <a:xfrm>
            <a:off x="1314450" y="2300288"/>
            <a:ext cx="88583" cy="88583"/>
          </a:xfrm>
          <a:prstGeom prst="rect">
            <a:avLst/>
          </a:prstGeom>
          <a:solidFill>
            <a:srgbClr val="D9651F"/>
          </a:solidFill>
          <a:ln w="12700">
            <a:solidFill>
              <a:srgbClr val="D9651F"/>
            </a:solidFill>
            <a:prstDash val="solid"/>
          </a:ln>
        </p:spPr>
      </p:sp>
      <p:sp>
        <p:nvSpPr>
          <p:cNvPr id="107" name="Shape 104"/>
          <p:cNvSpPr/>
          <p:nvPr/>
        </p:nvSpPr>
        <p:spPr>
          <a:xfrm>
            <a:off x="1403033" y="2300288"/>
            <a:ext cx="88583" cy="88583"/>
          </a:xfrm>
          <a:prstGeom prst="rect">
            <a:avLst/>
          </a:prstGeom>
          <a:solidFill>
            <a:srgbClr val="D9651F"/>
          </a:solidFill>
          <a:ln w="12700">
            <a:solidFill>
              <a:srgbClr val="D9651F"/>
            </a:solidFill>
            <a:prstDash val="solid"/>
          </a:ln>
        </p:spPr>
      </p:sp>
      <p:sp>
        <p:nvSpPr>
          <p:cNvPr id="108" name="Shape 105"/>
          <p:cNvSpPr/>
          <p:nvPr/>
        </p:nvSpPr>
        <p:spPr>
          <a:xfrm>
            <a:off x="1491615" y="2300288"/>
            <a:ext cx="88583" cy="88583"/>
          </a:xfrm>
          <a:prstGeom prst="rect">
            <a:avLst/>
          </a:prstGeom>
          <a:solidFill>
            <a:srgbClr val="D9651F"/>
          </a:solidFill>
          <a:ln w="12700">
            <a:solidFill>
              <a:srgbClr val="D9651F"/>
            </a:solidFill>
            <a:prstDash val="solid"/>
          </a:ln>
        </p:spPr>
      </p:sp>
      <p:sp>
        <p:nvSpPr>
          <p:cNvPr id="109" name="Shape 106"/>
          <p:cNvSpPr/>
          <p:nvPr/>
        </p:nvSpPr>
        <p:spPr>
          <a:xfrm>
            <a:off x="1580198" y="2300288"/>
            <a:ext cx="88583" cy="88583"/>
          </a:xfrm>
          <a:prstGeom prst="rect">
            <a:avLst/>
          </a:prstGeom>
          <a:solidFill>
            <a:srgbClr val="D9651F"/>
          </a:solidFill>
          <a:ln w="12700">
            <a:solidFill>
              <a:srgbClr val="D9651F"/>
            </a:solidFill>
            <a:prstDash val="solid"/>
          </a:ln>
        </p:spPr>
      </p:sp>
      <p:sp>
        <p:nvSpPr>
          <p:cNvPr id="110" name="Shape 107"/>
          <p:cNvSpPr/>
          <p:nvPr/>
        </p:nvSpPr>
        <p:spPr>
          <a:xfrm>
            <a:off x="1668780" y="2300288"/>
            <a:ext cx="88583" cy="88583"/>
          </a:xfrm>
          <a:prstGeom prst="rect">
            <a:avLst/>
          </a:prstGeom>
          <a:solidFill>
            <a:srgbClr val="D9651F"/>
          </a:solidFill>
          <a:ln w="12700">
            <a:solidFill>
              <a:srgbClr val="D9651F"/>
            </a:solidFill>
            <a:prstDash val="solid"/>
          </a:ln>
        </p:spPr>
      </p:sp>
      <p:sp>
        <p:nvSpPr>
          <p:cNvPr id="111" name="Shape 108"/>
          <p:cNvSpPr/>
          <p:nvPr/>
        </p:nvSpPr>
        <p:spPr>
          <a:xfrm>
            <a:off x="1757363" y="2300288"/>
            <a:ext cx="88583" cy="88583"/>
          </a:xfrm>
          <a:prstGeom prst="rect">
            <a:avLst/>
          </a:prstGeom>
          <a:solidFill>
            <a:srgbClr val="D9651F"/>
          </a:solidFill>
          <a:ln w="12700">
            <a:solidFill>
              <a:srgbClr val="D9651F"/>
            </a:solidFill>
            <a:prstDash val="solid"/>
          </a:ln>
        </p:spPr>
      </p:sp>
      <p:sp>
        <p:nvSpPr>
          <p:cNvPr id="112" name="Shape 109"/>
          <p:cNvSpPr/>
          <p:nvPr/>
        </p:nvSpPr>
        <p:spPr>
          <a:xfrm>
            <a:off x="1845945" y="2300288"/>
            <a:ext cx="88583" cy="88583"/>
          </a:xfrm>
          <a:prstGeom prst="rect">
            <a:avLst/>
          </a:prstGeom>
          <a:solidFill>
            <a:srgbClr val="D9651F"/>
          </a:solidFill>
          <a:ln w="12700">
            <a:solidFill>
              <a:srgbClr val="D9651F"/>
            </a:solidFill>
            <a:prstDash val="solid"/>
          </a:ln>
        </p:spPr>
      </p:sp>
      <p:sp>
        <p:nvSpPr>
          <p:cNvPr id="113" name="Shape 110"/>
          <p:cNvSpPr/>
          <p:nvPr/>
        </p:nvSpPr>
        <p:spPr>
          <a:xfrm>
            <a:off x="1934528" y="2300288"/>
            <a:ext cx="88583" cy="88583"/>
          </a:xfrm>
          <a:prstGeom prst="rect">
            <a:avLst/>
          </a:prstGeom>
          <a:solidFill>
            <a:srgbClr val="D9651F"/>
          </a:solidFill>
          <a:ln w="12700">
            <a:solidFill>
              <a:srgbClr val="D9651F"/>
            </a:solidFill>
            <a:prstDash val="solid"/>
          </a:ln>
        </p:spPr>
      </p:sp>
      <p:sp>
        <p:nvSpPr>
          <p:cNvPr id="114" name="Shape 111"/>
          <p:cNvSpPr/>
          <p:nvPr/>
        </p:nvSpPr>
        <p:spPr>
          <a:xfrm>
            <a:off x="2023110" y="2300288"/>
            <a:ext cx="88583" cy="88583"/>
          </a:xfrm>
          <a:prstGeom prst="rect">
            <a:avLst/>
          </a:prstGeom>
          <a:solidFill>
            <a:srgbClr val="D9651F"/>
          </a:solidFill>
          <a:ln w="12700">
            <a:solidFill>
              <a:srgbClr val="D9651F"/>
            </a:solidFill>
            <a:prstDash val="solid"/>
          </a:ln>
        </p:spPr>
      </p:sp>
      <p:sp>
        <p:nvSpPr>
          <p:cNvPr id="115" name="Shape 112"/>
          <p:cNvSpPr/>
          <p:nvPr/>
        </p:nvSpPr>
        <p:spPr>
          <a:xfrm>
            <a:off x="1225868" y="2388870"/>
            <a:ext cx="88583" cy="88583"/>
          </a:xfrm>
          <a:prstGeom prst="rect">
            <a:avLst/>
          </a:prstGeom>
          <a:solidFill>
            <a:srgbClr val="D9651F"/>
          </a:solidFill>
          <a:ln w="12700">
            <a:solidFill>
              <a:srgbClr val="D9651F"/>
            </a:solidFill>
            <a:prstDash val="solid"/>
          </a:ln>
        </p:spPr>
      </p:sp>
      <p:sp>
        <p:nvSpPr>
          <p:cNvPr id="116" name="Shape 113"/>
          <p:cNvSpPr/>
          <p:nvPr/>
        </p:nvSpPr>
        <p:spPr>
          <a:xfrm>
            <a:off x="1314450" y="2388870"/>
            <a:ext cx="88583" cy="88583"/>
          </a:xfrm>
          <a:prstGeom prst="rect">
            <a:avLst/>
          </a:prstGeom>
          <a:solidFill>
            <a:srgbClr val="D9651F"/>
          </a:solidFill>
          <a:ln w="12700">
            <a:solidFill>
              <a:srgbClr val="D9651F"/>
            </a:solidFill>
            <a:prstDash val="solid"/>
          </a:ln>
        </p:spPr>
      </p:sp>
      <p:sp>
        <p:nvSpPr>
          <p:cNvPr id="117" name="Shape 114"/>
          <p:cNvSpPr/>
          <p:nvPr/>
        </p:nvSpPr>
        <p:spPr>
          <a:xfrm>
            <a:off x="1403033" y="2388870"/>
            <a:ext cx="88583" cy="88583"/>
          </a:xfrm>
          <a:prstGeom prst="rect">
            <a:avLst/>
          </a:prstGeom>
          <a:solidFill>
            <a:srgbClr val="D9651F"/>
          </a:solidFill>
          <a:ln w="12700">
            <a:solidFill>
              <a:srgbClr val="D9651F"/>
            </a:solidFill>
            <a:prstDash val="solid"/>
          </a:ln>
        </p:spPr>
      </p:sp>
      <p:sp>
        <p:nvSpPr>
          <p:cNvPr id="118" name="Shape 115"/>
          <p:cNvSpPr/>
          <p:nvPr/>
        </p:nvSpPr>
        <p:spPr>
          <a:xfrm>
            <a:off x="1491615" y="2388870"/>
            <a:ext cx="88583" cy="88583"/>
          </a:xfrm>
          <a:prstGeom prst="rect">
            <a:avLst/>
          </a:prstGeom>
          <a:solidFill>
            <a:srgbClr val="D9651F"/>
          </a:solidFill>
          <a:ln w="12700">
            <a:solidFill>
              <a:srgbClr val="D9651F"/>
            </a:solidFill>
            <a:prstDash val="solid"/>
          </a:ln>
        </p:spPr>
      </p:sp>
      <p:sp>
        <p:nvSpPr>
          <p:cNvPr id="119" name="Shape 116"/>
          <p:cNvSpPr/>
          <p:nvPr/>
        </p:nvSpPr>
        <p:spPr>
          <a:xfrm>
            <a:off x="1580198" y="2388870"/>
            <a:ext cx="88583" cy="88583"/>
          </a:xfrm>
          <a:prstGeom prst="rect">
            <a:avLst/>
          </a:prstGeom>
          <a:solidFill>
            <a:srgbClr val="D9651F"/>
          </a:solidFill>
          <a:ln w="12700">
            <a:solidFill>
              <a:srgbClr val="D9651F"/>
            </a:solidFill>
            <a:prstDash val="solid"/>
          </a:ln>
        </p:spPr>
      </p:sp>
      <p:sp>
        <p:nvSpPr>
          <p:cNvPr id="120" name="Shape 117"/>
          <p:cNvSpPr/>
          <p:nvPr/>
        </p:nvSpPr>
        <p:spPr>
          <a:xfrm>
            <a:off x="1668780" y="2388870"/>
            <a:ext cx="88583" cy="88583"/>
          </a:xfrm>
          <a:prstGeom prst="rect">
            <a:avLst/>
          </a:prstGeom>
          <a:solidFill>
            <a:srgbClr val="D9651F"/>
          </a:solidFill>
          <a:ln w="12700">
            <a:solidFill>
              <a:srgbClr val="D9651F"/>
            </a:solidFill>
            <a:prstDash val="solid"/>
          </a:ln>
        </p:spPr>
      </p:sp>
      <p:sp>
        <p:nvSpPr>
          <p:cNvPr id="121" name="Shape 118"/>
          <p:cNvSpPr/>
          <p:nvPr/>
        </p:nvSpPr>
        <p:spPr>
          <a:xfrm>
            <a:off x="1757363" y="2388870"/>
            <a:ext cx="88583" cy="88583"/>
          </a:xfrm>
          <a:prstGeom prst="rect">
            <a:avLst/>
          </a:prstGeom>
          <a:solidFill>
            <a:srgbClr val="D9651F"/>
          </a:solidFill>
          <a:ln w="12700">
            <a:solidFill>
              <a:srgbClr val="D9651F"/>
            </a:solidFill>
            <a:prstDash val="solid"/>
          </a:ln>
        </p:spPr>
      </p:sp>
      <p:sp>
        <p:nvSpPr>
          <p:cNvPr id="122" name="Shape 119"/>
          <p:cNvSpPr/>
          <p:nvPr/>
        </p:nvSpPr>
        <p:spPr>
          <a:xfrm>
            <a:off x="1845945" y="2388870"/>
            <a:ext cx="88583" cy="88583"/>
          </a:xfrm>
          <a:prstGeom prst="rect">
            <a:avLst/>
          </a:prstGeom>
          <a:solidFill>
            <a:srgbClr val="D9651F"/>
          </a:solidFill>
          <a:ln w="12700">
            <a:solidFill>
              <a:srgbClr val="D9651F"/>
            </a:solidFill>
            <a:prstDash val="solid"/>
          </a:ln>
        </p:spPr>
      </p:sp>
      <p:sp>
        <p:nvSpPr>
          <p:cNvPr id="123" name="Shape 120"/>
          <p:cNvSpPr/>
          <p:nvPr/>
        </p:nvSpPr>
        <p:spPr>
          <a:xfrm>
            <a:off x="1491615" y="2477453"/>
            <a:ext cx="88583" cy="88583"/>
          </a:xfrm>
          <a:prstGeom prst="rect">
            <a:avLst/>
          </a:prstGeom>
          <a:solidFill>
            <a:srgbClr val="D9651F"/>
          </a:solidFill>
          <a:ln w="12700">
            <a:solidFill>
              <a:srgbClr val="D9651F"/>
            </a:solidFill>
            <a:prstDash val="solid"/>
          </a:ln>
        </p:spPr>
      </p:sp>
      <p:sp>
        <p:nvSpPr>
          <p:cNvPr id="124" name="Shape 121"/>
          <p:cNvSpPr/>
          <p:nvPr/>
        </p:nvSpPr>
        <p:spPr>
          <a:xfrm>
            <a:off x="1580198" y="2477453"/>
            <a:ext cx="88583" cy="88583"/>
          </a:xfrm>
          <a:prstGeom prst="rect">
            <a:avLst/>
          </a:prstGeom>
          <a:solidFill>
            <a:srgbClr val="D9651F"/>
          </a:solidFill>
          <a:ln w="12700">
            <a:solidFill>
              <a:srgbClr val="D9651F"/>
            </a:solidFill>
            <a:prstDash val="solid"/>
          </a:ln>
        </p:spPr>
      </p:sp>
      <p:sp>
        <p:nvSpPr>
          <p:cNvPr id="125" name="Text 122"/>
          <p:cNvSpPr/>
          <p:nvPr/>
        </p:nvSpPr>
        <p:spPr>
          <a:xfrm>
            <a:off x="822960" y="2816352"/>
            <a:ext cx="1691640" cy="365760"/>
          </a:xfrm>
          <a:prstGeom prst="rect">
            <a:avLst/>
          </a:prstGeom>
          <a:noFill/>
          <a:ln/>
        </p:spPr>
        <p:txBody>
          <a:bodyPr wrap="square" rtlCol="0" anchor="t"/>
          <a:lstStyle/>
          <a:p>
            <a:pPr algn="ctr" indent="0" marL="0">
              <a:spcAft>
                <a:spcPts val="600"/>
              </a:spcAft>
              <a:buNone/>
            </a:pPr>
            <a:r>
              <a:rPr lang="en-US" sz="1200" dirty="0">
                <a:solidFill>
                  <a:srgbClr val="6F6785"/>
                </a:solidFill>
                <a:latin typeface="Calibri" pitchFamily="34" charset="0"/>
                <a:ea typeface="Calibri" pitchFamily="34" charset="-122"/>
                <a:cs typeface="Calibri" pitchFamily="34" charset="-120"/>
              </a:rPr>
              <a:t>Filled, tilted</a:t>
            </a:r>
            <a:endParaRPr lang="en-US" sz="1200" dirty="0"/>
          </a:p>
        </p:txBody>
      </p:sp>
      <p:sp>
        <p:nvSpPr>
          <p:cNvPr id="126" name="Shape 123"/>
          <p:cNvSpPr/>
          <p:nvPr/>
        </p:nvSpPr>
        <p:spPr>
          <a:xfrm>
            <a:off x="2743200" y="1252728"/>
            <a:ext cx="1691640" cy="2103120"/>
          </a:xfrm>
          <a:prstGeom prst="roundRect">
            <a:avLst>
              <a:gd name="adj" fmla="val 9730"/>
            </a:avLst>
          </a:prstGeom>
          <a:solidFill>
            <a:srgbClr val="F0E4D0"/>
          </a:solidFill>
          <a:ln w="12700">
            <a:solidFill>
              <a:srgbClr val="F0E4D0"/>
            </a:solidFill>
            <a:prstDash val="solid"/>
          </a:ln>
        </p:spPr>
      </p:sp>
      <p:sp>
        <p:nvSpPr>
          <p:cNvPr id="127" name="Shape 124"/>
          <p:cNvSpPr/>
          <p:nvPr/>
        </p:nvSpPr>
        <p:spPr>
          <a:xfrm>
            <a:off x="2743200" y="1188720"/>
            <a:ext cx="1691640" cy="2103120"/>
          </a:xfrm>
          <a:prstGeom prst="roundRect">
            <a:avLst>
              <a:gd name="adj" fmla="val 9730"/>
            </a:avLst>
          </a:prstGeom>
          <a:solidFill>
            <a:srgbClr val="FFFFFF"/>
          </a:solidFill>
          <a:ln w="12700">
            <a:solidFill>
              <a:srgbClr val="FFFFFF"/>
            </a:solidFill>
            <a:prstDash val="solid"/>
          </a:ln>
        </p:spPr>
      </p:sp>
      <p:sp>
        <p:nvSpPr>
          <p:cNvPr id="128" name="Shape 125"/>
          <p:cNvSpPr/>
          <p:nvPr/>
        </p:nvSpPr>
        <p:spPr>
          <a:xfrm>
            <a:off x="2825496" y="1271016"/>
            <a:ext cx="1527048" cy="1527048"/>
          </a:xfrm>
          <a:prstGeom prst="roundRect">
            <a:avLst>
              <a:gd name="adj" fmla="val 5988"/>
            </a:avLst>
          </a:prstGeom>
          <a:solidFill>
            <a:srgbClr val="FFFFFF"/>
          </a:solidFill>
          <a:ln w="19050">
            <a:solidFill>
              <a:srgbClr val="F0E4D0"/>
            </a:solidFill>
            <a:prstDash val="solid"/>
          </a:ln>
        </p:spPr>
      </p:sp>
      <p:sp>
        <p:nvSpPr>
          <p:cNvPr id="129" name="Shape 126"/>
          <p:cNvSpPr/>
          <p:nvPr/>
        </p:nvSpPr>
        <p:spPr>
          <a:xfrm>
            <a:off x="3234690" y="1414463"/>
            <a:ext cx="88583" cy="88583"/>
          </a:xfrm>
          <a:prstGeom prst="rect">
            <a:avLst/>
          </a:prstGeom>
          <a:solidFill>
            <a:srgbClr val="D9651F"/>
          </a:solidFill>
          <a:ln w="12700">
            <a:solidFill>
              <a:srgbClr val="D9651F"/>
            </a:solidFill>
            <a:prstDash val="solid"/>
          </a:ln>
        </p:spPr>
      </p:sp>
      <p:sp>
        <p:nvSpPr>
          <p:cNvPr id="130" name="Shape 127"/>
          <p:cNvSpPr/>
          <p:nvPr/>
        </p:nvSpPr>
        <p:spPr>
          <a:xfrm>
            <a:off x="3323273" y="1414463"/>
            <a:ext cx="88583" cy="88583"/>
          </a:xfrm>
          <a:prstGeom prst="rect">
            <a:avLst/>
          </a:prstGeom>
          <a:solidFill>
            <a:srgbClr val="D9651F"/>
          </a:solidFill>
          <a:ln w="12700">
            <a:solidFill>
              <a:srgbClr val="D9651F"/>
            </a:solidFill>
            <a:prstDash val="solid"/>
          </a:ln>
        </p:spPr>
      </p:sp>
      <p:sp>
        <p:nvSpPr>
          <p:cNvPr id="131" name="Shape 128"/>
          <p:cNvSpPr/>
          <p:nvPr/>
        </p:nvSpPr>
        <p:spPr>
          <a:xfrm>
            <a:off x="3411855" y="1414463"/>
            <a:ext cx="88583" cy="88583"/>
          </a:xfrm>
          <a:prstGeom prst="rect">
            <a:avLst/>
          </a:prstGeom>
          <a:solidFill>
            <a:srgbClr val="D9651F"/>
          </a:solidFill>
          <a:ln w="12700">
            <a:solidFill>
              <a:srgbClr val="D9651F"/>
            </a:solidFill>
            <a:prstDash val="solid"/>
          </a:ln>
        </p:spPr>
      </p:sp>
      <p:sp>
        <p:nvSpPr>
          <p:cNvPr id="132" name="Shape 129"/>
          <p:cNvSpPr/>
          <p:nvPr/>
        </p:nvSpPr>
        <p:spPr>
          <a:xfrm>
            <a:off x="3500438" y="1414463"/>
            <a:ext cx="88583" cy="88583"/>
          </a:xfrm>
          <a:prstGeom prst="rect">
            <a:avLst/>
          </a:prstGeom>
          <a:solidFill>
            <a:srgbClr val="D9651F"/>
          </a:solidFill>
          <a:ln w="12700">
            <a:solidFill>
              <a:srgbClr val="D9651F"/>
            </a:solidFill>
            <a:prstDash val="solid"/>
          </a:ln>
        </p:spPr>
      </p:sp>
      <p:sp>
        <p:nvSpPr>
          <p:cNvPr id="133" name="Shape 130"/>
          <p:cNvSpPr/>
          <p:nvPr/>
        </p:nvSpPr>
        <p:spPr>
          <a:xfrm>
            <a:off x="3589020" y="1414463"/>
            <a:ext cx="88583" cy="88583"/>
          </a:xfrm>
          <a:prstGeom prst="rect">
            <a:avLst/>
          </a:prstGeom>
          <a:solidFill>
            <a:srgbClr val="D9651F"/>
          </a:solidFill>
          <a:ln w="12700">
            <a:solidFill>
              <a:srgbClr val="D9651F"/>
            </a:solidFill>
            <a:prstDash val="solid"/>
          </a:ln>
        </p:spPr>
      </p:sp>
      <p:sp>
        <p:nvSpPr>
          <p:cNvPr id="134" name="Shape 131"/>
          <p:cNvSpPr/>
          <p:nvPr/>
        </p:nvSpPr>
        <p:spPr>
          <a:xfrm>
            <a:off x="3677603" y="1414463"/>
            <a:ext cx="88583" cy="88583"/>
          </a:xfrm>
          <a:prstGeom prst="rect">
            <a:avLst/>
          </a:prstGeom>
          <a:solidFill>
            <a:srgbClr val="D9651F"/>
          </a:solidFill>
          <a:ln w="12700">
            <a:solidFill>
              <a:srgbClr val="D9651F"/>
            </a:solidFill>
            <a:prstDash val="solid"/>
          </a:ln>
        </p:spPr>
      </p:sp>
      <p:sp>
        <p:nvSpPr>
          <p:cNvPr id="135" name="Shape 132"/>
          <p:cNvSpPr/>
          <p:nvPr/>
        </p:nvSpPr>
        <p:spPr>
          <a:xfrm>
            <a:off x="3057525" y="1503045"/>
            <a:ext cx="88583" cy="88583"/>
          </a:xfrm>
          <a:prstGeom prst="rect">
            <a:avLst/>
          </a:prstGeom>
          <a:solidFill>
            <a:srgbClr val="D9651F"/>
          </a:solidFill>
          <a:ln w="12700">
            <a:solidFill>
              <a:srgbClr val="D9651F"/>
            </a:solidFill>
            <a:prstDash val="solid"/>
          </a:ln>
        </p:spPr>
      </p:sp>
      <p:sp>
        <p:nvSpPr>
          <p:cNvPr id="136" name="Shape 133"/>
          <p:cNvSpPr/>
          <p:nvPr/>
        </p:nvSpPr>
        <p:spPr>
          <a:xfrm>
            <a:off x="3146108" y="1503045"/>
            <a:ext cx="88583" cy="88583"/>
          </a:xfrm>
          <a:prstGeom prst="rect">
            <a:avLst/>
          </a:prstGeom>
          <a:solidFill>
            <a:srgbClr val="D9651F"/>
          </a:solidFill>
          <a:ln w="12700">
            <a:solidFill>
              <a:srgbClr val="D9651F"/>
            </a:solidFill>
            <a:prstDash val="solid"/>
          </a:ln>
        </p:spPr>
      </p:sp>
      <p:sp>
        <p:nvSpPr>
          <p:cNvPr id="137" name="Shape 134"/>
          <p:cNvSpPr/>
          <p:nvPr/>
        </p:nvSpPr>
        <p:spPr>
          <a:xfrm>
            <a:off x="3234690" y="1503045"/>
            <a:ext cx="88583" cy="88583"/>
          </a:xfrm>
          <a:prstGeom prst="rect">
            <a:avLst/>
          </a:prstGeom>
          <a:solidFill>
            <a:srgbClr val="D9651F"/>
          </a:solidFill>
          <a:ln w="12700">
            <a:solidFill>
              <a:srgbClr val="D9651F"/>
            </a:solidFill>
            <a:prstDash val="solid"/>
          </a:ln>
        </p:spPr>
      </p:sp>
      <p:sp>
        <p:nvSpPr>
          <p:cNvPr id="138" name="Shape 135"/>
          <p:cNvSpPr/>
          <p:nvPr/>
        </p:nvSpPr>
        <p:spPr>
          <a:xfrm>
            <a:off x="3323273" y="1503045"/>
            <a:ext cx="88583" cy="88583"/>
          </a:xfrm>
          <a:prstGeom prst="rect">
            <a:avLst/>
          </a:prstGeom>
          <a:solidFill>
            <a:srgbClr val="D9651F"/>
          </a:solidFill>
          <a:ln w="12700">
            <a:solidFill>
              <a:srgbClr val="D9651F"/>
            </a:solidFill>
            <a:prstDash val="solid"/>
          </a:ln>
        </p:spPr>
      </p:sp>
      <p:sp>
        <p:nvSpPr>
          <p:cNvPr id="139" name="Shape 136"/>
          <p:cNvSpPr/>
          <p:nvPr/>
        </p:nvSpPr>
        <p:spPr>
          <a:xfrm>
            <a:off x="3411855" y="1503045"/>
            <a:ext cx="88583" cy="88583"/>
          </a:xfrm>
          <a:prstGeom prst="rect">
            <a:avLst/>
          </a:prstGeom>
          <a:solidFill>
            <a:srgbClr val="D9651F"/>
          </a:solidFill>
          <a:ln w="12700">
            <a:solidFill>
              <a:srgbClr val="D9651F"/>
            </a:solidFill>
            <a:prstDash val="solid"/>
          </a:ln>
        </p:spPr>
      </p:sp>
      <p:sp>
        <p:nvSpPr>
          <p:cNvPr id="140" name="Shape 137"/>
          <p:cNvSpPr/>
          <p:nvPr/>
        </p:nvSpPr>
        <p:spPr>
          <a:xfrm>
            <a:off x="3500438" y="1503045"/>
            <a:ext cx="88583" cy="88583"/>
          </a:xfrm>
          <a:prstGeom prst="rect">
            <a:avLst/>
          </a:prstGeom>
          <a:solidFill>
            <a:srgbClr val="D9651F"/>
          </a:solidFill>
          <a:ln w="12700">
            <a:solidFill>
              <a:srgbClr val="D9651F"/>
            </a:solidFill>
            <a:prstDash val="solid"/>
          </a:ln>
        </p:spPr>
      </p:sp>
      <p:sp>
        <p:nvSpPr>
          <p:cNvPr id="141" name="Shape 138"/>
          <p:cNvSpPr/>
          <p:nvPr/>
        </p:nvSpPr>
        <p:spPr>
          <a:xfrm>
            <a:off x="3589020" y="1503045"/>
            <a:ext cx="88583" cy="88583"/>
          </a:xfrm>
          <a:prstGeom prst="rect">
            <a:avLst/>
          </a:prstGeom>
          <a:solidFill>
            <a:srgbClr val="D9651F"/>
          </a:solidFill>
          <a:ln w="12700">
            <a:solidFill>
              <a:srgbClr val="D9651F"/>
            </a:solidFill>
            <a:prstDash val="solid"/>
          </a:ln>
        </p:spPr>
      </p:sp>
      <p:sp>
        <p:nvSpPr>
          <p:cNvPr id="142" name="Shape 139"/>
          <p:cNvSpPr/>
          <p:nvPr/>
        </p:nvSpPr>
        <p:spPr>
          <a:xfrm>
            <a:off x="3677603" y="1503045"/>
            <a:ext cx="88583" cy="88583"/>
          </a:xfrm>
          <a:prstGeom prst="rect">
            <a:avLst/>
          </a:prstGeom>
          <a:solidFill>
            <a:srgbClr val="D9651F"/>
          </a:solidFill>
          <a:ln w="12700">
            <a:solidFill>
              <a:srgbClr val="D9651F"/>
            </a:solidFill>
            <a:prstDash val="solid"/>
          </a:ln>
        </p:spPr>
      </p:sp>
      <p:sp>
        <p:nvSpPr>
          <p:cNvPr id="143" name="Shape 140"/>
          <p:cNvSpPr/>
          <p:nvPr/>
        </p:nvSpPr>
        <p:spPr>
          <a:xfrm>
            <a:off x="3766185" y="1503045"/>
            <a:ext cx="88583" cy="88583"/>
          </a:xfrm>
          <a:prstGeom prst="rect">
            <a:avLst/>
          </a:prstGeom>
          <a:solidFill>
            <a:srgbClr val="D9651F"/>
          </a:solidFill>
          <a:ln w="12700">
            <a:solidFill>
              <a:srgbClr val="D9651F"/>
            </a:solidFill>
            <a:prstDash val="solid"/>
          </a:ln>
        </p:spPr>
      </p:sp>
      <p:sp>
        <p:nvSpPr>
          <p:cNvPr id="144" name="Shape 141"/>
          <p:cNvSpPr/>
          <p:nvPr/>
        </p:nvSpPr>
        <p:spPr>
          <a:xfrm>
            <a:off x="3854768" y="1503045"/>
            <a:ext cx="88583" cy="88583"/>
          </a:xfrm>
          <a:prstGeom prst="rect">
            <a:avLst/>
          </a:prstGeom>
          <a:solidFill>
            <a:srgbClr val="D9651F"/>
          </a:solidFill>
          <a:ln w="12700">
            <a:solidFill>
              <a:srgbClr val="D9651F"/>
            </a:solidFill>
            <a:prstDash val="solid"/>
          </a:ln>
        </p:spPr>
      </p:sp>
      <p:sp>
        <p:nvSpPr>
          <p:cNvPr id="145" name="Shape 142"/>
          <p:cNvSpPr/>
          <p:nvPr/>
        </p:nvSpPr>
        <p:spPr>
          <a:xfrm>
            <a:off x="2968943" y="1591628"/>
            <a:ext cx="88583" cy="88583"/>
          </a:xfrm>
          <a:prstGeom prst="rect">
            <a:avLst/>
          </a:prstGeom>
          <a:solidFill>
            <a:srgbClr val="D9651F"/>
          </a:solidFill>
          <a:ln w="12700">
            <a:solidFill>
              <a:srgbClr val="D9651F"/>
            </a:solidFill>
            <a:prstDash val="solid"/>
          </a:ln>
        </p:spPr>
      </p:sp>
      <p:sp>
        <p:nvSpPr>
          <p:cNvPr id="146" name="Shape 143"/>
          <p:cNvSpPr/>
          <p:nvPr/>
        </p:nvSpPr>
        <p:spPr>
          <a:xfrm>
            <a:off x="3057525" y="1591628"/>
            <a:ext cx="88583" cy="88583"/>
          </a:xfrm>
          <a:prstGeom prst="rect">
            <a:avLst/>
          </a:prstGeom>
          <a:solidFill>
            <a:srgbClr val="D9651F"/>
          </a:solidFill>
          <a:ln w="12700">
            <a:solidFill>
              <a:srgbClr val="D9651F"/>
            </a:solidFill>
            <a:prstDash val="solid"/>
          </a:ln>
        </p:spPr>
      </p:sp>
      <p:sp>
        <p:nvSpPr>
          <p:cNvPr id="147" name="Shape 144"/>
          <p:cNvSpPr/>
          <p:nvPr/>
        </p:nvSpPr>
        <p:spPr>
          <a:xfrm>
            <a:off x="3146108" y="1591628"/>
            <a:ext cx="88583" cy="88583"/>
          </a:xfrm>
          <a:prstGeom prst="rect">
            <a:avLst/>
          </a:prstGeom>
          <a:solidFill>
            <a:srgbClr val="D9651F"/>
          </a:solidFill>
          <a:ln w="12700">
            <a:solidFill>
              <a:srgbClr val="D9651F"/>
            </a:solidFill>
            <a:prstDash val="solid"/>
          </a:ln>
        </p:spPr>
      </p:sp>
      <p:sp>
        <p:nvSpPr>
          <p:cNvPr id="148" name="Shape 145"/>
          <p:cNvSpPr/>
          <p:nvPr/>
        </p:nvSpPr>
        <p:spPr>
          <a:xfrm>
            <a:off x="3234690" y="1591628"/>
            <a:ext cx="88583" cy="88583"/>
          </a:xfrm>
          <a:prstGeom prst="rect">
            <a:avLst/>
          </a:prstGeom>
          <a:solidFill>
            <a:srgbClr val="D9651F"/>
          </a:solidFill>
          <a:ln w="12700">
            <a:solidFill>
              <a:srgbClr val="D9651F"/>
            </a:solidFill>
            <a:prstDash val="solid"/>
          </a:ln>
        </p:spPr>
      </p:sp>
      <p:sp>
        <p:nvSpPr>
          <p:cNvPr id="149" name="Shape 146"/>
          <p:cNvSpPr/>
          <p:nvPr/>
        </p:nvSpPr>
        <p:spPr>
          <a:xfrm>
            <a:off x="3411855" y="1591628"/>
            <a:ext cx="88583" cy="88583"/>
          </a:xfrm>
          <a:prstGeom prst="rect">
            <a:avLst/>
          </a:prstGeom>
          <a:solidFill>
            <a:srgbClr val="D9651F"/>
          </a:solidFill>
          <a:ln w="12700">
            <a:solidFill>
              <a:srgbClr val="D9651F"/>
            </a:solidFill>
            <a:prstDash val="solid"/>
          </a:ln>
        </p:spPr>
      </p:sp>
      <p:sp>
        <p:nvSpPr>
          <p:cNvPr id="150" name="Shape 147"/>
          <p:cNvSpPr/>
          <p:nvPr/>
        </p:nvSpPr>
        <p:spPr>
          <a:xfrm>
            <a:off x="3500438" y="1591628"/>
            <a:ext cx="88583" cy="88583"/>
          </a:xfrm>
          <a:prstGeom prst="rect">
            <a:avLst/>
          </a:prstGeom>
          <a:solidFill>
            <a:srgbClr val="D9651F"/>
          </a:solidFill>
          <a:ln w="12700">
            <a:solidFill>
              <a:srgbClr val="D9651F"/>
            </a:solidFill>
            <a:prstDash val="solid"/>
          </a:ln>
        </p:spPr>
      </p:sp>
      <p:sp>
        <p:nvSpPr>
          <p:cNvPr id="151" name="Shape 148"/>
          <p:cNvSpPr/>
          <p:nvPr/>
        </p:nvSpPr>
        <p:spPr>
          <a:xfrm>
            <a:off x="3589020" y="1591628"/>
            <a:ext cx="88583" cy="88583"/>
          </a:xfrm>
          <a:prstGeom prst="rect">
            <a:avLst/>
          </a:prstGeom>
          <a:solidFill>
            <a:srgbClr val="D9651F"/>
          </a:solidFill>
          <a:ln w="12700">
            <a:solidFill>
              <a:srgbClr val="D9651F"/>
            </a:solidFill>
            <a:prstDash val="solid"/>
          </a:ln>
        </p:spPr>
      </p:sp>
      <p:sp>
        <p:nvSpPr>
          <p:cNvPr id="152" name="Shape 149"/>
          <p:cNvSpPr/>
          <p:nvPr/>
        </p:nvSpPr>
        <p:spPr>
          <a:xfrm>
            <a:off x="3677603" y="1591628"/>
            <a:ext cx="88583" cy="88583"/>
          </a:xfrm>
          <a:prstGeom prst="rect">
            <a:avLst/>
          </a:prstGeom>
          <a:solidFill>
            <a:srgbClr val="D9651F"/>
          </a:solidFill>
          <a:ln w="12700">
            <a:solidFill>
              <a:srgbClr val="D9651F"/>
            </a:solidFill>
            <a:prstDash val="solid"/>
          </a:ln>
        </p:spPr>
      </p:sp>
      <p:sp>
        <p:nvSpPr>
          <p:cNvPr id="153" name="Shape 150"/>
          <p:cNvSpPr/>
          <p:nvPr/>
        </p:nvSpPr>
        <p:spPr>
          <a:xfrm>
            <a:off x="3766185" y="1591628"/>
            <a:ext cx="88583" cy="88583"/>
          </a:xfrm>
          <a:prstGeom prst="rect">
            <a:avLst/>
          </a:prstGeom>
          <a:solidFill>
            <a:srgbClr val="D9651F"/>
          </a:solidFill>
          <a:ln w="12700">
            <a:solidFill>
              <a:srgbClr val="D9651F"/>
            </a:solidFill>
            <a:prstDash val="solid"/>
          </a:ln>
        </p:spPr>
      </p:sp>
      <p:sp>
        <p:nvSpPr>
          <p:cNvPr id="154" name="Shape 151"/>
          <p:cNvSpPr/>
          <p:nvPr/>
        </p:nvSpPr>
        <p:spPr>
          <a:xfrm>
            <a:off x="3854768" y="1591628"/>
            <a:ext cx="88583" cy="88583"/>
          </a:xfrm>
          <a:prstGeom prst="rect">
            <a:avLst/>
          </a:prstGeom>
          <a:solidFill>
            <a:srgbClr val="D9651F"/>
          </a:solidFill>
          <a:ln w="12700">
            <a:solidFill>
              <a:srgbClr val="D9651F"/>
            </a:solidFill>
            <a:prstDash val="solid"/>
          </a:ln>
        </p:spPr>
      </p:sp>
      <p:sp>
        <p:nvSpPr>
          <p:cNvPr id="155" name="Shape 152"/>
          <p:cNvSpPr/>
          <p:nvPr/>
        </p:nvSpPr>
        <p:spPr>
          <a:xfrm>
            <a:off x="3943350" y="1591628"/>
            <a:ext cx="88583" cy="88583"/>
          </a:xfrm>
          <a:prstGeom prst="rect">
            <a:avLst/>
          </a:prstGeom>
          <a:solidFill>
            <a:srgbClr val="D9651F"/>
          </a:solidFill>
          <a:ln w="12700">
            <a:solidFill>
              <a:srgbClr val="D9651F"/>
            </a:solidFill>
            <a:prstDash val="solid"/>
          </a:ln>
        </p:spPr>
      </p:sp>
      <p:sp>
        <p:nvSpPr>
          <p:cNvPr id="156" name="Shape 153"/>
          <p:cNvSpPr/>
          <p:nvPr/>
        </p:nvSpPr>
        <p:spPr>
          <a:xfrm>
            <a:off x="2880360" y="1680210"/>
            <a:ext cx="88583" cy="88583"/>
          </a:xfrm>
          <a:prstGeom prst="rect">
            <a:avLst/>
          </a:prstGeom>
          <a:solidFill>
            <a:srgbClr val="D9651F"/>
          </a:solidFill>
          <a:ln w="12700">
            <a:solidFill>
              <a:srgbClr val="D9651F"/>
            </a:solidFill>
            <a:prstDash val="solid"/>
          </a:ln>
        </p:spPr>
      </p:sp>
      <p:sp>
        <p:nvSpPr>
          <p:cNvPr id="157" name="Shape 154"/>
          <p:cNvSpPr/>
          <p:nvPr/>
        </p:nvSpPr>
        <p:spPr>
          <a:xfrm>
            <a:off x="3057525" y="1680210"/>
            <a:ext cx="88583" cy="88583"/>
          </a:xfrm>
          <a:prstGeom prst="rect">
            <a:avLst/>
          </a:prstGeom>
          <a:solidFill>
            <a:srgbClr val="D9651F"/>
          </a:solidFill>
          <a:ln w="12700">
            <a:solidFill>
              <a:srgbClr val="D9651F"/>
            </a:solidFill>
            <a:prstDash val="solid"/>
          </a:ln>
        </p:spPr>
      </p:sp>
      <p:sp>
        <p:nvSpPr>
          <p:cNvPr id="158" name="Shape 155"/>
          <p:cNvSpPr/>
          <p:nvPr/>
        </p:nvSpPr>
        <p:spPr>
          <a:xfrm>
            <a:off x="3146108" y="1680210"/>
            <a:ext cx="88583" cy="88583"/>
          </a:xfrm>
          <a:prstGeom prst="rect">
            <a:avLst/>
          </a:prstGeom>
          <a:solidFill>
            <a:srgbClr val="D9651F"/>
          </a:solidFill>
          <a:ln w="12700">
            <a:solidFill>
              <a:srgbClr val="D9651F"/>
            </a:solidFill>
            <a:prstDash val="solid"/>
          </a:ln>
        </p:spPr>
      </p:sp>
      <p:sp>
        <p:nvSpPr>
          <p:cNvPr id="159" name="Shape 156"/>
          <p:cNvSpPr/>
          <p:nvPr/>
        </p:nvSpPr>
        <p:spPr>
          <a:xfrm>
            <a:off x="3766185" y="1680210"/>
            <a:ext cx="88583" cy="88583"/>
          </a:xfrm>
          <a:prstGeom prst="rect">
            <a:avLst/>
          </a:prstGeom>
          <a:solidFill>
            <a:srgbClr val="D9651F"/>
          </a:solidFill>
          <a:ln w="12700">
            <a:solidFill>
              <a:srgbClr val="D9651F"/>
            </a:solidFill>
            <a:prstDash val="solid"/>
          </a:ln>
        </p:spPr>
      </p:sp>
      <p:sp>
        <p:nvSpPr>
          <p:cNvPr id="160" name="Shape 157"/>
          <p:cNvSpPr/>
          <p:nvPr/>
        </p:nvSpPr>
        <p:spPr>
          <a:xfrm>
            <a:off x="3854768" y="1680210"/>
            <a:ext cx="88583" cy="88583"/>
          </a:xfrm>
          <a:prstGeom prst="rect">
            <a:avLst/>
          </a:prstGeom>
          <a:solidFill>
            <a:srgbClr val="D9651F"/>
          </a:solidFill>
          <a:ln w="12700">
            <a:solidFill>
              <a:srgbClr val="D9651F"/>
            </a:solidFill>
            <a:prstDash val="solid"/>
          </a:ln>
        </p:spPr>
      </p:sp>
      <p:sp>
        <p:nvSpPr>
          <p:cNvPr id="161" name="Shape 158"/>
          <p:cNvSpPr/>
          <p:nvPr/>
        </p:nvSpPr>
        <p:spPr>
          <a:xfrm>
            <a:off x="3943350" y="1680210"/>
            <a:ext cx="88583" cy="88583"/>
          </a:xfrm>
          <a:prstGeom prst="rect">
            <a:avLst/>
          </a:prstGeom>
          <a:solidFill>
            <a:srgbClr val="D9651F"/>
          </a:solidFill>
          <a:ln w="12700">
            <a:solidFill>
              <a:srgbClr val="D9651F"/>
            </a:solidFill>
            <a:prstDash val="solid"/>
          </a:ln>
        </p:spPr>
      </p:sp>
      <p:sp>
        <p:nvSpPr>
          <p:cNvPr id="162" name="Shape 159"/>
          <p:cNvSpPr/>
          <p:nvPr/>
        </p:nvSpPr>
        <p:spPr>
          <a:xfrm>
            <a:off x="4031933" y="1680210"/>
            <a:ext cx="88583" cy="88583"/>
          </a:xfrm>
          <a:prstGeom prst="rect">
            <a:avLst/>
          </a:prstGeom>
          <a:solidFill>
            <a:srgbClr val="D9651F"/>
          </a:solidFill>
          <a:ln w="12700">
            <a:solidFill>
              <a:srgbClr val="D9651F"/>
            </a:solidFill>
            <a:prstDash val="solid"/>
          </a:ln>
        </p:spPr>
      </p:sp>
      <p:sp>
        <p:nvSpPr>
          <p:cNvPr id="163" name="Shape 160"/>
          <p:cNvSpPr/>
          <p:nvPr/>
        </p:nvSpPr>
        <p:spPr>
          <a:xfrm>
            <a:off x="2880360" y="1768793"/>
            <a:ext cx="88583" cy="88583"/>
          </a:xfrm>
          <a:prstGeom prst="rect">
            <a:avLst/>
          </a:prstGeom>
          <a:solidFill>
            <a:srgbClr val="D9651F"/>
          </a:solidFill>
          <a:ln w="12700">
            <a:solidFill>
              <a:srgbClr val="D9651F"/>
            </a:solidFill>
            <a:prstDash val="solid"/>
          </a:ln>
        </p:spPr>
      </p:sp>
      <p:sp>
        <p:nvSpPr>
          <p:cNvPr id="164" name="Shape 161"/>
          <p:cNvSpPr/>
          <p:nvPr/>
        </p:nvSpPr>
        <p:spPr>
          <a:xfrm>
            <a:off x="2968943" y="1768793"/>
            <a:ext cx="88583" cy="88583"/>
          </a:xfrm>
          <a:prstGeom prst="rect">
            <a:avLst/>
          </a:prstGeom>
          <a:solidFill>
            <a:srgbClr val="D9651F"/>
          </a:solidFill>
          <a:ln w="12700">
            <a:solidFill>
              <a:srgbClr val="D9651F"/>
            </a:solidFill>
            <a:prstDash val="solid"/>
          </a:ln>
        </p:spPr>
      </p:sp>
      <p:sp>
        <p:nvSpPr>
          <p:cNvPr id="165" name="Shape 162"/>
          <p:cNvSpPr/>
          <p:nvPr/>
        </p:nvSpPr>
        <p:spPr>
          <a:xfrm>
            <a:off x="3057525" y="1768793"/>
            <a:ext cx="88583" cy="88583"/>
          </a:xfrm>
          <a:prstGeom prst="rect">
            <a:avLst/>
          </a:prstGeom>
          <a:solidFill>
            <a:srgbClr val="D9651F"/>
          </a:solidFill>
          <a:ln w="12700">
            <a:solidFill>
              <a:srgbClr val="D9651F"/>
            </a:solidFill>
            <a:prstDash val="solid"/>
          </a:ln>
        </p:spPr>
      </p:sp>
      <p:sp>
        <p:nvSpPr>
          <p:cNvPr id="166" name="Shape 163"/>
          <p:cNvSpPr/>
          <p:nvPr/>
        </p:nvSpPr>
        <p:spPr>
          <a:xfrm>
            <a:off x="2880360" y="1857375"/>
            <a:ext cx="88583" cy="88583"/>
          </a:xfrm>
          <a:prstGeom prst="rect">
            <a:avLst/>
          </a:prstGeom>
          <a:solidFill>
            <a:srgbClr val="D9651F"/>
          </a:solidFill>
          <a:ln w="12700">
            <a:solidFill>
              <a:srgbClr val="D9651F"/>
            </a:solidFill>
            <a:prstDash val="solid"/>
          </a:ln>
        </p:spPr>
      </p:sp>
      <p:sp>
        <p:nvSpPr>
          <p:cNvPr id="167" name="Shape 164"/>
          <p:cNvSpPr/>
          <p:nvPr/>
        </p:nvSpPr>
        <p:spPr>
          <a:xfrm>
            <a:off x="2968943" y="1857375"/>
            <a:ext cx="88583" cy="88583"/>
          </a:xfrm>
          <a:prstGeom prst="rect">
            <a:avLst/>
          </a:prstGeom>
          <a:solidFill>
            <a:srgbClr val="D9651F"/>
          </a:solidFill>
          <a:ln w="12700">
            <a:solidFill>
              <a:srgbClr val="D9651F"/>
            </a:solidFill>
            <a:prstDash val="solid"/>
          </a:ln>
        </p:spPr>
      </p:sp>
      <p:sp>
        <p:nvSpPr>
          <p:cNvPr id="168" name="Shape 165"/>
          <p:cNvSpPr/>
          <p:nvPr/>
        </p:nvSpPr>
        <p:spPr>
          <a:xfrm>
            <a:off x="3057525" y="1857375"/>
            <a:ext cx="88583" cy="88583"/>
          </a:xfrm>
          <a:prstGeom prst="rect">
            <a:avLst/>
          </a:prstGeom>
          <a:solidFill>
            <a:srgbClr val="D9651F"/>
          </a:solidFill>
          <a:ln w="12700">
            <a:solidFill>
              <a:srgbClr val="D9651F"/>
            </a:solidFill>
            <a:prstDash val="solid"/>
          </a:ln>
        </p:spPr>
      </p:sp>
      <p:sp>
        <p:nvSpPr>
          <p:cNvPr id="169" name="Shape 166"/>
          <p:cNvSpPr/>
          <p:nvPr/>
        </p:nvSpPr>
        <p:spPr>
          <a:xfrm>
            <a:off x="3943350" y="1857375"/>
            <a:ext cx="88583" cy="88583"/>
          </a:xfrm>
          <a:prstGeom prst="rect">
            <a:avLst/>
          </a:prstGeom>
          <a:solidFill>
            <a:srgbClr val="D9651F"/>
          </a:solidFill>
          <a:ln w="12700">
            <a:solidFill>
              <a:srgbClr val="D9651F"/>
            </a:solidFill>
            <a:prstDash val="solid"/>
          </a:ln>
        </p:spPr>
      </p:sp>
      <p:sp>
        <p:nvSpPr>
          <p:cNvPr id="170" name="Shape 167"/>
          <p:cNvSpPr/>
          <p:nvPr/>
        </p:nvSpPr>
        <p:spPr>
          <a:xfrm>
            <a:off x="4031933" y="1857375"/>
            <a:ext cx="88583" cy="88583"/>
          </a:xfrm>
          <a:prstGeom prst="rect">
            <a:avLst/>
          </a:prstGeom>
          <a:solidFill>
            <a:srgbClr val="D9651F"/>
          </a:solidFill>
          <a:ln w="12700">
            <a:solidFill>
              <a:srgbClr val="D9651F"/>
            </a:solidFill>
            <a:prstDash val="solid"/>
          </a:ln>
        </p:spPr>
      </p:sp>
      <p:sp>
        <p:nvSpPr>
          <p:cNvPr id="171" name="Shape 168"/>
          <p:cNvSpPr/>
          <p:nvPr/>
        </p:nvSpPr>
        <p:spPr>
          <a:xfrm>
            <a:off x="4120515" y="1857375"/>
            <a:ext cx="88583" cy="88583"/>
          </a:xfrm>
          <a:prstGeom prst="rect">
            <a:avLst/>
          </a:prstGeom>
          <a:solidFill>
            <a:srgbClr val="D9651F"/>
          </a:solidFill>
          <a:ln w="12700">
            <a:solidFill>
              <a:srgbClr val="D9651F"/>
            </a:solidFill>
            <a:prstDash val="solid"/>
          </a:ln>
        </p:spPr>
      </p:sp>
      <p:sp>
        <p:nvSpPr>
          <p:cNvPr id="172" name="Shape 169"/>
          <p:cNvSpPr/>
          <p:nvPr/>
        </p:nvSpPr>
        <p:spPr>
          <a:xfrm>
            <a:off x="4209098" y="1857375"/>
            <a:ext cx="88583" cy="88583"/>
          </a:xfrm>
          <a:prstGeom prst="rect">
            <a:avLst/>
          </a:prstGeom>
          <a:solidFill>
            <a:srgbClr val="D9651F"/>
          </a:solidFill>
          <a:ln w="12700">
            <a:solidFill>
              <a:srgbClr val="D9651F"/>
            </a:solidFill>
            <a:prstDash val="solid"/>
          </a:ln>
        </p:spPr>
      </p:sp>
      <p:sp>
        <p:nvSpPr>
          <p:cNvPr id="173" name="Shape 170"/>
          <p:cNvSpPr/>
          <p:nvPr/>
        </p:nvSpPr>
        <p:spPr>
          <a:xfrm>
            <a:off x="2880360" y="1945957"/>
            <a:ext cx="88583" cy="88583"/>
          </a:xfrm>
          <a:prstGeom prst="rect">
            <a:avLst/>
          </a:prstGeom>
          <a:solidFill>
            <a:srgbClr val="D9651F"/>
          </a:solidFill>
          <a:ln w="12700">
            <a:solidFill>
              <a:srgbClr val="D9651F"/>
            </a:solidFill>
            <a:prstDash val="solid"/>
          </a:ln>
        </p:spPr>
      </p:sp>
      <p:sp>
        <p:nvSpPr>
          <p:cNvPr id="174" name="Shape 171"/>
          <p:cNvSpPr/>
          <p:nvPr/>
        </p:nvSpPr>
        <p:spPr>
          <a:xfrm>
            <a:off x="2968943" y="1945957"/>
            <a:ext cx="88583" cy="88583"/>
          </a:xfrm>
          <a:prstGeom prst="rect">
            <a:avLst/>
          </a:prstGeom>
          <a:solidFill>
            <a:srgbClr val="D9651F"/>
          </a:solidFill>
          <a:ln w="12700">
            <a:solidFill>
              <a:srgbClr val="D9651F"/>
            </a:solidFill>
            <a:prstDash val="solid"/>
          </a:ln>
        </p:spPr>
      </p:sp>
      <p:sp>
        <p:nvSpPr>
          <p:cNvPr id="175" name="Shape 172"/>
          <p:cNvSpPr/>
          <p:nvPr/>
        </p:nvSpPr>
        <p:spPr>
          <a:xfrm>
            <a:off x="3057525" y="1945957"/>
            <a:ext cx="88583" cy="88583"/>
          </a:xfrm>
          <a:prstGeom prst="rect">
            <a:avLst/>
          </a:prstGeom>
          <a:solidFill>
            <a:srgbClr val="D9651F"/>
          </a:solidFill>
          <a:ln w="12700">
            <a:solidFill>
              <a:srgbClr val="D9651F"/>
            </a:solidFill>
            <a:prstDash val="solid"/>
          </a:ln>
        </p:spPr>
      </p:sp>
      <p:sp>
        <p:nvSpPr>
          <p:cNvPr id="176" name="Shape 173"/>
          <p:cNvSpPr/>
          <p:nvPr/>
        </p:nvSpPr>
        <p:spPr>
          <a:xfrm>
            <a:off x="4031933" y="1945957"/>
            <a:ext cx="88583" cy="88583"/>
          </a:xfrm>
          <a:prstGeom prst="rect">
            <a:avLst/>
          </a:prstGeom>
          <a:solidFill>
            <a:srgbClr val="D9651F"/>
          </a:solidFill>
          <a:ln w="12700">
            <a:solidFill>
              <a:srgbClr val="D9651F"/>
            </a:solidFill>
            <a:prstDash val="solid"/>
          </a:ln>
        </p:spPr>
      </p:sp>
      <p:sp>
        <p:nvSpPr>
          <p:cNvPr id="177" name="Shape 174"/>
          <p:cNvSpPr/>
          <p:nvPr/>
        </p:nvSpPr>
        <p:spPr>
          <a:xfrm>
            <a:off x="4120515" y="1945957"/>
            <a:ext cx="88583" cy="88583"/>
          </a:xfrm>
          <a:prstGeom prst="rect">
            <a:avLst/>
          </a:prstGeom>
          <a:solidFill>
            <a:srgbClr val="D9651F"/>
          </a:solidFill>
          <a:ln w="12700">
            <a:solidFill>
              <a:srgbClr val="D9651F"/>
            </a:solidFill>
            <a:prstDash val="solid"/>
          </a:ln>
        </p:spPr>
      </p:sp>
      <p:sp>
        <p:nvSpPr>
          <p:cNvPr id="178" name="Shape 175"/>
          <p:cNvSpPr/>
          <p:nvPr/>
        </p:nvSpPr>
        <p:spPr>
          <a:xfrm>
            <a:off x="4209098" y="1945957"/>
            <a:ext cx="88583" cy="88583"/>
          </a:xfrm>
          <a:prstGeom prst="rect">
            <a:avLst/>
          </a:prstGeom>
          <a:solidFill>
            <a:srgbClr val="D9651F"/>
          </a:solidFill>
          <a:ln w="12700">
            <a:solidFill>
              <a:srgbClr val="D9651F"/>
            </a:solidFill>
            <a:prstDash val="solid"/>
          </a:ln>
        </p:spPr>
      </p:sp>
      <p:sp>
        <p:nvSpPr>
          <p:cNvPr id="179" name="Shape 176"/>
          <p:cNvSpPr/>
          <p:nvPr/>
        </p:nvSpPr>
        <p:spPr>
          <a:xfrm>
            <a:off x="2880360" y="2034540"/>
            <a:ext cx="88583" cy="88583"/>
          </a:xfrm>
          <a:prstGeom prst="rect">
            <a:avLst/>
          </a:prstGeom>
          <a:solidFill>
            <a:srgbClr val="D9651F"/>
          </a:solidFill>
          <a:ln w="12700">
            <a:solidFill>
              <a:srgbClr val="D9651F"/>
            </a:solidFill>
            <a:prstDash val="solid"/>
          </a:ln>
        </p:spPr>
      </p:sp>
      <p:sp>
        <p:nvSpPr>
          <p:cNvPr id="180" name="Shape 177"/>
          <p:cNvSpPr/>
          <p:nvPr/>
        </p:nvSpPr>
        <p:spPr>
          <a:xfrm>
            <a:off x="2968943" y="2034540"/>
            <a:ext cx="88583" cy="88583"/>
          </a:xfrm>
          <a:prstGeom prst="rect">
            <a:avLst/>
          </a:prstGeom>
          <a:solidFill>
            <a:srgbClr val="D9651F"/>
          </a:solidFill>
          <a:ln w="12700">
            <a:solidFill>
              <a:srgbClr val="D9651F"/>
            </a:solidFill>
            <a:prstDash val="solid"/>
          </a:ln>
        </p:spPr>
      </p:sp>
      <p:sp>
        <p:nvSpPr>
          <p:cNvPr id="181" name="Shape 178"/>
          <p:cNvSpPr/>
          <p:nvPr/>
        </p:nvSpPr>
        <p:spPr>
          <a:xfrm>
            <a:off x="3057525" y="2034540"/>
            <a:ext cx="88583" cy="88583"/>
          </a:xfrm>
          <a:prstGeom prst="rect">
            <a:avLst/>
          </a:prstGeom>
          <a:solidFill>
            <a:srgbClr val="D9651F"/>
          </a:solidFill>
          <a:ln w="12700">
            <a:solidFill>
              <a:srgbClr val="D9651F"/>
            </a:solidFill>
            <a:prstDash val="solid"/>
          </a:ln>
        </p:spPr>
      </p:sp>
      <p:sp>
        <p:nvSpPr>
          <p:cNvPr id="182" name="Shape 179"/>
          <p:cNvSpPr/>
          <p:nvPr/>
        </p:nvSpPr>
        <p:spPr>
          <a:xfrm>
            <a:off x="4031933" y="2034540"/>
            <a:ext cx="88583" cy="88583"/>
          </a:xfrm>
          <a:prstGeom prst="rect">
            <a:avLst/>
          </a:prstGeom>
          <a:solidFill>
            <a:srgbClr val="D9651F"/>
          </a:solidFill>
          <a:ln w="12700">
            <a:solidFill>
              <a:srgbClr val="D9651F"/>
            </a:solidFill>
            <a:prstDash val="solid"/>
          </a:ln>
        </p:spPr>
      </p:sp>
      <p:sp>
        <p:nvSpPr>
          <p:cNvPr id="183" name="Shape 180"/>
          <p:cNvSpPr/>
          <p:nvPr/>
        </p:nvSpPr>
        <p:spPr>
          <a:xfrm>
            <a:off x="4120515" y="2034540"/>
            <a:ext cx="88583" cy="88583"/>
          </a:xfrm>
          <a:prstGeom prst="rect">
            <a:avLst/>
          </a:prstGeom>
          <a:solidFill>
            <a:srgbClr val="D9651F"/>
          </a:solidFill>
          <a:ln w="12700">
            <a:solidFill>
              <a:srgbClr val="D9651F"/>
            </a:solidFill>
            <a:prstDash val="solid"/>
          </a:ln>
        </p:spPr>
      </p:sp>
      <p:sp>
        <p:nvSpPr>
          <p:cNvPr id="184" name="Shape 181"/>
          <p:cNvSpPr/>
          <p:nvPr/>
        </p:nvSpPr>
        <p:spPr>
          <a:xfrm>
            <a:off x="4209098" y="2034540"/>
            <a:ext cx="88583" cy="88583"/>
          </a:xfrm>
          <a:prstGeom prst="rect">
            <a:avLst/>
          </a:prstGeom>
          <a:solidFill>
            <a:srgbClr val="D9651F"/>
          </a:solidFill>
          <a:ln w="12700">
            <a:solidFill>
              <a:srgbClr val="D9651F"/>
            </a:solidFill>
            <a:prstDash val="solid"/>
          </a:ln>
        </p:spPr>
      </p:sp>
      <p:sp>
        <p:nvSpPr>
          <p:cNvPr id="185" name="Shape 182"/>
          <p:cNvSpPr/>
          <p:nvPr/>
        </p:nvSpPr>
        <p:spPr>
          <a:xfrm>
            <a:off x="2880360" y="2123123"/>
            <a:ext cx="88583" cy="88583"/>
          </a:xfrm>
          <a:prstGeom prst="rect">
            <a:avLst/>
          </a:prstGeom>
          <a:solidFill>
            <a:srgbClr val="D9651F"/>
          </a:solidFill>
          <a:ln w="12700">
            <a:solidFill>
              <a:srgbClr val="D9651F"/>
            </a:solidFill>
            <a:prstDash val="solid"/>
          </a:ln>
        </p:spPr>
      </p:sp>
      <p:sp>
        <p:nvSpPr>
          <p:cNvPr id="186" name="Shape 183"/>
          <p:cNvSpPr/>
          <p:nvPr/>
        </p:nvSpPr>
        <p:spPr>
          <a:xfrm>
            <a:off x="2968943" y="2123123"/>
            <a:ext cx="88583" cy="88583"/>
          </a:xfrm>
          <a:prstGeom prst="rect">
            <a:avLst/>
          </a:prstGeom>
          <a:solidFill>
            <a:srgbClr val="D9651F"/>
          </a:solidFill>
          <a:ln w="12700">
            <a:solidFill>
              <a:srgbClr val="D9651F"/>
            </a:solidFill>
            <a:prstDash val="solid"/>
          </a:ln>
        </p:spPr>
      </p:sp>
      <p:sp>
        <p:nvSpPr>
          <p:cNvPr id="187" name="Shape 184"/>
          <p:cNvSpPr/>
          <p:nvPr/>
        </p:nvSpPr>
        <p:spPr>
          <a:xfrm>
            <a:off x="3057525" y="2123123"/>
            <a:ext cx="88583" cy="88583"/>
          </a:xfrm>
          <a:prstGeom prst="rect">
            <a:avLst/>
          </a:prstGeom>
          <a:solidFill>
            <a:srgbClr val="D9651F"/>
          </a:solidFill>
          <a:ln w="12700">
            <a:solidFill>
              <a:srgbClr val="D9651F"/>
            </a:solidFill>
            <a:prstDash val="solid"/>
          </a:ln>
        </p:spPr>
      </p:sp>
      <p:sp>
        <p:nvSpPr>
          <p:cNvPr id="188" name="Shape 185"/>
          <p:cNvSpPr/>
          <p:nvPr/>
        </p:nvSpPr>
        <p:spPr>
          <a:xfrm>
            <a:off x="3146108" y="2123123"/>
            <a:ext cx="88583" cy="88583"/>
          </a:xfrm>
          <a:prstGeom prst="rect">
            <a:avLst/>
          </a:prstGeom>
          <a:solidFill>
            <a:srgbClr val="D9651F"/>
          </a:solidFill>
          <a:ln w="12700">
            <a:solidFill>
              <a:srgbClr val="D9651F"/>
            </a:solidFill>
            <a:prstDash val="solid"/>
          </a:ln>
        </p:spPr>
      </p:sp>
      <p:sp>
        <p:nvSpPr>
          <p:cNvPr id="189" name="Shape 186"/>
          <p:cNvSpPr/>
          <p:nvPr/>
        </p:nvSpPr>
        <p:spPr>
          <a:xfrm>
            <a:off x="4031933" y="2123123"/>
            <a:ext cx="88583" cy="88583"/>
          </a:xfrm>
          <a:prstGeom prst="rect">
            <a:avLst/>
          </a:prstGeom>
          <a:solidFill>
            <a:srgbClr val="D9651F"/>
          </a:solidFill>
          <a:ln w="12700">
            <a:solidFill>
              <a:srgbClr val="D9651F"/>
            </a:solidFill>
            <a:prstDash val="solid"/>
          </a:ln>
        </p:spPr>
      </p:sp>
      <p:sp>
        <p:nvSpPr>
          <p:cNvPr id="190" name="Shape 187"/>
          <p:cNvSpPr/>
          <p:nvPr/>
        </p:nvSpPr>
        <p:spPr>
          <a:xfrm>
            <a:off x="4120515" y="2123123"/>
            <a:ext cx="88583" cy="88583"/>
          </a:xfrm>
          <a:prstGeom prst="rect">
            <a:avLst/>
          </a:prstGeom>
          <a:solidFill>
            <a:srgbClr val="D9651F"/>
          </a:solidFill>
          <a:ln w="12700">
            <a:solidFill>
              <a:srgbClr val="D9651F"/>
            </a:solidFill>
            <a:prstDash val="solid"/>
          </a:ln>
        </p:spPr>
      </p:sp>
      <p:sp>
        <p:nvSpPr>
          <p:cNvPr id="191" name="Shape 188"/>
          <p:cNvSpPr/>
          <p:nvPr/>
        </p:nvSpPr>
        <p:spPr>
          <a:xfrm>
            <a:off x="4209098" y="2123123"/>
            <a:ext cx="88583" cy="88583"/>
          </a:xfrm>
          <a:prstGeom prst="rect">
            <a:avLst/>
          </a:prstGeom>
          <a:solidFill>
            <a:srgbClr val="D9651F"/>
          </a:solidFill>
          <a:ln w="12700">
            <a:solidFill>
              <a:srgbClr val="D9651F"/>
            </a:solidFill>
            <a:prstDash val="solid"/>
          </a:ln>
        </p:spPr>
      </p:sp>
      <p:sp>
        <p:nvSpPr>
          <p:cNvPr id="192" name="Shape 189"/>
          <p:cNvSpPr/>
          <p:nvPr/>
        </p:nvSpPr>
        <p:spPr>
          <a:xfrm>
            <a:off x="2968943" y="2211705"/>
            <a:ext cx="88583" cy="88583"/>
          </a:xfrm>
          <a:prstGeom prst="rect">
            <a:avLst/>
          </a:prstGeom>
          <a:solidFill>
            <a:srgbClr val="D9651F"/>
          </a:solidFill>
          <a:ln w="12700">
            <a:solidFill>
              <a:srgbClr val="D9651F"/>
            </a:solidFill>
            <a:prstDash val="solid"/>
          </a:ln>
        </p:spPr>
      </p:sp>
      <p:sp>
        <p:nvSpPr>
          <p:cNvPr id="193" name="Shape 190"/>
          <p:cNvSpPr/>
          <p:nvPr/>
        </p:nvSpPr>
        <p:spPr>
          <a:xfrm>
            <a:off x="3057525" y="2211705"/>
            <a:ext cx="88583" cy="88583"/>
          </a:xfrm>
          <a:prstGeom prst="rect">
            <a:avLst/>
          </a:prstGeom>
          <a:solidFill>
            <a:srgbClr val="D9651F"/>
          </a:solidFill>
          <a:ln w="12700">
            <a:solidFill>
              <a:srgbClr val="D9651F"/>
            </a:solidFill>
            <a:prstDash val="solid"/>
          </a:ln>
        </p:spPr>
      </p:sp>
      <p:sp>
        <p:nvSpPr>
          <p:cNvPr id="194" name="Shape 191"/>
          <p:cNvSpPr/>
          <p:nvPr/>
        </p:nvSpPr>
        <p:spPr>
          <a:xfrm>
            <a:off x="3146108" y="2211705"/>
            <a:ext cx="88583" cy="88583"/>
          </a:xfrm>
          <a:prstGeom prst="rect">
            <a:avLst/>
          </a:prstGeom>
          <a:solidFill>
            <a:srgbClr val="D9651F"/>
          </a:solidFill>
          <a:ln w="12700">
            <a:solidFill>
              <a:srgbClr val="D9651F"/>
            </a:solidFill>
            <a:prstDash val="solid"/>
          </a:ln>
        </p:spPr>
      </p:sp>
      <p:sp>
        <p:nvSpPr>
          <p:cNvPr id="195" name="Shape 192"/>
          <p:cNvSpPr/>
          <p:nvPr/>
        </p:nvSpPr>
        <p:spPr>
          <a:xfrm>
            <a:off x="4031933" y="2211705"/>
            <a:ext cx="88583" cy="88583"/>
          </a:xfrm>
          <a:prstGeom prst="rect">
            <a:avLst/>
          </a:prstGeom>
          <a:solidFill>
            <a:srgbClr val="D9651F"/>
          </a:solidFill>
          <a:ln w="12700">
            <a:solidFill>
              <a:srgbClr val="D9651F"/>
            </a:solidFill>
            <a:prstDash val="solid"/>
          </a:ln>
        </p:spPr>
      </p:sp>
      <p:sp>
        <p:nvSpPr>
          <p:cNvPr id="196" name="Shape 193"/>
          <p:cNvSpPr/>
          <p:nvPr/>
        </p:nvSpPr>
        <p:spPr>
          <a:xfrm>
            <a:off x="4120515" y="2211705"/>
            <a:ext cx="88583" cy="88583"/>
          </a:xfrm>
          <a:prstGeom prst="rect">
            <a:avLst/>
          </a:prstGeom>
          <a:solidFill>
            <a:srgbClr val="D9651F"/>
          </a:solidFill>
          <a:ln w="12700">
            <a:solidFill>
              <a:srgbClr val="D9651F"/>
            </a:solidFill>
            <a:prstDash val="solid"/>
          </a:ln>
        </p:spPr>
      </p:sp>
      <p:sp>
        <p:nvSpPr>
          <p:cNvPr id="197" name="Shape 194"/>
          <p:cNvSpPr/>
          <p:nvPr/>
        </p:nvSpPr>
        <p:spPr>
          <a:xfrm>
            <a:off x="4209098" y="2211705"/>
            <a:ext cx="88583" cy="88583"/>
          </a:xfrm>
          <a:prstGeom prst="rect">
            <a:avLst/>
          </a:prstGeom>
          <a:solidFill>
            <a:srgbClr val="D9651F"/>
          </a:solidFill>
          <a:ln w="12700">
            <a:solidFill>
              <a:srgbClr val="D9651F"/>
            </a:solidFill>
            <a:prstDash val="solid"/>
          </a:ln>
        </p:spPr>
      </p:sp>
      <p:sp>
        <p:nvSpPr>
          <p:cNvPr id="198" name="Shape 195"/>
          <p:cNvSpPr/>
          <p:nvPr/>
        </p:nvSpPr>
        <p:spPr>
          <a:xfrm>
            <a:off x="3057525" y="2300288"/>
            <a:ext cx="88583" cy="88583"/>
          </a:xfrm>
          <a:prstGeom prst="rect">
            <a:avLst/>
          </a:prstGeom>
          <a:solidFill>
            <a:srgbClr val="D9651F"/>
          </a:solidFill>
          <a:ln w="12700">
            <a:solidFill>
              <a:srgbClr val="D9651F"/>
            </a:solidFill>
            <a:prstDash val="solid"/>
          </a:ln>
        </p:spPr>
      </p:sp>
      <p:sp>
        <p:nvSpPr>
          <p:cNvPr id="199" name="Shape 196"/>
          <p:cNvSpPr/>
          <p:nvPr/>
        </p:nvSpPr>
        <p:spPr>
          <a:xfrm>
            <a:off x="3146108" y="2300288"/>
            <a:ext cx="88583" cy="88583"/>
          </a:xfrm>
          <a:prstGeom prst="rect">
            <a:avLst/>
          </a:prstGeom>
          <a:solidFill>
            <a:srgbClr val="D9651F"/>
          </a:solidFill>
          <a:ln w="12700">
            <a:solidFill>
              <a:srgbClr val="D9651F"/>
            </a:solidFill>
            <a:prstDash val="solid"/>
          </a:ln>
        </p:spPr>
      </p:sp>
      <p:sp>
        <p:nvSpPr>
          <p:cNvPr id="200" name="Shape 197"/>
          <p:cNvSpPr/>
          <p:nvPr/>
        </p:nvSpPr>
        <p:spPr>
          <a:xfrm>
            <a:off x="3234690" y="2300288"/>
            <a:ext cx="88583" cy="88583"/>
          </a:xfrm>
          <a:prstGeom prst="rect">
            <a:avLst/>
          </a:prstGeom>
          <a:solidFill>
            <a:srgbClr val="D9651F"/>
          </a:solidFill>
          <a:ln w="12700">
            <a:solidFill>
              <a:srgbClr val="D9651F"/>
            </a:solidFill>
            <a:prstDash val="solid"/>
          </a:ln>
        </p:spPr>
      </p:sp>
      <p:sp>
        <p:nvSpPr>
          <p:cNvPr id="201" name="Shape 198"/>
          <p:cNvSpPr/>
          <p:nvPr/>
        </p:nvSpPr>
        <p:spPr>
          <a:xfrm>
            <a:off x="3323273" y="2300288"/>
            <a:ext cx="88583" cy="88583"/>
          </a:xfrm>
          <a:prstGeom prst="rect">
            <a:avLst/>
          </a:prstGeom>
          <a:solidFill>
            <a:srgbClr val="D9651F"/>
          </a:solidFill>
          <a:ln w="12700">
            <a:solidFill>
              <a:srgbClr val="D9651F"/>
            </a:solidFill>
            <a:prstDash val="solid"/>
          </a:ln>
        </p:spPr>
      </p:sp>
      <p:sp>
        <p:nvSpPr>
          <p:cNvPr id="202" name="Shape 199"/>
          <p:cNvSpPr/>
          <p:nvPr/>
        </p:nvSpPr>
        <p:spPr>
          <a:xfrm>
            <a:off x="3943350" y="2300288"/>
            <a:ext cx="88583" cy="88583"/>
          </a:xfrm>
          <a:prstGeom prst="rect">
            <a:avLst/>
          </a:prstGeom>
          <a:solidFill>
            <a:srgbClr val="D9651F"/>
          </a:solidFill>
          <a:ln w="12700">
            <a:solidFill>
              <a:srgbClr val="D9651F"/>
            </a:solidFill>
            <a:prstDash val="solid"/>
          </a:ln>
        </p:spPr>
      </p:sp>
      <p:sp>
        <p:nvSpPr>
          <p:cNvPr id="203" name="Shape 200"/>
          <p:cNvSpPr/>
          <p:nvPr/>
        </p:nvSpPr>
        <p:spPr>
          <a:xfrm>
            <a:off x="4031933" y="2300288"/>
            <a:ext cx="88583" cy="88583"/>
          </a:xfrm>
          <a:prstGeom prst="rect">
            <a:avLst/>
          </a:prstGeom>
          <a:solidFill>
            <a:srgbClr val="D9651F"/>
          </a:solidFill>
          <a:ln w="12700">
            <a:solidFill>
              <a:srgbClr val="D9651F"/>
            </a:solidFill>
            <a:prstDash val="solid"/>
          </a:ln>
        </p:spPr>
      </p:sp>
      <p:sp>
        <p:nvSpPr>
          <p:cNvPr id="204" name="Shape 201"/>
          <p:cNvSpPr/>
          <p:nvPr/>
        </p:nvSpPr>
        <p:spPr>
          <a:xfrm>
            <a:off x="4120515" y="2300288"/>
            <a:ext cx="88583" cy="88583"/>
          </a:xfrm>
          <a:prstGeom prst="rect">
            <a:avLst/>
          </a:prstGeom>
          <a:solidFill>
            <a:srgbClr val="D9651F"/>
          </a:solidFill>
          <a:ln w="12700">
            <a:solidFill>
              <a:srgbClr val="D9651F"/>
            </a:solidFill>
            <a:prstDash val="solid"/>
          </a:ln>
        </p:spPr>
      </p:sp>
      <p:sp>
        <p:nvSpPr>
          <p:cNvPr id="205" name="Shape 202"/>
          <p:cNvSpPr/>
          <p:nvPr/>
        </p:nvSpPr>
        <p:spPr>
          <a:xfrm>
            <a:off x="4209098" y="2300288"/>
            <a:ext cx="88583" cy="88583"/>
          </a:xfrm>
          <a:prstGeom prst="rect">
            <a:avLst/>
          </a:prstGeom>
          <a:solidFill>
            <a:srgbClr val="D9651F"/>
          </a:solidFill>
          <a:ln w="12700">
            <a:solidFill>
              <a:srgbClr val="D9651F"/>
            </a:solidFill>
            <a:prstDash val="solid"/>
          </a:ln>
        </p:spPr>
      </p:sp>
      <p:sp>
        <p:nvSpPr>
          <p:cNvPr id="206" name="Shape 203"/>
          <p:cNvSpPr/>
          <p:nvPr/>
        </p:nvSpPr>
        <p:spPr>
          <a:xfrm>
            <a:off x="3146108" y="2388870"/>
            <a:ext cx="88583" cy="88583"/>
          </a:xfrm>
          <a:prstGeom prst="rect">
            <a:avLst/>
          </a:prstGeom>
          <a:solidFill>
            <a:srgbClr val="D9651F"/>
          </a:solidFill>
          <a:ln w="12700">
            <a:solidFill>
              <a:srgbClr val="D9651F"/>
            </a:solidFill>
            <a:prstDash val="solid"/>
          </a:ln>
        </p:spPr>
      </p:sp>
      <p:sp>
        <p:nvSpPr>
          <p:cNvPr id="207" name="Shape 204"/>
          <p:cNvSpPr/>
          <p:nvPr/>
        </p:nvSpPr>
        <p:spPr>
          <a:xfrm>
            <a:off x="3234690" y="2388870"/>
            <a:ext cx="88583" cy="88583"/>
          </a:xfrm>
          <a:prstGeom prst="rect">
            <a:avLst/>
          </a:prstGeom>
          <a:solidFill>
            <a:srgbClr val="D9651F"/>
          </a:solidFill>
          <a:ln w="12700">
            <a:solidFill>
              <a:srgbClr val="D9651F"/>
            </a:solidFill>
            <a:prstDash val="solid"/>
          </a:ln>
        </p:spPr>
      </p:sp>
      <p:sp>
        <p:nvSpPr>
          <p:cNvPr id="208" name="Shape 205"/>
          <p:cNvSpPr/>
          <p:nvPr/>
        </p:nvSpPr>
        <p:spPr>
          <a:xfrm>
            <a:off x="3323273" y="2388870"/>
            <a:ext cx="88583" cy="88583"/>
          </a:xfrm>
          <a:prstGeom prst="rect">
            <a:avLst/>
          </a:prstGeom>
          <a:solidFill>
            <a:srgbClr val="D9651F"/>
          </a:solidFill>
          <a:ln w="12700">
            <a:solidFill>
              <a:srgbClr val="D9651F"/>
            </a:solidFill>
            <a:prstDash val="solid"/>
          </a:ln>
        </p:spPr>
      </p:sp>
      <p:sp>
        <p:nvSpPr>
          <p:cNvPr id="209" name="Shape 206"/>
          <p:cNvSpPr/>
          <p:nvPr/>
        </p:nvSpPr>
        <p:spPr>
          <a:xfrm>
            <a:off x="3411855" y="2388870"/>
            <a:ext cx="88583" cy="88583"/>
          </a:xfrm>
          <a:prstGeom prst="rect">
            <a:avLst/>
          </a:prstGeom>
          <a:solidFill>
            <a:srgbClr val="D9651F"/>
          </a:solidFill>
          <a:ln w="12700">
            <a:solidFill>
              <a:srgbClr val="D9651F"/>
            </a:solidFill>
            <a:prstDash val="solid"/>
          </a:ln>
        </p:spPr>
      </p:sp>
      <p:sp>
        <p:nvSpPr>
          <p:cNvPr id="210" name="Shape 207"/>
          <p:cNvSpPr/>
          <p:nvPr/>
        </p:nvSpPr>
        <p:spPr>
          <a:xfrm>
            <a:off x="3500438" y="2388870"/>
            <a:ext cx="88583" cy="88583"/>
          </a:xfrm>
          <a:prstGeom prst="rect">
            <a:avLst/>
          </a:prstGeom>
          <a:solidFill>
            <a:srgbClr val="D9651F"/>
          </a:solidFill>
          <a:ln w="12700">
            <a:solidFill>
              <a:srgbClr val="D9651F"/>
            </a:solidFill>
            <a:prstDash val="solid"/>
          </a:ln>
        </p:spPr>
      </p:sp>
      <p:sp>
        <p:nvSpPr>
          <p:cNvPr id="211" name="Shape 208"/>
          <p:cNvSpPr/>
          <p:nvPr/>
        </p:nvSpPr>
        <p:spPr>
          <a:xfrm>
            <a:off x="3589020" y="2388870"/>
            <a:ext cx="88583" cy="88583"/>
          </a:xfrm>
          <a:prstGeom prst="rect">
            <a:avLst/>
          </a:prstGeom>
          <a:solidFill>
            <a:srgbClr val="D9651F"/>
          </a:solidFill>
          <a:ln w="12700">
            <a:solidFill>
              <a:srgbClr val="D9651F"/>
            </a:solidFill>
            <a:prstDash val="solid"/>
          </a:ln>
        </p:spPr>
      </p:sp>
      <p:sp>
        <p:nvSpPr>
          <p:cNvPr id="212" name="Shape 209"/>
          <p:cNvSpPr/>
          <p:nvPr/>
        </p:nvSpPr>
        <p:spPr>
          <a:xfrm>
            <a:off x="3677603" y="2388870"/>
            <a:ext cx="88583" cy="88583"/>
          </a:xfrm>
          <a:prstGeom prst="rect">
            <a:avLst/>
          </a:prstGeom>
          <a:solidFill>
            <a:srgbClr val="D9651F"/>
          </a:solidFill>
          <a:ln w="12700">
            <a:solidFill>
              <a:srgbClr val="D9651F"/>
            </a:solidFill>
            <a:prstDash val="solid"/>
          </a:ln>
        </p:spPr>
      </p:sp>
      <p:sp>
        <p:nvSpPr>
          <p:cNvPr id="213" name="Shape 210"/>
          <p:cNvSpPr/>
          <p:nvPr/>
        </p:nvSpPr>
        <p:spPr>
          <a:xfrm>
            <a:off x="3766185" y="2388870"/>
            <a:ext cx="88583" cy="88583"/>
          </a:xfrm>
          <a:prstGeom prst="rect">
            <a:avLst/>
          </a:prstGeom>
          <a:solidFill>
            <a:srgbClr val="D9651F"/>
          </a:solidFill>
          <a:ln w="12700">
            <a:solidFill>
              <a:srgbClr val="D9651F"/>
            </a:solidFill>
            <a:prstDash val="solid"/>
          </a:ln>
        </p:spPr>
      </p:sp>
      <p:sp>
        <p:nvSpPr>
          <p:cNvPr id="214" name="Shape 211"/>
          <p:cNvSpPr/>
          <p:nvPr/>
        </p:nvSpPr>
        <p:spPr>
          <a:xfrm>
            <a:off x="3854768" y="2388870"/>
            <a:ext cx="88583" cy="88583"/>
          </a:xfrm>
          <a:prstGeom prst="rect">
            <a:avLst/>
          </a:prstGeom>
          <a:solidFill>
            <a:srgbClr val="D9651F"/>
          </a:solidFill>
          <a:ln w="12700">
            <a:solidFill>
              <a:srgbClr val="D9651F"/>
            </a:solidFill>
            <a:prstDash val="solid"/>
          </a:ln>
        </p:spPr>
      </p:sp>
      <p:sp>
        <p:nvSpPr>
          <p:cNvPr id="215" name="Shape 212"/>
          <p:cNvSpPr/>
          <p:nvPr/>
        </p:nvSpPr>
        <p:spPr>
          <a:xfrm>
            <a:off x="3943350" y="2388870"/>
            <a:ext cx="88583" cy="88583"/>
          </a:xfrm>
          <a:prstGeom prst="rect">
            <a:avLst/>
          </a:prstGeom>
          <a:solidFill>
            <a:srgbClr val="D9651F"/>
          </a:solidFill>
          <a:ln w="12700">
            <a:solidFill>
              <a:srgbClr val="D9651F"/>
            </a:solidFill>
            <a:prstDash val="solid"/>
          </a:ln>
        </p:spPr>
      </p:sp>
      <p:sp>
        <p:nvSpPr>
          <p:cNvPr id="216" name="Shape 213"/>
          <p:cNvSpPr/>
          <p:nvPr/>
        </p:nvSpPr>
        <p:spPr>
          <a:xfrm>
            <a:off x="4031933" y="2388870"/>
            <a:ext cx="88583" cy="88583"/>
          </a:xfrm>
          <a:prstGeom prst="rect">
            <a:avLst/>
          </a:prstGeom>
          <a:solidFill>
            <a:srgbClr val="D9651F"/>
          </a:solidFill>
          <a:ln w="12700">
            <a:solidFill>
              <a:srgbClr val="D9651F"/>
            </a:solidFill>
            <a:prstDash val="solid"/>
          </a:ln>
        </p:spPr>
      </p:sp>
      <p:sp>
        <p:nvSpPr>
          <p:cNvPr id="217" name="Shape 214"/>
          <p:cNvSpPr/>
          <p:nvPr/>
        </p:nvSpPr>
        <p:spPr>
          <a:xfrm>
            <a:off x="4120515" y="2388870"/>
            <a:ext cx="88583" cy="88583"/>
          </a:xfrm>
          <a:prstGeom prst="rect">
            <a:avLst/>
          </a:prstGeom>
          <a:solidFill>
            <a:srgbClr val="D9651F"/>
          </a:solidFill>
          <a:ln w="12700">
            <a:solidFill>
              <a:srgbClr val="D9651F"/>
            </a:solidFill>
            <a:prstDash val="solid"/>
          </a:ln>
        </p:spPr>
      </p:sp>
      <p:sp>
        <p:nvSpPr>
          <p:cNvPr id="218" name="Shape 215"/>
          <p:cNvSpPr/>
          <p:nvPr/>
        </p:nvSpPr>
        <p:spPr>
          <a:xfrm>
            <a:off x="3234690" y="2477453"/>
            <a:ext cx="88583" cy="88583"/>
          </a:xfrm>
          <a:prstGeom prst="rect">
            <a:avLst/>
          </a:prstGeom>
          <a:solidFill>
            <a:srgbClr val="D9651F"/>
          </a:solidFill>
          <a:ln w="12700">
            <a:solidFill>
              <a:srgbClr val="D9651F"/>
            </a:solidFill>
            <a:prstDash val="solid"/>
          </a:ln>
        </p:spPr>
      </p:sp>
      <p:sp>
        <p:nvSpPr>
          <p:cNvPr id="219" name="Shape 216"/>
          <p:cNvSpPr/>
          <p:nvPr/>
        </p:nvSpPr>
        <p:spPr>
          <a:xfrm>
            <a:off x="3323273" y="2477453"/>
            <a:ext cx="88583" cy="88583"/>
          </a:xfrm>
          <a:prstGeom prst="rect">
            <a:avLst/>
          </a:prstGeom>
          <a:solidFill>
            <a:srgbClr val="D9651F"/>
          </a:solidFill>
          <a:ln w="12700">
            <a:solidFill>
              <a:srgbClr val="D9651F"/>
            </a:solidFill>
            <a:prstDash val="solid"/>
          </a:ln>
        </p:spPr>
      </p:sp>
      <p:sp>
        <p:nvSpPr>
          <p:cNvPr id="220" name="Shape 217"/>
          <p:cNvSpPr/>
          <p:nvPr/>
        </p:nvSpPr>
        <p:spPr>
          <a:xfrm>
            <a:off x="3411855" y="2477453"/>
            <a:ext cx="88583" cy="88583"/>
          </a:xfrm>
          <a:prstGeom prst="rect">
            <a:avLst/>
          </a:prstGeom>
          <a:solidFill>
            <a:srgbClr val="D9651F"/>
          </a:solidFill>
          <a:ln w="12700">
            <a:solidFill>
              <a:srgbClr val="D9651F"/>
            </a:solidFill>
            <a:prstDash val="solid"/>
          </a:ln>
        </p:spPr>
      </p:sp>
      <p:sp>
        <p:nvSpPr>
          <p:cNvPr id="221" name="Shape 218"/>
          <p:cNvSpPr/>
          <p:nvPr/>
        </p:nvSpPr>
        <p:spPr>
          <a:xfrm>
            <a:off x="3500438" y="2477453"/>
            <a:ext cx="88583" cy="88583"/>
          </a:xfrm>
          <a:prstGeom prst="rect">
            <a:avLst/>
          </a:prstGeom>
          <a:solidFill>
            <a:srgbClr val="D9651F"/>
          </a:solidFill>
          <a:ln w="12700">
            <a:solidFill>
              <a:srgbClr val="D9651F"/>
            </a:solidFill>
            <a:prstDash val="solid"/>
          </a:ln>
        </p:spPr>
      </p:sp>
      <p:sp>
        <p:nvSpPr>
          <p:cNvPr id="222" name="Shape 219"/>
          <p:cNvSpPr/>
          <p:nvPr/>
        </p:nvSpPr>
        <p:spPr>
          <a:xfrm>
            <a:off x="3589020" y="2477453"/>
            <a:ext cx="88583" cy="88583"/>
          </a:xfrm>
          <a:prstGeom prst="rect">
            <a:avLst/>
          </a:prstGeom>
          <a:solidFill>
            <a:srgbClr val="D9651F"/>
          </a:solidFill>
          <a:ln w="12700">
            <a:solidFill>
              <a:srgbClr val="D9651F"/>
            </a:solidFill>
            <a:prstDash val="solid"/>
          </a:ln>
        </p:spPr>
      </p:sp>
      <p:sp>
        <p:nvSpPr>
          <p:cNvPr id="223" name="Shape 220"/>
          <p:cNvSpPr/>
          <p:nvPr/>
        </p:nvSpPr>
        <p:spPr>
          <a:xfrm>
            <a:off x="3677603" y="2477453"/>
            <a:ext cx="88583" cy="88583"/>
          </a:xfrm>
          <a:prstGeom prst="rect">
            <a:avLst/>
          </a:prstGeom>
          <a:solidFill>
            <a:srgbClr val="D9651F"/>
          </a:solidFill>
          <a:ln w="12700">
            <a:solidFill>
              <a:srgbClr val="D9651F"/>
            </a:solidFill>
            <a:prstDash val="solid"/>
          </a:ln>
        </p:spPr>
      </p:sp>
      <p:sp>
        <p:nvSpPr>
          <p:cNvPr id="224" name="Shape 221"/>
          <p:cNvSpPr/>
          <p:nvPr/>
        </p:nvSpPr>
        <p:spPr>
          <a:xfrm>
            <a:off x="3766185" y="2477453"/>
            <a:ext cx="88583" cy="88583"/>
          </a:xfrm>
          <a:prstGeom prst="rect">
            <a:avLst/>
          </a:prstGeom>
          <a:solidFill>
            <a:srgbClr val="D9651F"/>
          </a:solidFill>
          <a:ln w="12700">
            <a:solidFill>
              <a:srgbClr val="D9651F"/>
            </a:solidFill>
            <a:prstDash val="solid"/>
          </a:ln>
        </p:spPr>
      </p:sp>
      <p:sp>
        <p:nvSpPr>
          <p:cNvPr id="225" name="Shape 222"/>
          <p:cNvSpPr/>
          <p:nvPr/>
        </p:nvSpPr>
        <p:spPr>
          <a:xfrm>
            <a:off x="3854768" y="2477453"/>
            <a:ext cx="88583" cy="88583"/>
          </a:xfrm>
          <a:prstGeom prst="rect">
            <a:avLst/>
          </a:prstGeom>
          <a:solidFill>
            <a:srgbClr val="D9651F"/>
          </a:solidFill>
          <a:ln w="12700">
            <a:solidFill>
              <a:srgbClr val="D9651F"/>
            </a:solidFill>
            <a:prstDash val="solid"/>
          </a:ln>
        </p:spPr>
      </p:sp>
      <p:sp>
        <p:nvSpPr>
          <p:cNvPr id="226" name="Shape 223"/>
          <p:cNvSpPr/>
          <p:nvPr/>
        </p:nvSpPr>
        <p:spPr>
          <a:xfrm>
            <a:off x="3943350" y="2477453"/>
            <a:ext cx="88583" cy="88583"/>
          </a:xfrm>
          <a:prstGeom prst="rect">
            <a:avLst/>
          </a:prstGeom>
          <a:solidFill>
            <a:srgbClr val="D9651F"/>
          </a:solidFill>
          <a:ln w="12700">
            <a:solidFill>
              <a:srgbClr val="D9651F"/>
            </a:solidFill>
            <a:prstDash val="solid"/>
          </a:ln>
        </p:spPr>
      </p:sp>
      <p:sp>
        <p:nvSpPr>
          <p:cNvPr id="227" name="Shape 224"/>
          <p:cNvSpPr/>
          <p:nvPr/>
        </p:nvSpPr>
        <p:spPr>
          <a:xfrm>
            <a:off x="4031933" y="2477453"/>
            <a:ext cx="88583" cy="88583"/>
          </a:xfrm>
          <a:prstGeom prst="rect">
            <a:avLst/>
          </a:prstGeom>
          <a:solidFill>
            <a:srgbClr val="D9651F"/>
          </a:solidFill>
          <a:ln w="12700">
            <a:solidFill>
              <a:srgbClr val="D9651F"/>
            </a:solidFill>
            <a:prstDash val="solid"/>
          </a:ln>
        </p:spPr>
      </p:sp>
      <p:sp>
        <p:nvSpPr>
          <p:cNvPr id="228" name="Shape 225"/>
          <p:cNvSpPr/>
          <p:nvPr/>
        </p:nvSpPr>
        <p:spPr>
          <a:xfrm>
            <a:off x="3500438" y="2566035"/>
            <a:ext cx="88583" cy="88583"/>
          </a:xfrm>
          <a:prstGeom prst="rect">
            <a:avLst/>
          </a:prstGeom>
          <a:solidFill>
            <a:srgbClr val="D9651F"/>
          </a:solidFill>
          <a:ln w="12700">
            <a:solidFill>
              <a:srgbClr val="D9651F"/>
            </a:solidFill>
            <a:prstDash val="solid"/>
          </a:ln>
        </p:spPr>
      </p:sp>
      <p:sp>
        <p:nvSpPr>
          <p:cNvPr id="229" name="Shape 226"/>
          <p:cNvSpPr/>
          <p:nvPr/>
        </p:nvSpPr>
        <p:spPr>
          <a:xfrm>
            <a:off x="3589020" y="2566035"/>
            <a:ext cx="88583" cy="88583"/>
          </a:xfrm>
          <a:prstGeom prst="rect">
            <a:avLst/>
          </a:prstGeom>
          <a:solidFill>
            <a:srgbClr val="D9651F"/>
          </a:solidFill>
          <a:ln w="12700">
            <a:solidFill>
              <a:srgbClr val="D9651F"/>
            </a:solidFill>
            <a:prstDash val="solid"/>
          </a:ln>
        </p:spPr>
      </p:sp>
      <p:sp>
        <p:nvSpPr>
          <p:cNvPr id="230" name="Shape 227"/>
          <p:cNvSpPr/>
          <p:nvPr/>
        </p:nvSpPr>
        <p:spPr>
          <a:xfrm>
            <a:off x="3677603" y="2566035"/>
            <a:ext cx="88583" cy="88583"/>
          </a:xfrm>
          <a:prstGeom prst="rect">
            <a:avLst/>
          </a:prstGeom>
          <a:solidFill>
            <a:srgbClr val="D9651F"/>
          </a:solidFill>
          <a:ln w="12700">
            <a:solidFill>
              <a:srgbClr val="D9651F"/>
            </a:solidFill>
            <a:prstDash val="solid"/>
          </a:ln>
        </p:spPr>
      </p:sp>
      <p:sp>
        <p:nvSpPr>
          <p:cNvPr id="231" name="Shape 228"/>
          <p:cNvSpPr/>
          <p:nvPr/>
        </p:nvSpPr>
        <p:spPr>
          <a:xfrm>
            <a:off x="3766185" y="2566035"/>
            <a:ext cx="88583" cy="88583"/>
          </a:xfrm>
          <a:prstGeom prst="rect">
            <a:avLst/>
          </a:prstGeom>
          <a:solidFill>
            <a:srgbClr val="D9651F"/>
          </a:solidFill>
          <a:ln w="12700">
            <a:solidFill>
              <a:srgbClr val="D9651F"/>
            </a:solidFill>
            <a:prstDash val="solid"/>
          </a:ln>
        </p:spPr>
      </p:sp>
      <p:sp>
        <p:nvSpPr>
          <p:cNvPr id="232" name="Shape 229"/>
          <p:cNvSpPr/>
          <p:nvPr/>
        </p:nvSpPr>
        <p:spPr>
          <a:xfrm>
            <a:off x="3854768" y="2566035"/>
            <a:ext cx="88583" cy="88583"/>
          </a:xfrm>
          <a:prstGeom prst="rect">
            <a:avLst/>
          </a:prstGeom>
          <a:solidFill>
            <a:srgbClr val="D9651F"/>
          </a:solidFill>
          <a:ln w="12700">
            <a:solidFill>
              <a:srgbClr val="D9651F"/>
            </a:solidFill>
            <a:prstDash val="solid"/>
          </a:ln>
        </p:spPr>
      </p:sp>
      <p:sp>
        <p:nvSpPr>
          <p:cNvPr id="233" name="Text 230"/>
          <p:cNvSpPr/>
          <p:nvPr/>
        </p:nvSpPr>
        <p:spPr>
          <a:xfrm>
            <a:off x="2743200" y="2816352"/>
            <a:ext cx="1691640" cy="365760"/>
          </a:xfrm>
          <a:prstGeom prst="rect">
            <a:avLst/>
          </a:prstGeom>
          <a:noFill/>
          <a:ln/>
        </p:spPr>
        <p:txBody>
          <a:bodyPr wrap="square" rtlCol="0" anchor="t"/>
          <a:lstStyle/>
          <a:p>
            <a:pPr algn="ctr" indent="0" marL="0">
              <a:spcAft>
                <a:spcPts val="600"/>
              </a:spcAft>
              <a:buNone/>
            </a:pPr>
            <a:r>
              <a:rPr lang="en-US" sz="1200" dirty="0">
                <a:solidFill>
                  <a:srgbClr val="6F6785"/>
                </a:solidFill>
                <a:latin typeface="Calibri" pitchFamily="34" charset="0"/>
                <a:ea typeface="Calibri" pitchFamily="34" charset="-122"/>
                <a:cs typeface="Calibri" pitchFamily="34" charset="-120"/>
              </a:rPr>
              <a:t>Outline only</a:t>
            </a:r>
            <a:endParaRPr lang="en-US" sz="1200" dirty="0"/>
          </a:p>
        </p:txBody>
      </p:sp>
      <p:sp>
        <p:nvSpPr>
          <p:cNvPr id="234" name="Shape 231"/>
          <p:cNvSpPr/>
          <p:nvPr/>
        </p:nvSpPr>
        <p:spPr>
          <a:xfrm>
            <a:off x="4663440" y="1252728"/>
            <a:ext cx="1691640" cy="2103120"/>
          </a:xfrm>
          <a:prstGeom prst="roundRect">
            <a:avLst>
              <a:gd name="adj" fmla="val 9730"/>
            </a:avLst>
          </a:prstGeom>
          <a:solidFill>
            <a:srgbClr val="F0E4D0"/>
          </a:solidFill>
          <a:ln w="12700">
            <a:solidFill>
              <a:srgbClr val="F0E4D0"/>
            </a:solidFill>
            <a:prstDash val="solid"/>
          </a:ln>
        </p:spPr>
      </p:sp>
      <p:sp>
        <p:nvSpPr>
          <p:cNvPr id="235" name="Shape 232"/>
          <p:cNvSpPr/>
          <p:nvPr/>
        </p:nvSpPr>
        <p:spPr>
          <a:xfrm>
            <a:off x="4663440" y="1188720"/>
            <a:ext cx="1691640" cy="2103120"/>
          </a:xfrm>
          <a:prstGeom prst="roundRect">
            <a:avLst>
              <a:gd name="adj" fmla="val 9730"/>
            </a:avLst>
          </a:prstGeom>
          <a:solidFill>
            <a:srgbClr val="FFFFFF"/>
          </a:solidFill>
          <a:ln w="12700">
            <a:solidFill>
              <a:srgbClr val="FFFFFF"/>
            </a:solidFill>
            <a:prstDash val="solid"/>
          </a:ln>
        </p:spPr>
      </p:sp>
      <p:sp>
        <p:nvSpPr>
          <p:cNvPr id="236" name="Shape 233"/>
          <p:cNvSpPr/>
          <p:nvPr/>
        </p:nvSpPr>
        <p:spPr>
          <a:xfrm>
            <a:off x="4745736" y="1271016"/>
            <a:ext cx="1527048" cy="1527048"/>
          </a:xfrm>
          <a:prstGeom prst="roundRect">
            <a:avLst>
              <a:gd name="adj" fmla="val 5988"/>
            </a:avLst>
          </a:prstGeom>
          <a:solidFill>
            <a:srgbClr val="FFFFFF"/>
          </a:solidFill>
          <a:ln w="19050">
            <a:solidFill>
              <a:srgbClr val="F0E4D0"/>
            </a:solidFill>
            <a:prstDash val="solid"/>
          </a:ln>
        </p:spPr>
      </p:sp>
      <p:sp>
        <p:nvSpPr>
          <p:cNvPr id="237" name="Shape 234"/>
          <p:cNvSpPr/>
          <p:nvPr/>
        </p:nvSpPr>
        <p:spPr>
          <a:xfrm>
            <a:off x="5332095" y="1325880"/>
            <a:ext cx="88583" cy="88583"/>
          </a:xfrm>
          <a:prstGeom prst="rect">
            <a:avLst/>
          </a:prstGeom>
          <a:solidFill>
            <a:srgbClr val="6F6785"/>
          </a:solidFill>
          <a:ln w="12700">
            <a:solidFill>
              <a:srgbClr val="6F6785"/>
            </a:solidFill>
            <a:prstDash val="solid"/>
          </a:ln>
        </p:spPr>
      </p:sp>
      <p:sp>
        <p:nvSpPr>
          <p:cNvPr id="238" name="Shape 235"/>
          <p:cNvSpPr/>
          <p:nvPr/>
        </p:nvSpPr>
        <p:spPr>
          <a:xfrm>
            <a:off x="5509260" y="1325880"/>
            <a:ext cx="88583" cy="88583"/>
          </a:xfrm>
          <a:prstGeom prst="rect">
            <a:avLst/>
          </a:prstGeom>
          <a:solidFill>
            <a:srgbClr val="D9651F"/>
          </a:solidFill>
          <a:ln w="12700">
            <a:solidFill>
              <a:srgbClr val="D9651F"/>
            </a:solidFill>
            <a:prstDash val="solid"/>
          </a:ln>
        </p:spPr>
      </p:sp>
      <p:sp>
        <p:nvSpPr>
          <p:cNvPr id="239" name="Shape 236"/>
          <p:cNvSpPr/>
          <p:nvPr/>
        </p:nvSpPr>
        <p:spPr>
          <a:xfrm>
            <a:off x="5243513" y="1414463"/>
            <a:ext cx="88583" cy="88583"/>
          </a:xfrm>
          <a:prstGeom prst="rect">
            <a:avLst/>
          </a:prstGeom>
          <a:solidFill>
            <a:srgbClr val="6F6785"/>
          </a:solidFill>
          <a:ln w="12700">
            <a:solidFill>
              <a:srgbClr val="6F6785"/>
            </a:solidFill>
            <a:prstDash val="solid"/>
          </a:ln>
        </p:spPr>
      </p:sp>
      <p:sp>
        <p:nvSpPr>
          <p:cNvPr id="240" name="Shape 237"/>
          <p:cNvSpPr/>
          <p:nvPr/>
        </p:nvSpPr>
        <p:spPr>
          <a:xfrm>
            <a:off x="5509260" y="1414463"/>
            <a:ext cx="88583" cy="88583"/>
          </a:xfrm>
          <a:prstGeom prst="rect">
            <a:avLst/>
          </a:prstGeom>
          <a:solidFill>
            <a:srgbClr val="D9651F"/>
          </a:solidFill>
          <a:ln w="12700">
            <a:solidFill>
              <a:srgbClr val="D9651F"/>
            </a:solidFill>
            <a:prstDash val="solid"/>
          </a:ln>
        </p:spPr>
      </p:sp>
      <p:sp>
        <p:nvSpPr>
          <p:cNvPr id="241" name="Shape 238"/>
          <p:cNvSpPr/>
          <p:nvPr/>
        </p:nvSpPr>
        <p:spPr>
          <a:xfrm>
            <a:off x="5243513" y="1503045"/>
            <a:ext cx="88583" cy="88583"/>
          </a:xfrm>
          <a:prstGeom prst="rect">
            <a:avLst/>
          </a:prstGeom>
          <a:solidFill>
            <a:srgbClr val="6F6785"/>
          </a:solidFill>
          <a:ln w="12700">
            <a:solidFill>
              <a:srgbClr val="6F6785"/>
            </a:solidFill>
            <a:prstDash val="solid"/>
          </a:ln>
        </p:spPr>
      </p:sp>
      <p:sp>
        <p:nvSpPr>
          <p:cNvPr id="242" name="Shape 239"/>
          <p:cNvSpPr/>
          <p:nvPr/>
        </p:nvSpPr>
        <p:spPr>
          <a:xfrm>
            <a:off x="5509260" y="1503045"/>
            <a:ext cx="88583" cy="88583"/>
          </a:xfrm>
          <a:prstGeom prst="rect">
            <a:avLst/>
          </a:prstGeom>
          <a:solidFill>
            <a:srgbClr val="D9651F"/>
          </a:solidFill>
          <a:ln w="12700">
            <a:solidFill>
              <a:srgbClr val="D9651F"/>
            </a:solidFill>
            <a:prstDash val="solid"/>
          </a:ln>
        </p:spPr>
      </p:sp>
      <p:sp>
        <p:nvSpPr>
          <p:cNvPr id="243" name="Shape 240"/>
          <p:cNvSpPr/>
          <p:nvPr/>
        </p:nvSpPr>
        <p:spPr>
          <a:xfrm>
            <a:off x="5332095" y="1591628"/>
            <a:ext cx="88583" cy="88583"/>
          </a:xfrm>
          <a:prstGeom prst="rect">
            <a:avLst/>
          </a:prstGeom>
          <a:solidFill>
            <a:srgbClr val="D9651F"/>
          </a:solidFill>
          <a:ln w="12700">
            <a:solidFill>
              <a:srgbClr val="D9651F"/>
            </a:solidFill>
            <a:prstDash val="solid"/>
          </a:ln>
        </p:spPr>
      </p:sp>
      <p:sp>
        <p:nvSpPr>
          <p:cNvPr id="244" name="Shape 241"/>
          <p:cNvSpPr/>
          <p:nvPr/>
        </p:nvSpPr>
        <p:spPr>
          <a:xfrm>
            <a:off x="5420678" y="1591628"/>
            <a:ext cx="88583" cy="88583"/>
          </a:xfrm>
          <a:prstGeom prst="rect">
            <a:avLst/>
          </a:prstGeom>
          <a:solidFill>
            <a:srgbClr val="D9651F"/>
          </a:solidFill>
          <a:ln w="12700">
            <a:solidFill>
              <a:srgbClr val="D9651F"/>
            </a:solidFill>
            <a:prstDash val="solid"/>
          </a:ln>
        </p:spPr>
      </p:sp>
      <p:sp>
        <p:nvSpPr>
          <p:cNvPr id="245" name="Shape 242"/>
          <p:cNvSpPr/>
          <p:nvPr/>
        </p:nvSpPr>
        <p:spPr>
          <a:xfrm>
            <a:off x="5509260" y="1591628"/>
            <a:ext cx="88583" cy="88583"/>
          </a:xfrm>
          <a:prstGeom prst="rect">
            <a:avLst/>
          </a:prstGeom>
          <a:solidFill>
            <a:srgbClr val="D9651F"/>
          </a:solidFill>
          <a:ln w="12700">
            <a:solidFill>
              <a:srgbClr val="D9651F"/>
            </a:solidFill>
            <a:prstDash val="solid"/>
          </a:ln>
        </p:spPr>
      </p:sp>
      <p:sp>
        <p:nvSpPr>
          <p:cNvPr id="246" name="Shape 243"/>
          <p:cNvSpPr/>
          <p:nvPr/>
        </p:nvSpPr>
        <p:spPr>
          <a:xfrm>
            <a:off x="5597843" y="1591628"/>
            <a:ext cx="88583" cy="88583"/>
          </a:xfrm>
          <a:prstGeom prst="rect">
            <a:avLst/>
          </a:prstGeom>
          <a:solidFill>
            <a:srgbClr val="D9651F"/>
          </a:solidFill>
          <a:ln w="12700">
            <a:solidFill>
              <a:srgbClr val="D9651F"/>
            </a:solidFill>
            <a:prstDash val="solid"/>
          </a:ln>
        </p:spPr>
      </p:sp>
      <p:sp>
        <p:nvSpPr>
          <p:cNvPr id="247" name="Shape 244"/>
          <p:cNvSpPr/>
          <p:nvPr/>
        </p:nvSpPr>
        <p:spPr>
          <a:xfrm>
            <a:off x="5686425" y="1591628"/>
            <a:ext cx="88583" cy="88583"/>
          </a:xfrm>
          <a:prstGeom prst="rect">
            <a:avLst/>
          </a:prstGeom>
          <a:solidFill>
            <a:srgbClr val="D9651F"/>
          </a:solidFill>
          <a:ln w="12700">
            <a:solidFill>
              <a:srgbClr val="D9651F"/>
            </a:solidFill>
            <a:prstDash val="solid"/>
          </a:ln>
        </p:spPr>
      </p:sp>
      <p:sp>
        <p:nvSpPr>
          <p:cNvPr id="248" name="Shape 245"/>
          <p:cNvSpPr/>
          <p:nvPr/>
        </p:nvSpPr>
        <p:spPr>
          <a:xfrm>
            <a:off x="5154930" y="1680210"/>
            <a:ext cx="88583" cy="88583"/>
          </a:xfrm>
          <a:prstGeom prst="rect">
            <a:avLst/>
          </a:prstGeom>
          <a:solidFill>
            <a:srgbClr val="D9651F"/>
          </a:solidFill>
          <a:ln w="12700">
            <a:solidFill>
              <a:srgbClr val="D9651F"/>
            </a:solidFill>
            <a:prstDash val="solid"/>
          </a:ln>
        </p:spPr>
      </p:sp>
      <p:sp>
        <p:nvSpPr>
          <p:cNvPr id="249" name="Shape 246"/>
          <p:cNvSpPr/>
          <p:nvPr/>
        </p:nvSpPr>
        <p:spPr>
          <a:xfrm>
            <a:off x="5243513" y="1680210"/>
            <a:ext cx="88583" cy="88583"/>
          </a:xfrm>
          <a:prstGeom prst="rect">
            <a:avLst/>
          </a:prstGeom>
          <a:solidFill>
            <a:srgbClr val="D9651F"/>
          </a:solidFill>
          <a:ln w="12700">
            <a:solidFill>
              <a:srgbClr val="D9651F"/>
            </a:solidFill>
            <a:prstDash val="solid"/>
          </a:ln>
        </p:spPr>
      </p:sp>
      <p:sp>
        <p:nvSpPr>
          <p:cNvPr id="250" name="Shape 247"/>
          <p:cNvSpPr/>
          <p:nvPr/>
        </p:nvSpPr>
        <p:spPr>
          <a:xfrm>
            <a:off x="5332095" y="1680210"/>
            <a:ext cx="88583" cy="88583"/>
          </a:xfrm>
          <a:prstGeom prst="rect">
            <a:avLst/>
          </a:prstGeom>
          <a:solidFill>
            <a:srgbClr val="D9651F"/>
          </a:solidFill>
          <a:ln w="12700">
            <a:solidFill>
              <a:srgbClr val="D9651F"/>
            </a:solidFill>
            <a:prstDash val="solid"/>
          </a:ln>
        </p:spPr>
      </p:sp>
      <p:sp>
        <p:nvSpPr>
          <p:cNvPr id="251" name="Shape 248"/>
          <p:cNvSpPr/>
          <p:nvPr/>
        </p:nvSpPr>
        <p:spPr>
          <a:xfrm>
            <a:off x="5509260" y="1680210"/>
            <a:ext cx="88583" cy="88583"/>
          </a:xfrm>
          <a:prstGeom prst="rect">
            <a:avLst/>
          </a:prstGeom>
          <a:solidFill>
            <a:srgbClr val="D9651F"/>
          </a:solidFill>
          <a:ln w="12700">
            <a:solidFill>
              <a:srgbClr val="D9651F"/>
            </a:solidFill>
            <a:prstDash val="solid"/>
          </a:ln>
        </p:spPr>
      </p:sp>
      <p:sp>
        <p:nvSpPr>
          <p:cNvPr id="252" name="Shape 249"/>
          <p:cNvSpPr/>
          <p:nvPr/>
        </p:nvSpPr>
        <p:spPr>
          <a:xfrm>
            <a:off x="5597843" y="1680210"/>
            <a:ext cx="88583" cy="88583"/>
          </a:xfrm>
          <a:prstGeom prst="rect">
            <a:avLst/>
          </a:prstGeom>
          <a:solidFill>
            <a:srgbClr val="D9651F"/>
          </a:solidFill>
          <a:ln w="12700">
            <a:solidFill>
              <a:srgbClr val="D9651F"/>
            </a:solidFill>
            <a:prstDash val="solid"/>
          </a:ln>
        </p:spPr>
      </p:sp>
      <p:sp>
        <p:nvSpPr>
          <p:cNvPr id="253" name="Shape 250"/>
          <p:cNvSpPr/>
          <p:nvPr/>
        </p:nvSpPr>
        <p:spPr>
          <a:xfrm>
            <a:off x="5686425" y="1680210"/>
            <a:ext cx="88583" cy="88583"/>
          </a:xfrm>
          <a:prstGeom prst="rect">
            <a:avLst/>
          </a:prstGeom>
          <a:solidFill>
            <a:srgbClr val="D9651F"/>
          </a:solidFill>
          <a:ln w="12700">
            <a:solidFill>
              <a:srgbClr val="D9651F"/>
            </a:solidFill>
            <a:prstDash val="solid"/>
          </a:ln>
        </p:spPr>
      </p:sp>
      <p:sp>
        <p:nvSpPr>
          <p:cNvPr id="254" name="Shape 251"/>
          <p:cNvSpPr/>
          <p:nvPr/>
        </p:nvSpPr>
        <p:spPr>
          <a:xfrm>
            <a:off x="5775008" y="1680210"/>
            <a:ext cx="88583" cy="88583"/>
          </a:xfrm>
          <a:prstGeom prst="rect">
            <a:avLst/>
          </a:prstGeom>
          <a:solidFill>
            <a:srgbClr val="D9651F"/>
          </a:solidFill>
          <a:ln w="12700">
            <a:solidFill>
              <a:srgbClr val="D9651F"/>
            </a:solidFill>
            <a:prstDash val="solid"/>
          </a:ln>
        </p:spPr>
      </p:sp>
      <p:sp>
        <p:nvSpPr>
          <p:cNvPr id="255" name="Shape 252"/>
          <p:cNvSpPr/>
          <p:nvPr/>
        </p:nvSpPr>
        <p:spPr>
          <a:xfrm>
            <a:off x="5863590" y="1680210"/>
            <a:ext cx="88583" cy="88583"/>
          </a:xfrm>
          <a:prstGeom prst="rect">
            <a:avLst/>
          </a:prstGeom>
          <a:solidFill>
            <a:srgbClr val="D9651F"/>
          </a:solidFill>
          <a:ln w="12700">
            <a:solidFill>
              <a:srgbClr val="D9651F"/>
            </a:solidFill>
            <a:prstDash val="solid"/>
          </a:ln>
        </p:spPr>
      </p:sp>
      <p:sp>
        <p:nvSpPr>
          <p:cNvPr id="256" name="Shape 253"/>
          <p:cNvSpPr/>
          <p:nvPr/>
        </p:nvSpPr>
        <p:spPr>
          <a:xfrm>
            <a:off x="5154930" y="1768793"/>
            <a:ext cx="88583" cy="88583"/>
          </a:xfrm>
          <a:prstGeom prst="rect">
            <a:avLst/>
          </a:prstGeom>
          <a:solidFill>
            <a:srgbClr val="D9651F"/>
          </a:solidFill>
          <a:ln w="12700">
            <a:solidFill>
              <a:srgbClr val="D9651F"/>
            </a:solidFill>
            <a:prstDash val="solid"/>
          </a:ln>
        </p:spPr>
      </p:sp>
      <p:sp>
        <p:nvSpPr>
          <p:cNvPr id="257" name="Shape 254"/>
          <p:cNvSpPr/>
          <p:nvPr/>
        </p:nvSpPr>
        <p:spPr>
          <a:xfrm>
            <a:off x="5243513" y="1768793"/>
            <a:ext cx="88583" cy="88583"/>
          </a:xfrm>
          <a:prstGeom prst="rect">
            <a:avLst/>
          </a:prstGeom>
          <a:solidFill>
            <a:srgbClr val="D9651F"/>
          </a:solidFill>
          <a:ln w="12700">
            <a:solidFill>
              <a:srgbClr val="D9651F"/>
            </a:solidFill>
            <a:prstDash val="solid"/>
          </a:ln>
        </p:spPr>
      </p:sp>
      <p:sp>
        <p:nvSpPr>
          <p:cNvPr id="258" name="Shape 255"/>
          <p:cNvSpPr/>
          <p:nvPr/>
        </p:nvSpPr>
        <p:spPr>
          <a:xfrm>
            <a:off x="5775008" y="1768793"/>
            <a:ext cx="88583" cy="88583"/>
          </a:xfrm>
          <a:prstGeom prst="rect">
            <a:avLst/>
          </a:prstGeom>
          <a:solidFill>
            <a:srgbClr val="D9651F"/>
          </a:solidFill>
          <a:ln w="12700">
            <a:solidFill>
              <a:srgbClr val="D9651F"/>
            </a:solidFill>
            <a:prstDash val="solid"/>
          </a:ln>
        </p:spPr>
      </p:sp>
      <p:sp>
        <p:nvSpPr>
          <p:cNvPr id="259" name="Shape 256"/>
          <p:cNvSpPr/>
          <p:nvPr/>
        </p:nvSpPr>
        <p:spPr>
          <a:xfrm>
            <a:off x="5863590" y="1768793"/>
            <a:ext cx="88583" cy="88583"/>
          </a:xfrm>
          <a:prstGeom prst="rect">
            <a:avLst/>
          </a:prstGeom>
          <a:solidFill>
            <a:srgbClr val="D9651F"/>
          </a:solidFill>
          <a:ln w="12700">
            <a:solidFill>
              <a:srgbClr val="D9651F"/>
            </a:solidFill>
            <a:prstDash val="solid"/>
          </a:ln>
        </p:spPr>
      </p:sp>
      <p:sp>
        <p:nvSpPr>
          <p:cNvPr id="260" name="Shape 257"/>
          <p:cNvSpPr/>
          <p:nvPr/>
        </p:nvSpPr>
        <p:spPr>
          <a:xfrm>
            <a:off x="5066348" y="1857375"/>
            <a:ext cx="88583" cy="88583"/>
          </a:xfrm>
          <a:prstGeom prst="rect">
            <a:avLst/>
          </a:prstGeom>
          <a:solidFill>
            <a:srgbClr val="D9651F"/>
          </a:solidFill>
          <a:ln w="12700">
            <a:solidFill>
              <a:srgbClr val="D9651F"/>
            </a:solidFill>
            <a:prstDash val="solid"/>
          </a:ln>
        </p:spPr>
      </p:sp>
      <p:sp>
        <p:nvSpPr>
          <p:cNvPr id="261" name="Shape 258"/>
          <p:cNvSpPr/>
          <p:nvPr/>
        </p:nvSpPr>
        <p:spPr>
          <a:xfrm>
            <a:off x="5154930" y="1857375"/>
            <a:ext cx="88583" cy="88583"/>
          </a:xfrm>
          <a:prstGeom prst="rect">
            <a:avLst/>
          </a:prstGeom>
          <a:solidFill>
            <a:srgbClr val="D9651F"/>
          </a:solidFill>
          <a:ln w="12700">
            <a:solidFill>
              <a:srgbClr val="D9651F"/>
            </a:solidFill>
            <a:prstDash val="solid"/>
          </a:ln>
        </p:spPr>
      </p:sp>
      <p:sp>
        <p:nvSpPr>
          <p:cNvPr id="262" name="Shape 259"/>
          <p:cNvSpPr/>
          <p:nvPr/>
        </p:nvSpPr>
        <p:spPr>
          <a:xfrm>
            <a:off x="5775008" y="1857375"/>
            <a:ext cx="88583" cy="88583"/>
          </a:xfrm>
          <a:prstGeom prst="rect">
            <a:avLst/>
          </a:prstGeom>
          <a:solidFill>
            <a:srgbClr val="6F6785"/>
          </a:solidFill>
          <a:ln w="12700">
            <a:solidFill>
              <a:srgbClr val="6F6785"/>
            </a:solidFill>
            <a:prstDash val="solid"/>
          </a:ln>
        </p:spPr>
      </p:sp>
      <p:sp>
        <p:nvSpPr>
          <p:cNvPr id="263" name="Shape 260"/>
          <p:cNvSpPr/>
          <p:nvPr/>
        </p:nvSpPr>
        <p:spPr>
          <a:xfrm>
            <a:off x="5863590" y="1857375"/>
            <a:ext cx="88583" cy="88583"/>
          </a:xfrm>
          <a:prstGeom prst="rect">
            <a:avLst/>
          </a:prstGeom>
          <a:solidFill>
            <a:srgbClr val="D9651F"/>
          </a:solidFill>
          <a:ln w="12700">
            <a:solidFill>
              <a:srgbClr val="D9651F"/>
            </a:solidFill>
            <a:prstDash val="solid"/>
          </a:ln>
        </p:spPr>
      </p:sp>
      <p:sp>
        <p:nvSpPr>
          <p:cNvPr id="264" name="Shape 261"/>
          <p:cNvSpPr/>
          <p:nvPr/>
        </p:nvSpPr>
        <p:spPr>
          <a:xfrm>
            <a:off x="5952173" y="1857375"/>
            <a:ext cx="88583" cy="88583"/>
          </a:xfrm>
          <a:prstGeom prst="rect">
            <a:avLst/>
          </a:prstGeom>
          <a:solidFill>
            <a:srgbClr val="D9651F"/>
          </a:solidFill>
          <a:ln w="12700">
            <a:solidFill>
              <a:srgbClr val="D9651F"/>
            </a:solidFill>
            <a:prstDash val="solid"/>
          </a:ln>
        </p:spPr>
      </p:sp>
      <p:sp>
        <p:nvSpPr>
          <p:cNvPr id="265" name="Shape 262"/>
          <p:cNvSpPr/>
          <p:nvPr/>
        </p:nvSpPr>
        <p:spPr>
          <a:xfrm>
            <a:off x="5066348" y="1945957"/>
            <a:ext cx="88583" cy="88583"/>
          </a:xfrm>
          <a:prstGeom prst="rect">
            <a:avLst/>
          </a:prstGeom>
          <a:solidFill>
            <a:srgbClr val="D9651F"/>
          </a:solidFill>
          <a:ln w="12700">
            <a:solidFill>
              <a:srgbClr val="D9651F"/>
            </a:solidFill>
            <a:prstDash val="solid"/>
          </a:ln>
        </p:spPr>
      </p:sp>
      <p:sp>
        <p:nvSpPr>
          <p:cNvPr id="266" name="Shape 263"/>
          <p:cNvSpPr/>
          <p:nvPr/>
        </p:nvSpPr>
        <p:spPr>
          <a:xfrm>
            <a:off x="5154930" y="1945957"/>
            <a:ext cx="88583" cy="88583"/>
          </a:xfrm>
          <a:prstGeom prst="rect">
            <a:avLst/>
          </a:prstGeom>
          <a:solidFill>
            <a:srgbClr val="D9651F"/>
          </a:solidFill>
          <a:ln w="12700">
            <a:solidFill>
              <a:srgbClr val="D9651F"/>
            </a:solidFill>
            <a:prstDash val="solid"/>
          </a:ln>
        </p:spPr>
      </p:sp>
      <p:sp>
        <p:nvSpPr>
          <p:cNvPr id="267" name="Shape 264"/>
          <p:cNvSpPr/>
          <p:nvPr/>
        </p:nvSpPr>
        <p:spPr>
          <a:xfrm>
            <a:off x="5863590" y="1945957"/>
            <a:ext cx="88583" cy="88583"/>
          </a:xfrm>
          <a:prstGeom prst="rect">
            <a:avLst/>
          </a:prstGeom>
          <a:solidFill>
            <a:srgbClr val="D9651F"/>
          </a:solidFill>
          <a:ln w="12700">
            <a:solidFill>
              <a:srgbClr val="D9651F"/>
            </a:solidFill>
            <a:prstDash val="solid"/>
          </a:ln>
        </p:spPr>
      </p:sp>
      <p:sp>
        <p:nvSpPr>
          <p:cNvPr id="268" name="Shape 265"/>
          <p:cNvSpPr/>
          <p:nvPr/>
        </p:nvSpPr>
        <p:spPr>
          <a:xfrm>
            <a:off x="5952173" y="1945957"/>
            <a:ext cx="88583" cy="88583"/>
          </a:xfrm>
          <a:prstGeom prst="rect">
            <a:avLst/>
          </a:prstGeom>
          <a:solidFill>
            <a:srgbClr val="D9651F"/>
          </a:solidFill>
          <a:ln w="12700">
            <a:solidFill>
              <a:srgbClr val="D9651F"/>
            </a:solidFill>
            <a:prstDash val="solid"/>
          </a:ln>
        </p:spPr>
      </p:sp>
      <p:sp>
        <p:nvSpPr>
          <p:cNvPr id="269" name="Shape 266"/>
          <p:cNvSpPr/>
          <p:nvPr/>
        </p:nvSpPr>
        <p:spPr>
          <a:xfrm>
            <a:off x="5066348" y="2034540"/>
            <a:ext cx="88583" cy="88583"/>
          </a:xfrm>
          <a:prstGeom prst="rect">
            <a:avLst/>
          </a:prstGeom>
          <a:solidFill>
            <a:srgbClr val="D9651F"/>
          </a:solidFill>
          <a:ln w="12700">
            <a:solidFill>
              <a:srgbClr val="D9651F"/>
            </a:solidFill>
            <a:prstDash val="solid"/>
          </a:ln>
        </p:spPr>
      </p:sp>
      <p:sp>
        <p:nvSpPr>
          <p:cNvPr id="270" name="Shape 267"/>
          <p:cNvSpPr/>
          <p:nvPr/>
        </p:nvSpPr>
        <p:spPr>
          <a:xfrm>
            <a:off x="5154930" y="2034540"/>
            <a:ext cx="88583" cy="88583"/>
          </a:xfrm>
          <a:prstGeom prst="rect">
            <a:avLst/>
          </a:prstGeom>
          <a:solidFill>
            <a:srgbClr val="D9651F"/>
          </a:solidFill>
          <a:ln w="12700">
            <a:solidFill>
              <a:srgbClr val="D9651F"/>
            </a:solidFill>
            <a:prstDash val="solid"/>
          </a:ln>
        </p:spPr>
      </p:sp>
      <p:sp>
        <p:nvSpPr>
          <p:cNvPr id="271" name="Shape 268"/>
          <p:cNvSpPr/>
          <p:nvPr/>
        </p:nvSpPr>
        <p:spPr>
          <a:xfrm>
            <a:off x="5775008" y="2034540"/>
            <a:ext cx="88583" cy="88583"/>
          </a:xfrm>
          <a:prstGeom prst="rect">
            <a:avLst/>
          </a:prstGeom>
          <a:solidFill>
            <a:srgbClr val="D9651F"/>
          </a:solidFill>
          <a:ln w="12700">
            <a:solidFill>
              <a:srgbClr val="D9651F"/>
            </a:solidFill>
            <a:prstDash val="solid"/>
          </a:ln>
        </p:spPr>
      </p:sp>
      <p:sp>
        <p:nvSpPr>
          <p:cNvPr id="272" name="Shape 269"/>
          <p:cNvSpPr/>
          <p:nvPr/>
        </p:nvSpPr>
        <p:spPr>
          <a:xfrm>
            <a:off x="5863590" y="2034540"/>
            <a:ext cx="88583" cy="88583"/>
          </a:xfrm>
          <a:prstGeom prst="rect">
            <a:avLst/>
          </a:prstGeom>
          <a:solidFill>
            <a:srgbClr val="D9651F"/>
          </a:solidFill>
          <a:ln w="12700">
            <a:solidFill>
              <a:srgbClr val="D9651F"/>
            </a:solidFill>
            <a:prstDash val="solid"/>
          </a:ln>
        </p:spPr>
      </p:sp>
      <p:sp>
        <p:nvSpPr>
          <p:cNvPr id="273" name="Shape 270"/>
          <p:cNvSpPr/>
          <p:nvPr/>
        </p:nvSpPr>
        <p:spPr>
          <a:xfrm>
            <a:off x="5066348" y="2123123"/>
            <a:ext cx="88583" cy="88583"/>
          </a:xfrm>
          <a:prstGeom prst="rect">
            <a:avLst/>
          </a:prstGeom>
          <a:solidFill>
            <a:srgbClr val="D9651F"/>
          </a:solidFill>
          <a:ln w="12700">
            <a:solidFill>
              <a:srgbClr val="D9651F"/>
            </a:solidFill>
            <a:prstDash val="solid"/>
          </a:ln>
        </p:spPr>
      </p:sp>
      <p:sp>
        <p:nvSpPr>
          <p:cNvPr id="274" name="Shape 271"/>
          <p:cNvSpPr/>
          <p:nvPr/>
        </p:nvSpPr>
        <p:spPr>
          <a:xfrm>
            <a:off x="5154930" y="2123123"/>
            <a:ext cx="88583" cy="88583"/>
          </a:xfrm>
          <a:prstGeom prst="rect">
            <a:avLst/>
          </a:prstGeom>
          <a:solidFill>
            <a:srgbClr val="D9651F"/>
          </a:solidFill>
          <a:ln w="12700">
            <a:solidFill>
              <a:srgbClr val="D9651F"/>
            </a:solidFill>
            <a:prstDash val="solid"/>
          </a:ln>
        </p:spPr>
      </p:sp>
      <p:sp>
        <p:nvSpPr>
          <p:cNvPr id="275" name="Shape 272"/>
          <p:cNvSpPr/>
          <p:nvPr/>
        </p:nvSpPr>
        <p:spPr>
          <a:xfrm>
            <a:off x="5243513" y="2123123"/>
            <a:ext cx="88583" cy="88583"/>
          </a:xfrm>
          <a:prstGeom prst="rect">
            <a:avLst/>
          </a:prstGeom>
          <a:solidFill>
            <a:srgbClr val="D9651F"/>
          </a:solidFill>
          <a:ln w="12700">
            <a:solidFill>
              <a:srgbClr val="D9651F"/>
            </a:solidFill>
            <a:prstDash val="solid"/>
          </a:ln>
        </p:spPr>
      </p:sp>
      <p:sp>
        <p:nvSpPr>
          <p:cNvPr id="276" name="Shape 273"/>
          <p:cNvSpPr/>
          <p:nvPr/>
        </p:nvSpPr>
        <p:spPr>
          <a:xfrm>
            <a:off x="5686425" y="2123123"/>
            <a:ext cx="88583" cy="88583"/>
          </a:xfrm>
          <a:prstGeom prst="rect">
            <a:avLst/>
          </a:prstGeom>
          <a:solidFill>
            <a:srgbClr val="D9651F"/>
          </a:solidFill>
          <a:ln w="12700">
            <a:solidFill>
              <a:srgbClr val="D9651F"/>
            </a:solidFill>
            <a:prstDash val="solid"/>
          </a:ln>
        </p:spPr>
      </p:sp>
      <p:sp>
        <p:nvSpPr>
          <p:cNvPr id="277" name="Shape 274"/>
          <p:cNvSpPr/>
          <p:nvPr/>
        </p:nvSpPr>
        <p:spPr>
          <a:xfrm>
            <a:off x="5775008" y="2123123"/>
            <a:ext cx="88583" cy="88583"/>
          </a:xfrm>
          <a:prstGeom prst="rect">
            <a:avLst/>
          </a:prstGeom>
          <a:solidFill>
            <a:srgbClr val="D9651F"/>
          </a:solidFill>
          <a:ln w="12700">
            <a:solidFill>
              <a:srgbClr val="D9651F"/>
            </a:solidFill>
            <a:prstDash val="solid"/>
          </a:ln>
        </p:spPr>
      </p:sp>
      <p:sp>
        <p:nvSpPr>
          <p:cNvPr id="278" name="Shape 275"/>
          <p:cNvSpPr/>
          <p:nvPr/>
        </p:nvSpPr>
        <p:spPr>
          <a:xfrm>
            <a:off x="5863590" y="2123123"/>
            <a:ext cx="88583" cy="88583"/>
          </a:xfrm>
          <a:prstGeom prst="rect">
            <a:avLst/>
          </a:prstGeom>
          <a:solidFill>
            <a:srgbClr val="D9651F"/>
          </a:solidFill>
          <a:ln w="12700">
            <a:solidFill>
              <a:srgbClr val="D9651F"/>
            </a:solidFill>
            <a:prstDash val="solid"/>
          </a:ln>
        </p:spPr>
      </p:sp>
      <p:sp>
        <p:nvSpPr>
          <p:cNvPr id="279" name="Shape 276"/>
          <p:cNvSpPr/>
          <p:nvPr/>
        </p:nvSpPr>
        <p:spPr>
          <a:xfrm>
            <a:off x="5154930" y="2211705"/>
            <a:ext cx="88583" cy="88583"/>
          </a:xfrm>
          <a:prstGeom prst="rect">
            <a:avLst/>
          </a:prstGeom>
          <a:solidFill>
            <a:srgbClr val="D9651F"/>
          </a:solidFill>
          <a:ln w="12700">
            <a:solidFill>
              <a:srgbClr val="D9651F"/>
            </a:solidFill>
            <a:prstDash val="solid"/>
          </a:ln>
        </p:spPr>
      </p:sp>
      <p:sp>
        <p:nvSpPr>
          <p:cNvPr id="280" name="Shape 277"/>
          <p:cNvSpPr/>
          <p:nvPr/>
        </p:nvSpPr>
        <p:spPr>
          <a:xfrm>
            <a:off x="5332095" y="2211705"/>
            <a:ext cx="88583" cy="88583"/>
          </a:xfrm>
          <a:prstGeom prst="rect">
            <a:avLst/>
          </a:prstGeom>
          <a:solidFill>
            <a:srgbClr val="D9651F"/>
          </a:solidFill>
          <a:ln w="12700">
            <a:solidFill>
              <a:srgbClr val="D9651F"/>
            </a:solidFill>
            <a:prstDash val="solid"/>
          </a:ln>
        </p:spPr>
      </p:sp>
      <p:sp>
        <p:nvSpPr>
          <p:cNvPr id="281" name="Shape 278"/>
          <p:cNvSpPr/>
          <p:nvPr/>
        </p:nvSpPr>
        <p:spPr>
          <a:xfrm>
            <a:off x="5420678" y="2211705"/>
            <a:ext cx="88583" cy="88583"/>
          </a:xfrm>
          <a:prstGeom prst="rect">
            <a:avLst/>
          </a:prstGeom>
          <a:solidFill>
            <a:srgbClr val="D9651F"/>
          </a:solidFill>
          <a:ln w="12700">
            <a:solidFill>
              <a:srgbClr val="D9651F"/>
            </a:solidFill>
            <a:prstDash val="solid"/>
          </a:ln>
        </p:spPr>
      </p:sp>
      <p:sp>
        <p:nvSpPr>
          <p:cNvPr id="282" name="Shape 279"/>
          <p:cNvSpPr/>
          <p:nvPr/>
        </p:nvSpPr>
        <p:spPr>
          <a:xfrm>
            <a:off x="5509260" y="2211705"/>
            <a:ext cx="88583" cy="88583"/>
          </a:xfrm>
          <a:prstGeom prst="rect">
            <a:avLst/>
          </a:prstGeom>
          <a:solidFill>
            <a:srgbClr val="D9651F"/>
          </a:solidFill>
          <a:ln w="12700">
            <a:solidFill>
              <a:srgbClr val="D9651F"/>
            </a:solidFill>
            <a:prstDash val="solid"/>
          </a:ln>
        </p:spPr>
      </p:sp>
      <p:sp>
        <p:nvSpPr>
          <p:cNvPr id="283" name="Shape 280"/>
          <p:cNvSpPr/>
          <p:nvPr/>
        </p:nvSpPr>
        <p:spPr>
          <a:xfrm>
            <a:off x="5597843" y="2211705"/>
            <a:ext cx="88583" cy="88583"/>
          </a:xfrm>
          <a:prstGeom prst="rect">
            <a:avLst/>
          </a:prstGeom>
          <a:solidFill>
            <a:srgbClr val="D9651F"/>
          </a:solidFill>
          <a:ln w="12700">
            <a:solidFill>
              <a:srgbClr val="D9651F"/>
            </a:solidFill>
            <a:prstDash val="solid"/>
          </a:ln>
        </p:spPr>
      </p:sp>
      <p:sp>
        <p:nvSpPr>
          <p:cNvPr id="284" name="Shape 281"/>
          <p:cNvSpPr/>
          <p:nvPr/>
        </p:nvSpPr>
        <p:spPr>
          <a:xfrm>
            <a:off x="5686425" y="2211705"/>
            <a:ext cx="88583" cy="88583"/>
          </a:xfrm>
          <a:prstGeom prst="rect">
            <a:avLst/>
          </a:prstGeom>
          <a:solidFill>
            <a:srgbClr val="D9651F"/>
          </a:solidFill>
          <a:ln w="12700">
            <a:solidFill>
              <a:srgbClr val="D9651F"/>
            </a:solidFill>
            <a:prstDash val="solid"/>
          </a:ln>
        </p:spPr>
      </p:sp>
      <p:sp>
        <p:nvSpPr>
          <p:cNvPr id="285" name="Shape 282"/>
          <p:cNvSpPr/>
          <p:nvPr/>
        </p:nvSpPr>
        <p:spPr>
          <a:xfrm>
            <a:off x="5775008" y="2211705"/>
            <a:ext cx="88583" cy="88583"/>
          </a:xfrm>
          <a:prstGeom prst="rect">
            <a:avLst/>
          </a:prstGeom>
          <a:solidFill>
            <a:srgbClr val="D9651F"/>
          </a:solidFill>
          <a:ln w="12700">
            <a:solidFill>
              <a:srgbClr val="D9651F"/>
            </a:solidFill>
            <a:prstDash val="solid"/>
          </a:ln>
        </p:spPr>
      </p:sp>
      <p:sp>
        <p:nvSpPr>
          <p:cNvPr id="286" name="Shape 283"/>
          <p:cNvSpPr/>
          <p:nvPr/>
        </p:nvSpPr>
        <p:spPr>
          <a:xfrm>
            <a:off x="5863590" y="2211705"/>
            <a:ext cx="88583" cy="88583"/>
          </a:xfrm>
          <a:prstGeom prst="rect">
            <a:avLst/>
          </a:prstGeom>
          <a:solidFill>
            <a:srgbClr val="6F6785"/>
          </a:solidFill>
          <a:ln w="12700">
            <a:solidFill>
              <a:srgbClr val="6F6785"/>
            </a:solidFill>
            <a:prstDash val="solid"/>
          </a:ln>
        </p:spPr>
      </p:sp>
      <p:sp>
        <p:nvSpPr>
          <p:cNvPr id="287" name="Shape 284"/>
          <p:cNvSpPr/>
          <p:nvPr/>
        </p:nvSpPr>
        <p:spPr>
          <a:xfrm>
            <a:off x="5332095" y="2300288"/>
            <a:ext cx="88583" cy="88583"/>
          </a:xfrm>
          <a:prstGeom prst="rect">
            <a:avLst/>
          </a:prstGeom>
          <a:solidFill>
            <a:srgbClr val="D9651F"/>
          </a:solidFill>
          <a:ln w="12700">
            <a:solidFill>
              <a:srgbClr val="D9651F"/>
            </a:solidFill>
            <a:prstDash val="solid"/>
          </a:ln>
        </p:spPr>
      </p:sp>
      <p:sp>
        <p:nvSpPr>
          <p:cNvPr id="288" name="Shape 285"/>
          <p:cNvSpPr/>
          <p:nvPr/>
        </p:nvSpPr>
        <p:spPr>
          <a:xfrm>
            <a:off x="5420678" y="2300288"/>
            <a:ext cx="88583" cy="88583"/>
          </a:xfrm>
          <a:prstGeom prst="rect">
            <a:avLst/>
          </a:prstGeom>
          <a:solidFill>
            <a:srgbClr val="D9651F"/>
          </a:solidFill>
          <a:ln w="12700">
            <a:solidFill>
              <a:srgbClr val="D9651F"/>
            </a:solidFill>
            <a:prstDash val="solid"/>
          </a:ln>
        </p:spPr>
      </p:sp>
      <p:sp>
        <p:nvSpPr>
          <p:cNvPr id="289" name="Shape 286"/>
          <p:cNvSpPr/>
          <p:nvPr/>
        </p:nvSpPr>
        <p:spPr>
          <a:xfrm>
            <a:off x="5509260" y="2300288"/>
            <a:ext cx="88583" cy="88583"/>
          </a:xfrm>
          <a:prstGeom prst="rect">
            <a:avLst/>
          </a:prstGeom>
          <a:solidFill>
            <a:srgbClr val="D9651F"/>
          </a:solidFill>
          <a:ln w="12700">
            <a:solidFill>
              <a:srgbClr val="D9651F"/>
            </a:solidFill>
            <a:prstDash val="solid"/>
          </a:ln>
        </p:spPr>
      </p:sp>
      <p:sp>
        <p:nvSpPr>
          <p:cNvPr id="290" name="Shape 287"/>
          <p:cNvSpPr/>
          <p:nvPr/>
        </p:nvSpPr>
        <p:spPr>
          <a:xfrm>
            <a:off x="5775008" y="2300288"/>
            <a:ext cx="88583" cy="88583"/>
          </a:xfrm>
          <a:prstGeom prst="rect">
            <a:avLst/>
          </a:prstGeom>
          <a:solidFill>
            <a:srgbClr val="6F6785"/>
          </a:solidFill>
          <a:ln w="12700">
            <a:solidFill>
              <a:srgbClr val="6F6785"/>
            </a:solidFill>
            <a:prstDash val="solid"/>
          </a:ln>
        </p:spPr>
      </p:sp>
      <p:sp>
        <p:nvSpPr>
          <p:cNvPr id="291" name="Shape 288"/>
          <p:cNvSpPr/>
          <p:nvPr/>
        </p:nvSpPr>
        <p:spPr>
          <a:xfrm>
            <a:off x="5597843" y="2566035"/>
            <a:ext cx="88583" cy="88583"/>
          </a:xfrm>
          <a:prstGeom prst="rect">
            <a:avLst/>
          </a:prstGeom>
          <a:solidFill>
            <a:srgbClr val="6F6785"/>
          </a:solidFill>
          <a:ln w="12700">
            <a:solidFill>
              <a:srgbClr val="6F6785"/>
            </a:solidFill>
            <a:prstDash val="solid"/>
          </a:ln>
        </p:spPr>
      </p:sp>
      <p:sp>
        <p:nvSpPr>
          <p:cNvPr id="292" name="Shape 289"/>
          <p:cNvSpPr/>
          <p:nvPr/>
        </p:nvSpPr>
        <p:spPr>
          <a:xfrm>
            <a:off x="6129338" y="2566035"/>
            <a:ext cx="88583" cy="88583"/>
          </a:xfrm>
          <a:prstGeom prst="rect">
            <a:avLst/>
          </a:prstGeom>
          <a:solidFill>
            <a:srgbClr val="6F6785"/>
          </a:solidFill>
          <a:ln w="12700">
            <a:solidFill>
              <a:srgbClr val="6F6785"/>
            </a:solidFill>
            <a:prstDash val="solid"/>
          </a:ln>
        </p:spPr>
      </p:sp>
      <p:sp>
        <p:nvSpPr>
          <p:cNvPr id="293" name="Text 290"/>
          <p:cNvSpPr/>
          <p:nvPr/>
        </p:nvSpPr>
        <p:spPr>
          <a:xfrm>
            <a:off x="4663440" y="2816352"/>
            <a:ext cx="1691640" cy="365760"/>
          </a:xfrm>
          <a:prstGeom prst="rect">
            <a:avLst/>
          </a:prstGeom>
          <a:noFill/>
          <a:ln/>
        </p:spPr>
        <p:txBody>
          <a:bodyPr wrap="square" rtlCol="0" anchor="t"/>
          <a:lstStyle/>
          <a:p>
            <a:pPr algn="ctr" indent="0" marL="0">
              <a:spcAft>
                <a:spcPts val="600"/>
              </a:spcAft>
              <a:buNone/>
            </a:pPr>
            <a:r>
              <a:rPr lang="en-US" sz="1200" dirty="0">
                <a:solidFill>
                  <a:srgbClr val="6F6785"/>
                </a:solidFill>
                <a:latin typeface="Calibri" pitchFamily="34" charset="0"/>
                <a:ea typeface="Calibri" pitchFamily="34" charset="-122"/>
                <a:cs typeface="Calibri" pitchFamily="34" charset="-120"/>
              </a:rPr>
              <a:t>Small, wobbly</a:t>
            </a:r>
            <a:endParaRPr lang="en-US" sz="1200" dirty="0"/>
          </a:p>
        </p:txBody>
      </p:sp>
      <p:sp>
        <p:nvSpPr>
          <p:cNvPr id="294" name="Shape 291"/>
          <p:cNvSpPr/>
          <p:nvPr/>
        </p:nvSpPr>
        <p:spPr>
          <a:xfrm>
            <a:off x="6583680" y="1252728"/>
            <a:ext cx="1691640" cy="2103120"/>
          </a:xfrm>
          <a:prstGeom prst="roundRect">
            <a:avLst>
              <a:gd name="adj" fmla="val 9730"/>
            </a:avLst>
          </a:prstGeom>
          <a:solidFill>
            <a:srgbClr val="F0E4D0"/>
          </a:solidFill>
          <a:ln w="12700">
            <a:solidFill>
              <a:srgbClr val="F0E4D0"/>
            </a:solidFill>
            <a:prstDash val="solid"/>
          </a:ln>
        </p:spPr>
      </p:sp>
      <p:sp>
        <p:nvSpPr>
          <p:cNvPr id="295" name="Shape 292"/>
          <p:cNvSpPr/>
          <p:nvPr/>
        </p:nvSpPr>
        <p:spPr>
          <a:xfrm>
            <a:off x="6583680" y="1188720"/>
            <a:ext cx="1691640" cy="2103120"/>
          </a:xfrm>
          <a:prstGeom prst="roundRect">
            <a:avLst>
              <a:gd name="adj" fmla="val 9730"/>
            </a:avLst>
          </a:prstGeom>
          <a:solidFill>
            <a:srgbClr val="FFFFFF"/>
          </a:solidFill>
          <a:ln w="12700">
            <a:solidFill>
              <a:srgbClr val="FFFFFF"/>
            </a:solidFill>
            <a:prstDash val="solid"/>
          </a:ln>
        </p:spPr>
      </p:sp>
      <p:sp>
        <p:nvSpPr>
          <p:cNvPr id="296" name="Shape 293"/>
          <p:cNvSpPr/>
          <p:nvPr/>
        </p:nvSpPr>
        <p:spPr>
          <a:xfrm>
            <a:off x="6665976" y="1271016"/>
            <a:ext cx="1527048" cy="1527048"/>
          </a:xfrm>
          <a:prstGeom prst="roundRect">
            <a:avLst>
              <a:gd name="adj" fmla="val 5988"/>
            </a:avLst>
          </a:prstGeom>
          <a:solidFill>
            <a:srgbClr val="FFFFFF"/>
          </a:solidFill>
          <a:ln w="19050">
            <a:solidFill>
              <a:srgbClr val="F0E4D0"/>
            </a:solidFill>
            <a:prstDash val="solid"/>
          </a:ln>
        </p:spPr>
      </p:sp>
      <p:sp>
        <p:nvSpPr>
          <p:cNvPr id="297" name="Shape 294"/>
          <p:cNvSpPr/>
          <p:nvPr/>
        </p:nvSpPr>
        <p:spPr>
          <a:xfrm>
            <a:off x="7252335" y="1325880"/>
            <a:ext cx="88583" cy="88583"/>
          </a:xfrm>
          <a:prstGeom prst="rect">
            <a:avLst/>
          </a:prstGeom>
          <a:solidFill>
            <a:srgbClr val="6F6785"/>
          </a:solidFill>
          <a:ln w="12700">
            <a:solidFill>
              <a:srgbClr val="6F6785"/>
            </a:solidFill>
            <a:prstDash val="solid"/>
          </a:ln>
        </p:spPr>
      </p:sp>
      <p:sp>
        <p:nvSpPr>
          <p:cNvPr id="298" name="Shape 295"/>
          <p:cNvSpPr/>
          <p:nvPr/>
        </p:nvSpPr>
        <p:spPr>
          <a:xfrm>
            <a:off x="7340918" y="1325880"/>
            <a:ext cx="88583" cy="88583"/>
          </a:xfrm>
          <a:prstGeom prst="rect">
            <a:avLst/>
          </a:prstGeom>
          <a:solidFill>
            <a:srgbClr val="D9651F"/>
          </a:solidFill>
          <a:ln w="12700">
            <a:solidFill>
              <a:srgbClr val="D9651F"/>
            </a:solidFill>
            <a:prstDash val="solid"/>
          </a:ln>
        </p:spPr>
      </p:sp>
      <p:sp>
        <p:nvSpPr>
          <p:cNvPr id="299" name="Shape 296"/>
          <p:cNvSpPr/>
          <p:nvPr/>
        </p:nvSpPr>
        <p:spPr>
          <a:xfrm>
            <a:off x="7252335" y="1414463"/>
            <a:ext cx="88583" cy="88583"/>
          </a:xfrm>
          <a:prstGeom prst="rect">
            <a:avLst/>
          </a:prstGeom>
          <a:solidFill>
            <a:srgbClr val="D9651F"/>
          </a:solidFill>
          <a:ln w="12700">
            <a:solidFill>
              <a:srgbClr val="D9651F"/>
            </a:solidFill>
            <a:prstDash val="solid"/>
          </a:ln>
        </p:spPr>
      </p:sp>
      <p:sp>
        <p:nvSpPr>
          <p:cNvPr id="300" name="Shape 297"/>
          <p:cNvSpPr/>
          <p:nvPr/>
        </p:nvSpPr>
        <p:spPr>
          <a:xfrm>
            <a:off x="7340918" y="1414463"/>
            <a:ext cx="88583" cy="88583"/>
          </a:xfrm>
          <a:prstGeom prst="rect">
            <a:avLst/>
          </a:prstGeom>
          <a:solidFill>
            <a:srgbClr val="D9651F"/>
          </a:solidFill>
          <a:ln w="12700">
            <a:solidFill>
              <a:srgbClr val="D9651F"/>
            </a:solidFill>
            <a:prstDash val="solid"/>
          </a:ln>
        </p:spPr>
      </p:sp>
      <p:sp>
        <p:nvSpPr>
          <p:cNvPr id="301" name="Shape 298"/>
          <p:cNvSpPr/>
          <p:nvPr/>
        </p:nvSpPr>
        <p:spPr>
          <a:xfrm>
            <a:off x="7429500" y="1414463"/>
            <a:ext cx="88583" cy="88583"/>
          </a:xfrm>
          <a:prstGeom prst="rect">
            <a:avLst/>
          </a:prstGeom>
          <a:solidFill>
            <a:srgbClr val="D9651F"/>
          </a:solidFill>
          <a:ln w="12700">
            <a:solidFill>
              <a:srgbClr val="D9651F"/>
            </a:solidFill>
            <a:prstDash val="solid"/>
          </a:ln>
        </p:spPr>
      </p:sp>
      <p:sp>
        <p:nvSpPr>
          <p:cNvPr id="302" name="Shape 299"/>
          <p:cNvSpPr/>
          <p:nvPr/>
        </p:nvSpPr>
        <p:spPr>
          <a:xfrm>
            <a:off x="7518083" y="1414463"/>
            <a:ext cx="88583" cy="88583"/>
          </a:xfrm>
          <a:prstGeom prst="rect">
            <a:avLst/>
          </a:prstGeom>
          <a:solidFill>
            <a:srgbClr val="D9651F"/>
          </a:solidFill>
          <a:ln w="12700">
            <a:solidFill>
              <a:srgbClr val="D9651F"/>
            </a:solidFill>
            <a:prstDash val="solid"/>
          </a:ln>
        </p:spPr>
      </p:sp>
      <p:sp>
        <p:nvSpPr>
          <p:cNvPr id="303" name="Shape 300"/>
          <p:cNvSpPr/>
          <p:nvPr/>
        </p:nvSpPr>
        <p:spPr>
          <a:xfrm>
            <a:off x="7606665" y="1414463"/>
            <a:ext cx="88583" cy="88583"/>
          </a:xfrm>
          <a:prstGeom prst="rect">
            <a:avLst/>
          </a:prstGeom>
          <a:solidFill>
            <a:srgbClr val="D9651F"/>
          </a:solidFill>
          <a:ln w="12700">
            <a:solidFill>
              <a:srgbClr val="D9651F"/>
            </a:solidFill>
            <a:prstDash val="solid"/>
          </a:ln>
        </p:spPr>
      </p:sp>
      <p:sp>
        <p:nvSpPr>
          <p:cNvPr id="304" name="Shape 301"/>
          <p:cNvSpPr/>
          <p:nvPr/>
        </p:nvSpPr>
        <p:spPr>
          <a:xfrm>
            <a:off x="7695248" y="1414463"/>
            <a:ext cx="88583" cy="88583"/>
          </a:xfrm>
          <a:prstGeom prst="rect">
            <a:avLst/>
          </a:prstGeom>
          <a:solidFill>
            <a:srgbClr val="D9651F"/>
          </a:solidFill>
          <a:ln w="12700">
            <a:solidFill>
              <a:srgbClr val="D9651F"/>
            </a:solidFill>
            <a:prstDash val="solid"/>
          </a:ln>
        </p:spPr>
      </p:sp>
      <p:sp>
        <p:nvSpPr>
          <p:cNvPr id="305" name="Shape 302"/>
          <p:cNvSpPr/>
          <p:nvPr/>
        </p:nvSpPr>
        <p:spPr>
          <a:xfrm>
            <a:off x="7163753" y="1503045"/>
            <a:ext cx="88583" cy="88583"/>
          </a:xfrm>
          <a:prstGeom prst="rect">
            <a:avLst/>
          </a:prstGeom>
          <a:solidFill>
            <a:srgbClr val="D9651F"/>
          </a:solidFill>
          <a:ln w="12700">
            <a:solidFill>
              <a:srgbClr val="D9651F"/>
            </a:solidFill>
            <a:prstDash val="solid"/>
          </a:ln>
        </p:spPr>
      </p:sp>
      <p:sp>
        <p:nvSpPr>
          <p:cNvPr id="306" name="Shape 303"/>
          <p:cNvSpPr/>
          <p:nvPr/>
        </p:nvSpPr>
        <p:spPr>
          <a:xfrm>
            <a:off x="7252335" y="1503045"/>
            <a:ext cx="88583" cy="88583"/>
          </a:xfrm>
          <a:prstGeom prst="rect">
            <a:avLst/>
          </a:prstGeom>
          <a:solidFill>
            <a:srgbClr val="D9651F"/>
          </a:solidFill>
          <a:ln w="12700">
            <a:solidFill>
              <a:srgbClr val="D9651F"/>
            </a:solidFill>
            <a:prstDash val="solid"/>
          </a:ln>
        </p:spPr>
      </p:sp>
      <p:sp>
        <p:nvSpPr>
          <p:cNvPr id="307" name="Shape 304"/>
          <p:cNvSpPr/>
          <p:nvPr/>
        </p:nvSpPr>
        <p:spPr>
          <a:xfrm>
            <a:off x="7340918" y="1503045"/>
            <a:ext cx="88583" cy="88583"/>
          </a:xfrm>
          <a:prstGeom prst="rect">
            <a:avLst/>
          </a:prstGeom>
          <a:solidFill>
            <a:srgbClr val="D9651F"/>
          </a:solidFill>
          <a:ln w="12700">
            <a:solidFill>
              <a:srgbClr val="D9651F"/>
            </a:solidFill>
            <a:prstDash val="solid"/>
          </a:ln>
        </p:spPr>
      </p:sp>
      <p:sp>
        <p:nvSpPr>
          <p:cNvPr id="308" name="Shape 305"/>
          <p:cNvSpPr/>
          <p:nvPr/>
        </p:nvSpPr>
        <p:spPr>
          <a:xfrm>
            <a:off x="7429500" y="1503045"/>
            <a:ext cx="88583" cy="88583"/>
          </a:xfrm>
          <a:prstGeom prst="rect">
            <a:avLst/>
          </a:prstGeom>
          <a:solidFill>
            <a:srgbClr val="D9651F"/>
          </a:solidFill>
          <a:ln w="12700">
            <a:solidFill>
              <a:srgbClr val="D9651F"/>
            </a:solidFill>
            <a:prstDash val="solid"/>
          </a:ln>
        </p:spPr>
      </p:sp>
      <p:sp>
        <p:nvSpPr>
          <p:cNvPr id="309" name="Shape 306"/>
          <p:cNvSpPr/>
          <p:nvPr/>
        </p:nvSpPr>
        <p:spPr>
          <a:xfrm>
            <a:off x="7518083" y="1503045"/>
            <a:ext cx="88583" cy="88583"/>
          </a:xfrm>
          <a:prstGeom prst="rect">
            <a:avLst/>
          </a:prstGeom>
          <a:solidFill>
            <a:srgbClr val="D9651F"/>
          </a:solidFill>
          <a:ln w="12700">
            <a:solidFill>
              <a:srgbClr val="D9651F"/>
            </a:solidFill>
            <a:prstDash val="solid"/>
          </a:ln>
        </p:spPr>
      </p:sp>
      <p:sp>
        <p:nvSpPr>
          <p:cNvPr id="310" name="Shape 307"/>
          <p:cNvSpPr/>
          <p:nvPr/>
        </p:nvSpPr>
        <p:spPr>
          <a:xfrm>
            <a:off x="7606665" y="1503045"/>
            <a:ext cx="88583" cy="88583"/>
          </a:xfrm>
          <a:prstGeom prst="rect">
            <a:avLst/>
          </a:prstGeom>
          <a:solidFill>
            <a:srgbClr val="D9651F"/>
          </a:solidFill>
          <a:ln w="12700">
            <a:solidFill>
              <a:srgbClr val="D9651F"/>
            </a:solidFill>
            <a:prstDash val="solid"/>
          </a:ln>
        </p:spPr>
      </p:sp>
      <p:sp>
        <p:nvSpPr>
          <p:cNvPr id="311" name="Shape 308"/>
          <p:cNvSpPr/>
          <p:nvPr/>
        </p:nvSpPr>
        <p:spPr>
          <a:xfrm>
            <a:off x="7695248" y="1503045"/>
            <a:ext cx="88583" cy="88583"/>
          </a:xfrm>
          <a:prstGeom prst="rect">
            <a:avLst/>
          </a:prstGeom>
          <a:solidFill>
            <a:srgbClr val="D9651F"/>
          </a:solidFill>
          <a:ln w="12700">
            <a:solidFill>
              <a:srgbClr val="D9651F"/>
            </a:solidFill>
            <a:prstDash val="solid"/>
          </a:ln>
        </p:spPr>
      </p:sp>
      <p:sp>
        <p:nvSpPr>
          <p:cNvPr id="312" name="Shape 309"/>
          <p:cNvSpPr/>
          <p:nvPr/>
        </p:nvSpPr>
        <p:spPr>
          <a:xfrm>
            <a:off x="7783830" y="1503045"/>
            <a:ext cx="88583" cy="88583"/>
          </a:xfrm>
          <a:prstGeom prst="rect">
            <a:avLst/>
          </a:prstGeom>
          <a:solidFill>
            <a:srgbClr val="D9651F"/>
          </a:solidFill>
          <a:ln w="12700">
            <a:solidFill>
              <a:srgbClr val="D9651F"/>
            </a:solidFill>
            <a:prstDash val="solid"/>
          </a:ln>
        </p:spPr>
      </p:sp>
      <p:sp>
        <p:nvSpPr>
          <p:cNvPr id="313" name="Shape 310"/>
          <p:cNvSpPr/>
          <p:nvPr/>
        </p:nvSpPr>
        <p:spPr>
          <a:xfrm>
            <a:off x="6898005" y="1591628"/>
            <a:ext cx="88583" cy="88583"/>
          </a:xfrm>
          <a:prstGeom prst="rect">
            <a:avLst/>
          </a:prstGeom>
          <a:solidFill>
            <a:srgbClr val="6F6785"/>
          </a:solidFill>
          <a:ln w="12700">
            <a:solidFill>
              <a:srgbClr val="6F6785"/>
            </a:solidFill>
            <a:prstDash val="solid"/>
          </a:ln>
        </p:spPr>
      </p:sp>
      <p:sp>
        <p:nvSpPr>
          <p:cNvPr id="314" name="Shape 311"/>
          <p:cNvSpPr/>
          <p:nvPr/>
        </p:nvSpPr>
        <p:spPr>
          <a:xfrm>
            <a:off x="6986588" y="1591628"/>
            <a:ext cx="88583" cy="88583"/>
          </a:xfrm>
          <a:prstGeom prst="rect">
            <a:avLst/>
          </a:prstGeom>
          <a:solidFill>
            <a:srgbClr val="D9651F"/>
          </a:solidFill>
          <a:ln w="12700">
            <a:solidFill>
              <a:srgbClr val="D9651F"/>
            </a:solidFill>
            <a:prstDash val="solid"/>
          </a:ln>
        </p:spPr>
      </p:sp>
      <p:sp>
        <p:nvSpPr>
          <p:cNvPr id="315" name="Shape 312"/>
          <p:cNvSpPr/>
          <p:nvPr/>
        </p:nvSpPr>
        <p:spPr>
          <a:xfrm>
            <a:off x="7075170" y="1591628"/>
            <a:ext cx="88583" cy="88583"/>
          </a:xfrm>
          <a:prstGeom prst="rect">
            <a:avLst/>
          </a:prstGeom>
          <a:solidFill>
            <a:srgbClr val="D9651F"/>
          </a:solidFill>
          <a:ln w="12700">
            <a:solidFill>
              <a:srgbClr val="D9651F"/>
            </a:solidFill>
            <a:prstDash val="solid"/>
          </a:ln>
        </p:spPr>
      </p:sp>
      <p:sp>
        <p:nvSpPr>
          <p:cNvPr id="316" name="Shape 313"/>
          <p:cNvSpPr/>
          <p:nvPr/>
        </p:nvSpPr>
        <p:spPr>
          <a:xfrm>
            <a:off x="7163753" y="1591628"/>
            <a:ext cx="88583" cy="88583"/>
          </a:xfrm>
          <a:prstGeom prst="rect">
            <a:avLst/>
          </a:prstGeom>
          <a:solidFill>
            <a:srgbClr val="D9651F"/>
          </a:solidFill>
          <a:ln w="12700">
            <a:solidFill>
              <a:srgbClr val="D9651F"/>
            </a:solidFill>
            <a:prstDash val="solid"/>
          </a:ln>
        </p:spPr>
      </p:sp>
      <p:sp>
        <p:nvSpPr>
          <p:cNvPr id="317" name="Shape 314"/>
          <p:cNvSpPr/>
          <p:nvPr/>
        </p:nvSpPr>
        <p:spPr>
          <a:xfrm>
            <a:off x="7252335" y="1591628"/>
            <a:ext cx="88583" cy="88583"/>
          </a:xfrm>
          <a:prstGeom prst="rect">
            <a:avLst/>
          </a:prstGeom>
          <a:solidFill>
            <a:srgbClr val="D9651F"/>
          </a:solidFill>
          <a:ln w="12700">
            <a:solidFill>
              <a:srgbClr val="D9651F"/>
            </a:solidFill>
            <a:prstDash val="solid"/>
          </a:ln>
        </p:spPr>
      </p:sp>
      <p:sp>
        <p:nvSpPr>
          <p:cNvPr id="318" name="Shape 315"/>
          <p:cNvSpPr/>
          <p:nvPr/>
        </p:nvSpPr>
        <p:spPr>
          <a:xfrm>
            <a:off x="7340918" y="1591628"/>
            <a:ext cx="88583" cy="88583"/>
          </a:xfrm>
          <a:prstGeom prst="rect">
            <a:avLst/>
          </a:prstGeom>
          <a:solidFill>
            <a:srgbClr val="D9651F"/>
          </a:solidFill>
          <a:ln w="12700">
            <a:solidFill>
              <a:srgbClr val="D9651F"/>
            </a:solidFill>
            <a:prstDash val="solid"/>
          </a:ln>
        </p:spPr>
      </p:sp>
      <p:sp>
        <p:nvSpPr>
          <p:cNvPr id="319" name="Shape 316"/>
          <p:cNvSpPr/>
          <p:nvPr/>
        </p:nvSpPr>
        <p:spPr>
          <a:xfrm>
            <a:off x="7429500" y="1591628"/>
            <a:ext cx="88583" cy="88583"/>
          </a:xfrm>
          <a:prstGeom prst="rect">
            <a:avLst/>
          </a:prstGeom>
          <a:solidFill>
            <a:srgbClr val="D9651F"/>
          </a:solidFill>
          <a:ln w="12700">
            <a:solidFill>
              <a:srgbClr val="D9651F"/>
            </a:solidFill>
            <a:prstDash val="solid"/>
          </a:ln>
        </p:spPr>
      </p:sp>
      <p:sp>
        <p:nvSpPr>
          <p:cNvPr id="320" name="Shape 317"/>
          <p:cNvSpPr/>
          <p:nvPr/>
        </p:nvSpPr>
        <p:spPr>
          <a:xfrm>
            <a:off x="7518083" y="1591628"/>
            <a:ext cx="88583" cy="88583"/>
          </a:xfrm>
          <a:prstGeom prst="rect">
            <a:avLst/>
          </a:prstGeom>
          <a:solidFill>
            <a:srgbClr val="D9651F"/>
          </a:solidFill>
          <a:ln w="12700">
            <a:solidFill>
              <a:srgbClr val="D9651F"/>
            </a:solidFill>
            <a:prstDash val="solid"/>
          </a:ln>
        </p:spPr>
      </p:sp>
      <p:sp>
        <p:nvSpPr>
          <p:cNvPr id="321" name="Shape 318"/>
          <p:cNvSpPr/>
          <p:nvPr/>
        </p:nvSpPr>
        <p:spPr>
          <a:xfrm>
            <a:off x="7606665" y="1591628"/>
            <a:ext cx="88583" cy="88583"/>
          </a:xfrm>
          <a:prstGeom prst="rect">
            <a:avLst/>
          </a:prstGeom>
          <a:solidFill>
            <a:srgbClr val="D9651F"/>
          </a:solidFill>
          <a:ln w="12700">
            <a:solidFill>
              <a:srgbClr val="D9651F"/>
            </a:solidFill>
            <a:prstDash val="solid"/>
          </a:ln>
        </p:spPr>
      </p:sp>
      <p:sp>
        <p:nvSpPr>
          <p:cNvPr id="322" name="Shape 319"/>
          <p:cNvSpPr/>
          <p:nvPr/>
        </p:nvSpPr>
        <p:spPr>
          <a:xfrm>
            <a:off x="7695248" y="1591628"/>
            <a:ext cx="88583" cy="88583"/>
          </a:xfrm>
          <a:prstGeom prst="rect">
            <a:avLst/>
          </a:prstGeom>
          <a:solidFill>
            <a:srgbClr val="D9651F"/>
          </a:solidFill>
          <a:ln w="12700">
            <a:solidFill>
              <a:srgbClr val="D9651F"/>
            </a:solidFill>
            <a:prstDash val="solid"/>
          </a:ln>
        </p:spPr>
      </p:sp>
      <p:sp>
        <p:nvSpPr>
          <p:cNvPr id="323" name="Shape 320"/>
          <p:cNvSpPr/>
          <p:nvPr/>
        </p:nvSpPr>
        <p:spPr>
          <a:xfrm>
            <a:off x="7783830" y="1591628"/>
            <a:ext cx="88583" cy="88583"/>
          </a:xfrm>
          <a:prstGeom prst="rect">
            <a:avLst/>
          </a:prstGeom>
          <a:solidFill>
            <a:srgbClr val="D9651F"/>
          </a:solidFill>
          <a:ln w="12700">
            <a:solidFill>
              <a:srgbClr val="D9651F"/>
            </a:solidFill>
            <a:prstDash val="solid"/>
          </a:ln>
        </p:spPr>
      </p:sp>
      <p:sp>
        <p:nvSpPr>
          <p:cNvPr id="324" name="Shape 321"/>
          <p:cNvSpPr/>
          <p:nvPr/>
        </p:nvSpPr>
        <p:spPr>
          <a:xfrm>
            <a:off x="7872413" y="1591628"/>
            <a:ext cx="88583" cy="88583"/>
          </a:xfrm>
          <a:prstGeom prst="rect">
            <a:avLst/>
          </a:prstGeom>
          <a:solidFill>
            <a:srgbClr val="D9651F"/>
          </a:solidFill>
          <a:ln w="12700">
            <a:solidFill>
              <a:srgbClr val="D9651F"/>
            </a:solidFill>
            <a:prstDash val="solid"/>
          </a:ln>
        </p:spPr>
      </p:sp>
      <p:sp>
        <p:nvSpPr>
          <p:cNvPr id="325" name="Shape 322"/>
          <p:cNvSpPr/>
          <p:nvPr/>
        </p:nvSpPr>
        <p:spPr>
          <a:xfrm>
            <a:off x="6986588" y="1680210"/>
            <a:ext cx="88583" cy="88583"/>
          </a:xfrm>
          <a:prstGeom prst="rect">
            <a:avLst/>
          </a:prstGeom>
          <a:solidFill>
            <a:srgbClr val="D9651F"/>
          </a:solidFill>
          <a:ln w="12700">
            <a:solidFill>
              <a:srgbClr val="D9651F"/>
            </a:solidFill>
            <a:prstDash val="solid"/>
          </a:ln>
        </p:spPr>
      </p:sp>
      <p:sp>
        <p:nvSpPr>
          <p:cNvPr id="326" name="Shape 323"/>
          <p:cNvSpPr/>
          <p:nvPr/>
        </p:nvSpPr>
        <p:spPr>
          <a:xfrm>
            <a:off x="7075170" y="1680210"/>
            <a:ext cx="88583" cy="88583"/>
          </a:xfrm>
          <a:prstGeom prst="rect">
            <a:avLst/>
          </a:prstGeom>
          <a:solidFill>
            <a:srgbClr val="D9651F"/>
          </a:solidFill>
          <a:ln w="12700">
            <a:solidFill>
              <a:srgbClr val="D9651F"/>
            </a:solidFill>
            <a:prstDash val="solid"/>
          </a:ln>
        </p:spPr>
      </p:sp>
      <p:sp>
        <p:nvSpPr>
          <p:cNvPr id="327" name="Shape 324"/>
          <p:cNvSpPr/>
          <p:nvPr/>
        </p:nvSpPr>
        <p:spPr>
          <a:xfrm>
            <a:off x="7163753" y="1680210"/>
            <a:ext cx="88583" cy="88583"/>
          </a:xfrm>
          <a:prstGeom prst="rect">
            <a:avLst/>
          </a:prstGeom>
          <a:solidFill>
            <a:srgbClr val="D9651F"/>
          </a:solidFill>
          <a:ln w="12700">
            <a:solidFill>
              <a:srgbClr val="D9651F"/>
            </a:solidFill>
            <a:prstDash val="solid"/>
          </a:ln>
        </p:spPr>
      </p:sp>
      <p:sp>
        <p:nvSpPr>
          <p:cNvPr id="328" name="Shape 325"/>
          <p:cNvSpPr/>
          <p:nvPr/>
        </p:nvSpPr>
        <p:spPr>
          <a:xfrm>
            <a:off x="7252335" y="1680210"/>
            <a:ext cx="88583" cy="88583"/>
          </a:xfrm>
          <a:prstGeom prst="rect">
            <a:avLst/>
          </a:prstGeom>
          <a:solidFill>
            <a:srgbClr val="D9651F"/>
          </a:solidFill>
          <a:ln w="12700">
            <a:solidFill>
              <a:srgbClr val="D9651F"/>
            </a:solidFill>
            <a:prstDash val="solid"/>
          </a:ln>
        </p:spPr>
      </p:sp>
      <p:sp>
        <p:nvSpPr>
          <p:cNvPr id="329" name="Shape 326"/>
          <p:cNvSpPr/>
          <p:nvPr/>
        </p:nvSpPr>
        <p:spPr>
          <a:xfrm>
            <a:off x="7340918" y="1680210"/>
            <a:ext cx="88583" cy="88583"/>
          </a:xfrm>
          <a:prstGeom prst="rect">
            <a:avLst/>
          </a:prstGeom>
          <a:solidFill>
            <a:srgbClr val="D9651F"/>
          </a:solidFill>
          <a:ln w="12700">
            <a:solidFill>
              <a:srgbClr val="D9651F"/>
            </a:solidFill>
            <a:prstDash val="solid"/>
          </a:ln>
        </p:spPr>
      </p:sp>
      <p:sp>
        <p:nvSpPr>
          <p:cNvPr id="330" name="Shape 327"/>
          <p:cNvSpPr/>
          <p:nvPr/>
        </p:nvSpPr>
        <p:spPr>
          <a:xfrm>
            <a:off x="7429500" y="1680210"/>
            <a:ext cx="88583" cy="88583"/>
          </a:xfrm>
          <a:prstGeom prst="rect">
            <a:avLst/>
          </a:prstGeom>
          <a:solidFill>
            <a:srgbClr val="D9651F"/>
          </a:solidFill>
          <a:ln w="12700">
            <a:solidFill>
              <a:srgbClr val="D9651F"/>
            </a:solidFill>
            <a:prstDash val="solid"/>
          </a:ln>
        </p:spPr>
      </p:sp>
      <p:sp>
        <p:nvSpPr>
          <p:cNvPr id="331" name="Shape 328"/>
          <p:cNvSpPr/>
          <p:nvPr/>
        </p:nvSpPr>
        <p:spPr>
          <a:xfrm>
            <a:off x="7518083" y="1680210"/>
            <a:ext cx="88583" cy="88583"/>
          </a:xfrm>
          <a:prstGeom prst="rect">
            <a:avLst/>
          </a:prstGeom>
          <a:solidFill>
            <a:srgbClr val="D9651F"/>
          </a:solidFill>
          <a:ln w="12700">
            <a:solidFill>
              <a:srgbClr val="D9651F"/>
            </a:solidFill>
            <a:prstDash val="solid"/>
          </a:ln>
        </p:spPr>
      </p:sp>
      <p:sp>
        <p:nvSpPr>
          <p:cNvPr id="332" name="Shape 329"/>
          <p:cNvSpPr/>
          <p:nvPr/>
        </p:nvSpPr>
        <p:spPr>
          <a:xfrm>
            <a:off x="7606665" y="1680210"/>
            <a:ext cx="88583" cy="88583"/>
          </a:xfrm>
          <a:prstGeom prst="rect">
            <a:avLst/>
          </a:prstGeom>
          <a:solidFill>
            <a:srgbClr val="D9651F"/>
          </a:solidFill>
          <a:ln w="12700">
            <a:solidFill>
              <a:srgbClr val="D9651F"/>
            </a:solidFill>
            <a:prstDash val="solid"/>
          </a:ln>
        </p:spPr>
      </p:sp>
      <p:sp>
        <p:nvSpPr>
          <p:cNvPr id="333" name="Shape 330"/>
          <p:cNvSpPr/>
          <p:nvPr/>
        </p:nvSpPr>
        <p:spPr>
          <a:xfrm>
            <a:off x="7695248" y="1680210"/>
            <a:ext cx="88583" cy="88583"/>
          </a:xfrm>
          <a:prstGeom prst="rect">
            <a:avLst/>
          </a:prstGeom>
          <a:solidFill>
            <a:srgbClr val="D9651F"/>
          </a:solidFill>
          <a:ln w="12700">
            <a:solidFill>
              <a:srgbClr val="D9651F"/>
            </a:solidFill>
            <a:prstDash val="solid"/>
          </a:ln>
        </p:spPr>
      </p:sp>
      <p:sp>
        <p:nvSpPr>
          <p:cNvPr id="334" name="Shape 331"/>
          <p:cNvSpPr/>
          <p:nvPr/>
        </p:nvSpPr>
        <p:spPr>
          <a:xfrm>
            <a:off x="7783830" y="1680210"/>
            <a:ext cx="88583" cy="88583"/>
          </a:xfrm>
          <a:prstGeom prst="rect">
            <a:avLst/>
          </a:prstGeom>
          <a:solidFill>
            <a:srgbClr val="D9651F"/>
          </a:solidFill>
          <a:ln w="12700">
            <a:solidFill>
              <a:srgbClr val="D9651F"/>
            </a:solidFill>
            <a:prstDash val="solid"/>
          </a:ln>
        </p:spPr>
      </p:sp>
      <p:sp>
        <p:nvSpPr>
          <p:cNvPr id="335" name="Shape 332"/>
          <p:cNvSpPr/>
          <p:nvPr/>
        </p:nvSpPr>
        <p:spPr>
          <a:xfrm>
            <a:off x="7872413" y="1680210"/>
            <a:ext cx="88583" cy="88583"/>
          </a:xfrm>
          <a:prstGeom prst="rect">
            <a:avLst/>
          </a:prstGeom>
          <a:solidFill>
            <a:srgbClr val="D9651F"/>
          </a:solidFill>
          <a:ln w="12700">
            <a:solidFill>
              <a:srgbClr val="D9651F"/>
            </a:solidFill>
            <a:prstDash val="solid"/>
          </a:ln>
        </p:spPr>
      </p:sp>
      <p:sp>
        <p:nvSpPr>
          <p:cNvPr id="336" name="Shape 333"/>
          <p:cNvSpPr/>
          <p:nvPr/>
        </p:nvSpPr>
        <p:spPr>
          <a:xfrm>
            <a:off x="6898005" y="1768793"/>
            <a:ext cx="88583" cy="88583"/>
          </a:xfrm>
          <a:prstGeom prst="rect">
            <a:avLst/>
          </a:prstGeom>
          <a:solidFill>
            <a:srgbClr val="D9651F"/>
          </a:solidFill>
          <a:ln w="12700">
            <a:solidFill>
              <a:srgbClr val="D9651F"/>
            </a:solidFill>
            <a:prstDash val="solid"/>
          </a:ln>
        </p:spPr>
      </p:sp>
      <p:sp>
        <p:nvSpPr>
          <p:cNvPr id="337" name="Shape 334"/>
          <p:cNvSpPr/>
          <p:nvPr/>
        </p:nvSpPr>
        <p:spPr>
          <a:xfrm>
            <a:off x="6986588" y="1768793"/>
            <a:ext cx="88583" cy="88583"/>
          </a:xfrm>
          <a:prstGeom prst="rect">
            <a:avLst/>
          </a:prstGeom>
          <a:solidFill>
            <a:srgbClr val="D9651F"/>
          </a:solidFill>
          <a:ln w="12700">
            <a:solidFill>
              <a:srgbClr val="D9651F"/>
            </a:solidFill>
            <a:prstDash val="solid"/>
          </a:ln>
        </p:spPr>
      </p:sp>
      <p:sp>
        <p:nvSpPr>
          <p:cNvPr id="338" name="Shape 335"/>
          <p:cNvSpPr/>
          <p:nvPr/>
        </p:nvSpPr>
        <p:spPr>
          <a:xfrm>
            <a:off x="7075170" y="1768793"/>
            <a:ext cx="88583" cy="88583"/>
          </a:xfrm>
          <a:prstGeom prst="rect">
            <a:avLst/>
          </a:prstGeom>
          <a:solidFill>
            <a:srgbClr val="D9651F"/>
          </a:solidFill>
          <a:ln w="12700">
            <a:solidFill>
              <a:srgbClr val="D9651F"/>
            </a:solidFill>
            <a:prstDash val="solid"/>
          </a:ln>
        </p:spPr>
      </p:sp>
      <p:sp>
        <p:nvSpPr>
          <p:cNvPr id="339" name="Shape 336"/>
          <p:cNvSpPr/>
          <p:nvPr/>
        </p:nvSpPr>
        <p:spPr>
          <a:xfrm>
            <a:off x="7163753" y="1768793"/>
            <a:ext cx="88583" cy="88583"/>
          </a:xfrm>
          <a:prstGeom prst="rect">
            <a:avLst/>
          </a:prstGeom>
          <a:solidFill>
            <a:srgbClr val="D9651F"/>
          </a:solidFill>
          <a:ln w="12700">
            <a:solidFill>
              <a:srgbClr val="D9651F"/>
            </a:solidFill>
            <a:prstDash val="solid"/>
          </a:ln>
        </p:spPr>
      </p:sp>
      <p:sp>
        <p:nvSpPr>
          <p:cNvPr id="340" name="Shape 337"/>
          <p:cNvSpPr/>
          <p:nvPr/>
        </p:nvSpPr>
        <p:spPr>
          <a:xfrm>
            <a:off x="7252335" y="1768793"/>
            <a:ext cx="88583" cy="88583"/>
          </a:xfrm>
          <a:prstGeom prst="rect">
            <a:avLst/>
          </a:prstGeom>
          <a:solidFill>
            <a:srgbClr val="D9651F"/>
          </a:solidFill>
          <a:ln w="12700">
            <a:solidFill>
              <a:srgbClr val="D9651F"/>
            </a:solidFill>
            <a:prstDash val="solid"/>
          </a:ln>
        </p:spPr>
      </p:sp>
      <p:sp>
        <p:nvSpPr>
          <p:cNvPr id="341" name="Shape 338"/>
          <p:cNvSpPr/>
          <p:nvPr/>
        </p:nvSpPr>
        <p:spPr>
          <a:xfrm>
            <a:off x="7340918" y="1768793"/>
            <a:ext cx="88583" cy="88583"/>
          </a:xfrm>
          <a:prstGeom prst="rect">
            <a:avLst/>
          </a:prstGeom>
          <a:solidFill>
            <a:srgbClr val="D9651F"/>
          </a:solidFill>
          <a:ln w="12700">
            <a:solidFill>
              <a:srgbClr val="D9651F"/>
            </a:solidFill>
            <a:prstDash val="solid"/>
          </a:ln>
        </p:spPr>
      </p:sp>
      <p:sp>
        <p:nvSpPr>
          <p:cNvPr id="342" name="Shape 339"/>
          <p:cNvSpPr/>
          <p:nvPr/>
        </p:nvSpPr>
        <p:spPr>
          <a:xfrm>
            <a:off x="7429500" y="1768793"/>
            <a:ext cx="88583" cy="88583"/>
          </a:xfrm>
          <a:prstGeom prst="rect">
            <a:avLst/>
          </a:prstGeom>
          <a:solidFill>
            <a:srgbClr val="D9651F"/>
          </a:solidFill>
          <a:ln w="12700">
            <a:solidFill>
              <a:srgbClr val="D9651F"/>
            </a:solidFill>
            <a:prstDash val="solid"/>
          </a:ln>
        </p:spPr>
      </p:sp>
      <p:sp>
        <p:nvSpPr>
          <p:cNvPr id="343" name="Shape 340"/>
          <p:cNvSpPr/>
          <p:nvPr/>
        </p:nvSpPr>
        <p:spPr>
          <a:xfrm>
            <a:off x="7518083" y="1768793"/>
            <a:ext cx="88583" cy="88583"/>
          </a:xfrm>
          <a:prstGeom prst="rect">
            <a:avLst/>
          </a:prstGeom>
          <a:solidFill>
            <a:srgbClr val="D9651F"/>
          </a:solidFill>
          <a:ln w="12700">
            <a:solidFill>
              <a:srgbClr val="D9651F"/>
            </a:solidFill>
            <a:prstDash val="solid"/>
          </a:ln>
        </p:spPr>
      </p:sp>
      <p:sp>
        <p:nvSpPr>
          <p:cNvPr id="344" name="Shape 341"/>
          <p:cNvSpPr/>
          <p:nvPr/>
        </p:nvSpPr>
        <p:spPr>
          <a:xfrm>
            <a:off x="7606665" y="1768793"/>
            <a:ext cx="88583" cy="88583"/>
          </a:xfrm>
          <a:prstGeom prst="rect">
            <a:avLst/>
          </a:prstGeom>
          <a:solidFill>
            <a:srgbClr val="D9651F"/>
          </a:solidFill>
          <a:ln w="12700">
            <a:solidFill>
              <a:srgbClr val="D9651F"/>
            </a:solidFill>
            <a:prstDash val="solid"/>
          </a:ln>
        </p:spPr>
      </p:sp>
      <p:sp>
        <p:nvSpPr>
          <p:cNvPr id="345" name="Shape 342"/>
          <p:cNvSpPr/>
          <p:nvPr/>
        </p:nvSpPr>
        <p:spPr>
          <a:xfrm>
            <a:off x="7695248" y="1768793"/>
            <a:ext cx="88583" cy="88583"/>
          </a:xfrm>
          <a:prstGeom prst="rect">
            <a:avLst/>
          </a:prstGeom>
          <a:solidFill>
            <a:srgbClr val="D9651F"/>
          </a:solidFill>
          <a:ln w="12700">
            <a:solidFill>
              <a:srgbClr val="D9651F"/>
            </a:solidFill>
            <a:prstDash val="solid"/>
          </a:ln>
        </p:spPr>
      </p:sp>
      <p:sp>
        <p:nvSpPr>
          <p:cNvPr id="346" name="Shape 343"/>
          <p:cNvSpPr/>
          <p:nvPr/>
        </p:nvSpPr>
        <p:spPr>
          <a:xfrm>
            <a:off x="7783830" y="1768793"/>
            <a:ext cx="88583" cy="88583"/>
          </a:xfrm>
          <a:prstGeom prst="rect">
            <a:avLst/>
          </a:prstGeom>
          <a:solidFill>
            <a:srgbClr val="D9651F"/>
          </a:solidFill>
          <a:ln w="12700">
            <a:solidFill>
              <a:srgbClr val="D9651F"/>
            </a:solidFill>
            <a:prstDash val="solid"/>
          </a:ln>
        </p:spPr>
      </p:sp>
      <p:sp>
        <p:nvSpPr>
          <p:cNvPr id="347" name="Shape 344"/>
          <p:cNvSpPr/>
          <p:nvPr/>
        </p:nvSpPr>
        <p:spPr>
          <a:xfrm>
            <a:off x="7872413" y="1768793"/>
            <a:ext cx="88583" cy="88583"/>
          </a:xfrm>
          <a:prstGeom prst="rect">
            <a:avLst/>
          </a:prstGeom>
          <a:solidFill>
            <a:srgbClr val="D9651F"/>
          </a:solidFill>
          <a:ln w="12700">
            <a:solidFill>
              <a:srgbClr val="D9651F"/>
            </a:solidFill>
            <a:prstDash val="solid"/>
          </a:ln>
        </p:spPr>
      </p:sp>
      <p:sp>
        <p:nvSpPr>
          <p:cNvPr id="348" name="Shape 345"/>
          <p:cNvSpPr/>
          <p:nvPr/>
        </p:nvSpPr>
        <p:spPr>
          <a:xfrm>
            <a:off x="7960995" y="1768793"/>
            <a:ext cx="88583" cy="88583"/>
          </a:xfrm>
          <a:prstGeom prst="rect">
            <a:avLst/>
          </a:prstGeom>
          <a:solidFill>
            <a:srgbClr val="D9651F"/>
          </a:solidFill>
          <a:ln w="12700">
            <a:solidFill>
              <a:srgbClr val="D9651F"/>
            </a:solidFill>
            <a:prstDash val="solid"/>
          </a:ln>
        </p:spPr>
      </p:sp>
      <p:sp>
        <p:nvSpPr>
          <p:cNvPr id="349" name="Shape 346"/>
          <p:cNvSpPr/>
          <p:nvPr/>
        </p:nvSpPr>
        <p:spPr>
          <a:xfrm>
            <a:off x="6898005" y="1857375"/>
            <a:ext cx="88583" cy="88583"/>
          </a:xfrm>
          <a:prstGeom prst="rect">
            <a:avLst/>
          </a:prstGeom>
          <a:solidFill>
            <a:srgbClr val="D9651F"/>
          </a:solidFill>
          <a:ln w="12700">
            <a:solidFill>
              <a:srgbClr val="D9651F"/>
            </a:solidFill>
            <a:prstDash val="solid"/>
          </a:ln>
        </p:spPr>
      </p:sp>
      <p:sp>
        <p:nvSpPr>
          <p:cNvPr id="350" name="Shape 347"/>
          <p:cNvSpPr/>
          <p:nvPr/>
        </p:nvSpPr>
        <p:spPr>
          <a:xfrm>
            <a:off x="6986588" y="1857375"/>
            <a:ext cx="88583" cy="88583"/>
          </a:xfrm>
          <a:prstGeom prst="rect">
            <a:avLst/>
          </a:prstGeom>
          <a:solidFill>
            <a:srgbClr val="D9651F"/>
          </a:solidFill>
          <a:ln w="12700">
            <a:solidFill>
              <a:srgbClr val="D9651F"/>
            </a:solidFill>
            <a:prstDash val="solid"/>
          </a:ln>
        </p:spPr>
      </p:sp>
      <p:sp>
        <p:nvSpPr>
          <p:cNvPr id="351" name="Shape 348"/>
          <p:cNvSpPr/>
          <p:nvPr/>
        </p:nvSpPr>
        <p:spPr>
          <a:xfrm>
            <a:off x="7075170" y="1857375"/>
            <a:ext cx="88583" cy="88583"/>
          </a:xfrm>
          <a:prstGeom prst="rect">
            <a:avLst/>
          </a:prstGeom>
          <a:solidFill>
            <a:srgbClr val="D9651F"/>
          </a:solidFill>
          <a:ln w="12700">
            <a:solidFill>
              <a:srgbClr val="D9651F"/>
            </a:solidFill>
            <a:prstDash val="solid"/>
          </a:ln>
        </p:spPr>
      </p:sp>
      <p:sp>
        <p:nvSpPr>
          <p:cNvPr id="352" name="Shape 349"/>
          <p:cNvSpPr/>
          <p:nvPr/>
        </p:nvSpPr>
        <p:spPr>
          <a:xfrm>
            <a:off x="7163753" y="1857375"/>
            <a:ext cx="88583" cy="88583"/>
          </a:xfrm>
          <a:prstGeom prst="rect">
            <a:avLst/>
          </a:prstGeom>
          <a:solidFill>
            <a:srgbClr val="D9651F"/>
          </a:solidFill>
          <a:ln w="12700">
            <a:solidFill>
              <a:srgbClr val="D9651F"/>
            </a:solidFill>
            <a:prstDash val="solid"/>
          </a:ln>
        </p:spPr>
      </p:sp>
      <p:sp>
        <p:nvSpPr>
          <p:cNvPr id="353" name="Shape 350"/>
          <p:cNvSpPr/>
          <p:nvPr/>
        </p:nvSpPr>
        <p:spPr>
          <a:xfrm>
            <a:off x="7252335" y="1857375"/>
            <a:ext cx="88583" cy="88583"/>
          </a:xfrm>
          <a:prstGeom prst="rect">
            <a:avLst/>
          </a:prstGeom>
          <a:solidFill>
            <a:srgbClr val="D9651F"/>
          </a:solidFill>
          <a:ln w="12700">
            <a:solidFill>
              <a:srgbClr val="D9651F"/>
            </a:solidFill>
            <a:prstDash val="solid"/>
          </a:ln>
        </p:spPr>
      </p:sp>
      <p:sp>
        <p:nvSpPr>
          <p:cNvPr id="354" name="Shape 351"/>
          <p:cNvSpPr/>
          <p:nvPr/>
        </p:nvSpPr>
        <p:spPr>
          <a:xfrm>
            <a:off x="7340918" y="1857375"/>
            <a:ext cx="88583" cy="88583"/>
          </a:xfrm>
          <a:prstGeom prst="rect">
            <a:avLst/>
          </a:prstGeom>
          <a:solidFill>
            <a:srgbClr val="D9651F"/>
          </a:solidFill>
          <a:ln w="12700">
            <a:solidFill>
              <a:srgbClr val="D9651F"/>
            </a:solidFill>
            <a:prstDash val="solid"/>
          </a:ln>
        </p:spPr>
      </p:sp>
      <p:sp>
        <p:nvSpPr>
          <p:cNvPr id="355" name="Shape 352"/>
          <p:cNvSpPr/>
          <p:nvPr/>
        </p:nvSpPr>
        <p:spPr>
          <a:xfrm>
            <a:off x="7429500" y="1857375"/>
            <a:ext cx="88583" cy="88583"/>
          </a:xfrm>
          <a:prstGeom prst="rect">
            <a:avLst/>
          </a:prstGeom>
          <a:solidFill>
            <a:srgbClr val="D9651F"/>
          </a:solidFill>
          <a:ln w="12700">
            <a:solidFill>
              <a:srgbClr val="D9651F"/>
            </a:solidFill>
            <a:prstDash val="solid"/>
          </a:ln>
        </p:spPr>
      </p:sp>
      <p:sp>
        <p:nvSpPr>
          <p:cNvPr id="356" name="Shape 353"/>
          <p:cNvSpPr/>
          <p:nvPr/>
        </p:nvSpPr>
        <p:spPr>
          <a:xfrm>
            <a:off x="7518083" y="1857375"/>
            <a:ext cx="88583" cy="88583"/>
          </a:xfrm>
          <a:prstGeom prst="rect">
            <a:avLst/>
          </a:prstGeom>
          <a:solidFill>
            <a:srgbClr val="D9651F"/>
          </a:solidFill>
          <a:ln w="12700">
            <a:solidFill>
              <a:srgbClr val="D9651F"/>
            </a:solidFill>
            <a:prstDash val="solid"/>
          </a:ln>
        </p:spPr>
      </p:sp>
      <p:sp>
        <p:nvSpPr>
          <p:cNvPr id="357" name="Shape 354"/>
          <p:cNvSpPr/>
          <p:nvPr/>
        </p:nvSpPr>
        <p:spPr>
          <a:xfrm>
            <a:off x="7606665" y="1857375"/>
            <a:ext cx="88583" cy="88583"/>
          </a:xfrm>
          <a:prstGeom prst="rect">
            <a:avLst/>
          </a:prstGeom>
          <a:solidFill>
            <a:srgbClr val="D9651F"/>
          </a:solidFill>
          <a:ln w="12700">
            <a:solidFill>
              <a:srgbClr val="D9651F"/>
            </a:solidFill>
            <a:prstDash val="solid"/>
          </a:ln>
        </p:spPr>
      </p:sp>
      <p:sp>
        <p:nvSpPr>
          <p:cNvPr id="358" name="Shape 355"/>
          <p:cNvSpPr/>
          <p:nvPr/>
        </p:nvSpPr>
        <p:spPr>
          <a:xfrm>
            <a:off x="7695248" y="1857375"/>
            <a:ext cx="88583" cy="88583"/>
          </a:xfrm>
          <a:prstGeom prst="rect">
            <a:avLst/>
          </a:prstGeom>
          <a:solidFill>
            <a:srgbClr val="D9651F"/>
          </a:solidFill>
          <a:ln w="12700">
            <a:solidFill>
              <a:srgbClr val="D9651F"/>
            </a:solidFill>
            <a:prstDash val="solid"/>
          </a:ln>
        </p:spPr>
      </p:sp>
      <p:sp>
        <p:nvSpPr>
          <p:cNvPr id="359" name="Shape 356"/>
          <p:cNvSpPr/>
          <p:nvPr/>
        </p:nvSpPr>
        <p:spPr>
          <a:xfrm>
            <a:off x="7783830" y="1857375"/>
            <a:ext cx="88583" cy="88583"/>
          </a:xfrm>
          <a:prstGeom prst="rect">
            <a:avLst/>
          </a:prstGeom>
          <a:solidFill>
            <a:srgbClr val="D9651F"/>
          </a:solidFill>
          <a:ln w="12700">
            <a:solidFill>
              <a:srgbClr val="D9651F"/>
            </a:solidFill>
            <a:prstDash val="solid"/>
          </a:ln>
        </p:spPr>
      </p:sp>
      <p:sp>
        <p:nvSpPr>
          <p:cNvPr id="360" name="Shape 357"/>
          <p:cNvSpPr/>
          <p:nvPr/>
        </p:nvSpPr>
        <p:spPr>
          <a:xfrm>
            <a:off x="7872413" y="1857375"/>
            <a:ext cx="88583" cy="88583"/>
          </a:xfrm>
          <a:prstGeom prst="rect">
            <a:avLst/>
          </a:prstGeom>
          <a:solidFill>
            <a:srgbClr val="D9651F"/>
          </a:solidFill>
          <a:ln w="12700">
            <a:solidFill>
              <a:srgbClr val="D9651F"/>
            </a:solidFill>
            <a:prstDash val="solid"/>
          </a:ln>
        </p:spPr>
      </p:sp>
      <p:sp>
        <p:nvSpPr>
          <p:cNvPr id="361" name="Shape 358"/>
          <p:cNvSpPr/>
          <p:nvPr/>
        </p:nvSpPr>
        <p:spPr>
          <a:xfrm>
            <a:off x="7960995" y="1857375"/>
            <a:ext cx="88583" cy="88583"/>
          </a:xfrm>
          <a:prstGeom prst="rect">
            <a:avLst/>
          </a:prstGeom>
          <a:solidFill>
            <a:srgbClr val="D9651F"/>
          </a:solidFill>
          <a:ln w="12700">
            <a:solidFill>
              <a:srgbClr val="D9651F"/>
            </a:solidFill>
            <a:prstDash val="solid"/>
          </a:ln>
        </p:spPr>
      </p:sp>
      <p:sp>
        <p:nvSpPr>
          <p:cNvPr id="362" name="Shape 359"/>
          <p:cNvSpPr/>
          <p:nvPr/>
        </p:nvSpPr>
        <p:spPr>
          <a:xfrm>
            <a:off x="6809423" y="1945957"/>
            <a:ext cx="88583" cy="88583"/>
          </a:xfrm>
          <a:prstGeom prst="rect">
            <a:avLst/>
          </a:prstGeom>
          <a:solidFill>
            <a:srgbClr val="D9651F"/>
          </a:solidFill>
          <a:ln w="12700">
            <a:solidFill>
              <a:srgbClr val="D9651F"/>
            </a:solidFill>
            <a:prstDash val="solid"/>
          </a:ln>
        </p:spPr>
      </p:sp>
      <p:sp>
        <p:nvSpPr>
          <p:cNvPr id="363" name="Shape 360"/>
          <p:cNvSpPr/>
          <p:nvPr/>
        </p:nvSpPr>
        <p:spPr>
          <a:xfrm>
            <a:off x="6898005" y="1945957"/>
            <a:ext cx="88583" cy="88583"/>
          </a:xfrm>
          <a:prstGeom prst="rect">
            <a:avLst/>
          </a:prstGeom>
          <a:solidFill>
            <a:srgbClr val="D9651F"/>
          </a:solidFill>
          <a:ln w="12700">
            <a:solidFill>
              <a:srgbClr val="D9651F"/>
            </a:solidFill>
            <a:prstDash val="solid"/>
          </a:ln>
        </p:spPr>
      </p:sp>
      <p:sp>
        <p:nvSpPr>
          <p:cNvPr id="364" name="Shape 361"/>
          <p:cNvSpPr/>
          <p:nvPr/>
        </p:nvSpPr>
        <p:spPr>
          <a:xfrm>
            <a:off x="6986588" y="1945957"/>
            <a:ext cx="88583" cy="88583"/>
          </a:xfrm>
          <a:prstGeom prst="rect">
            <a:avLst/>
          </a:prstGeom>
          <a:solidFill>
            <a:srgbClr val="D9651F"/>
          </a:solidFill>
          <a:ln w="12700">
            <a:solidFill>
              <a:srgbClr val="D9651F"/>
            </a:solidFill>
            <a:prstDash val="solid"/>
          </a:ln>
        </p:spPr>
      </p:sp>
      <p:sp>
        <p:nvSpPr>
          <p:cNvPr id="365" name="Shape 362"/>
          <p:cNvSpPr/>
          <p:nvPr/>
        </p:nvSpPr>
        <p:spPr>
          <a:xfrm>
            <a:off x="7075170" y="1945957"/>
            <a:ext cx="88583" cy="88583"/>
          </a:xfrm>
          <a:prstGeom prst="rect">
            <a:avLst/>
          </a:prstGeom>
          <a:solidFill>
            <a:srgbClr val="D9651F"/>
          </a:solidFill>
          <a:ln w="12700">
            <a:solidFill>
              <a:srgbClr val="D9651F"/>
            </a:solidFill>
            <a:prstDash val="solid"/>
          </a:ln>
        </p:spPr>
      </p:sp>
      <p:sp>
        <p:nvSpPr>
          <p:cNvPr id="366" name="Shape 363"/>
          <p:cNvSpPr/>
          <p:nvPr/>
        </p:nvSpPr>
        <p:spPr>
          <a:xfrm>
            <a:off x="7163753" y="1945957"/>
            <a:ext cx="88583" cy="88583"/>
          </a:xfrm>
          <a:prstGeom prst="rect">
            <a:avLst/>
          </a:prstGeom>
          <a:solidFill>
            <a:srgbClr val="D9651F"/>
          </a:solidFill>
          <a:ln w="12700">
            <a:solidFill>
              <a:srgbClr val="D9651F"/>
            </a:solidFill>
            <a:prstDash val="solid"/>
          </a:ln>
        </p:spPr>
      </p:sp>
      <p:sp>
        <p:nvSpPr>
          <p:cNvPr id="367" name="Shape 364"/>
          <p:cNvSpPr/>
          <p:nvPr/>
        </p:nvSpPr>
        <p:spPr>
          <a:xfrm>
            <a:off x="7252335" y="1945957"/>
            <a:ext cx="88583" cy="88583"/>
          </a:xfrm>
          <a:prstGeom prst="rect">
            <a:avLst/>
          </a:prstGeom>
          <a:solidFill>
            <a:srgbClr val="D9651F"/>
          </a:solidFill>
          <a:ln w="12700">
            <a:solidFill>
              <a:srgbClr val="D9651F"/>
            </a:solidFill>
            <a:prstDash val="solid"/>
          </a:ln>
        </p:spPr>
      </p:sp>
      <p:sp>
        <p:nvSpPr>
          <p:cNvPr id="368" name="Shape 365"/>
          <p:cNvSpPr/>
          <p:nvPr/>
        </p:nvSpPr>
        <p:spPr>
          <a:xfrm>
            <a:off x="7340918" y="1945957"/>
            <a:ext cx="88583" cy="88583"/>
          </a:xfrm>
          <a:prstGeom prst="rect">
            <a:avLst/>
          </a:prstGeom>
          <a:solidFill>
            <a:srgbClr val="D9651F"/>
          </a:solidFill>
          <a:ln w="12700">
            <a:solidFill>
              <a:srgbClr val="D9651F"/>
            </a:solidFill>
            <a:prstDash val="solid"/>
          </a:ln>
        </p:spPr>
      </p:sp>
      <p:sp>
        <p:nvSpPr>
          <p:cNvPr id="369" name="Shape 366"/>
          <p:cNvSpPr/>
          <p:nvPr/>
        </p:nvSpPr>
        <p:spPr>
          <a:xfrm>
            <a:off x="7429500" y="1945957"/>
            <a:ext cx="88583" cy="88583"/>
          </a:xfrm>
          <a:prstGeom prst="rect">
            <a:avLst/>
          </a:prstGeom>
          <a:solidFill>
            <a:srgbClr val="D9651F"/>
          </a:solidFill>
          <a:ln w="12700">
            <a:solidFill>
              <a:srgbClr val="D9651F"/>
            </a:solidFill>
            <a:prstDash val="solid"/>
          </a:ln>
        </p:spPr>
      </p:sp>
      <p:sp>
        <p:nvSpPr>
          <p:cNvPr id="370" name="Shape 367"/>
          <p:cNvSpPr/>
          <p:nvPr/>
        </p:nvSpPr>
        <p:spPr>
          <a:xfrm>
            <a:off x="7518083" y="1945957"/>
            <a:ext cx="88583" cy="88583"/>
          </a:xfrm>
          <a:prstGeom prst="rect">
            <a:avLst/>
          </a:prstGeom>
          <a:solidFill>
            <a:srgbClr val="D9651F"/>
          </a:solidFill>
          <a:ln w="12700">
            <a:solidFill>
              <a:srgbClr val="D9651F"/>
            </a:solidFill>
            <a:prstDash val="solid"/>
          </a:ln>
        </p:spPr>
      </p:sp>
      <p:sp>
        <p:nvSpPr>
          <p:cNvPr id="371" name="Shape 368"/>
          <p:cNvSpPr/>
          <p:nvPr/>
        </p:nvSpPr>
        <p:spPr>
          <a:xfrm>
            <a:off x="7606665" y="1945957"/>
            <a:ext cx="88583" cy="88583"/>
          </a:xfrm>
          <a:prstGeom prst="rect">
            <a:avLst/>
          </a:prstGeom>
          <a:solidFill>
            <a:srgbClr val="D9651F"/>
          </a:solidFill>
          <a:ln w="12700">
            <a:solidFill>
              <a:srgbClr val="D9651F"/>
            </a:solidFill>
            <a:prstDash val="solid"/>
          </a:ln>
        </p:spPr>
      </p:sp>
      <p:sp>
        <p:nvSpPr>
          <p:cNvPr id="372" name="Shape 369"/>
          <p:cNvSpPr/>
          <p:nvPr/>
        </p:nvSpPr>
        <p:spPr>
          <a:xfrm>
            <a:off x="7695248" y="1945957"/>
            <a:ext cx="88583" cy="88583"/>
          </a:xfrm>
          <a:prstGeom prst="rect">
            <a:avLst/>
          </a:prstGeom>
          <a:solidFill>
            <a:srgbClr val="D9651F"/>
          </a:solidFill>
          <a:ln w="12700">
            <a:solidFill>
              <a:srgbClr val="D9651F"/>
            </a:solidFill>
            <a:prstDash val="solid"/>
          </a:ln>
        </p:spPr>
      </p:sp>
      <p:sp>
        <p:nvSpPr>
          <p:cNvPr id="373" name="Shape 370"/>
          <p:cNvSpPr/>
          <p:nvPr/>
        </p:nvSpPr>
        <p:spPr>
          <a:xfrm>
            <a:off x="7783830" y="1945957"/>
            <a:ext cx="88583" cy="88583"/>
          </a:xfrm>
          <a:prstGeom prst="rect">
            <a:avLst/>
          </a:prstGeom>
          <a:solidFill>
            <a:srgbClr val="D9651F"/>
          </a:solidFill>
          <a:ln w="12700">
            <a:solidFill>
              <a:srgbClr val="D9651F"/>
            </a:solidFill>
            <a:prstDash val="solid"/>
          </a:ln>
        </p:spPr>
      </p:sp>
      <p:sp>
        <p:nvSpPr>
          <p:cNvPr id="374" name="Shape 371"/>
          <p:cNvSpPr/>
          <p:nvPr/>
        </p:nvSpPr>
        <p:spPr>
          <a:xfrm>
            <a:off x="7872413" y="1945957"/>
            <a:ext cx="88583" cy="88583"/>
          </a:xfrm>
          <a:prstGeom prst="rect">
            <a:avLst/>
          </a:prstGeom>
          <a:solidFill>
            <a:srgbClr val="D9651F"/>
          </a:solidFill>
          <a:ln w="12700">
            <a:solidFill>
              <a:srgbClr val="D9651F"/>
            </a:solidFill>
            <a:prstDash val="solid"/>
          </a:ln>
        </p:spPr>
      </p:sp>
      <p:sp>
        <p:nvSpPr>
          <p:cNvPr id="375" name="Shape 372"/>
          <p:cNvSpPr/>
          <p:nvPr/>
        </p:nvSpPr>
        <p:spPr>
          <a:xfrm>
            <a:off x="6809423" y="2034540"/>
            <a:ext cx="88583" cy="88583"/>
          </a:xfrm>
          <a:prstGeom prst="rect">
            <a:avLst/>
          </a:prstGeom>
          <a:solidFill>
            <a:srgbClr val="D9651F"/>
          </a:solidFill>
          <a:ln w="12700">
            <a:solidFill>
              <a:srgbClr val="D9651F"/>
            </a:solidFill>
            <a:prstDash val="solid"/>
          </a:ln>
        </p:spPr>
      </p:sp>
      <p:sp>
        <p:nvSpPr>
          <p:cNvPr id="376" name="Shape 373"/>
          <p:cNvSpPr/>
          <p:nvPr/>
        </p:nvSpPr>
        <p:spPr>
          <a:xfrm>
            <a:off x="6898005" y="2034540"/>
            <a:ext cx="88583" cy="88583"/>
          </a:xfrm>
          <a:prstGeom prst="rect">
            <a:avLst/>
          </a:prstGeom>
          <a:solidFill>
            <a:srgbClr val="D9651F"/>
          </a:solidFill>
          <a:ln w="12700">
            <a:solidFill>
              <a:srgbClr val="D9651F"/>
            </a:solidFill>
            <a:prstDash val="solid"/>
          </a:ln>
        </p:spPr>
      </p:sp>
      <p:sp>
        <p:nvSpPr>
          <p:cNvPr id="377" name="Shape 374"/>
          <p:cNvSpPr/>
          <p:nvPr/>
        </p:nvSpPr>
        <p:spPr>
          <a:xfrm>
            <a:off x="6986588" y="2034540"/>
            <a:ext cx="88583" cy="88583"/>
          </a:xfrm>
          <a:prstGeom prst="rect">
            <a:avLst/>
          </a:prstGeom>
          <a:solidFill>
            <a:srgbClr val="D9651F"/>
          </a:solidFill>
          <a:ln w="12700">
            <a:solidFill>
              <a:srgbClr val="D9651F"/>
            </a:solidFill>
            <a:prstDash val="solid"/>
          </a:ln>
        </p:spPr>
      </p:sp>
      <p:sp>
        <p:nvSpPr>
          <p:cNvPr id="378" name="Shape 375"/>
          <p:cNvSpPr/>
          <p:nvPr/>
        </p:nvSpPr>
        <p:spPr>
          <a:xfrm>
            <a:off x="7075170" y="2034540"/>
            <a:ext cx="88583" cy="88583"/>
          </a:xfrm>
          <a:prstGeom prst="rect">
            <a:avLst/>
          </a:prstGeom>
          <a:solidFill>
            <a:srgbClr val="D9651F"/>
          </a:solidFill>
          <a:ln w="12700">
            <a:solidFill>
              <a:srgbClr val="D9651F"/>
            </a:solidFill>
            <a:prstDash val="solid"/>
          </a:ln>
        </p:spPr>
      </p:sp>
      <p:sp>
        <p:nvSpPr>
          <p:cNvPr id="379" name="Shape 376"/>
          <p:cNvSpPr/>
          <p:nvPr/>
        </p:nvSpPr>
        <p:spPr>
          <a:xfrm>
            <a:off x="7163753" y="2034540"/>
            <a:ext cx="88583" cy="88583"/>
          </a:xfrm>
          <a:prstGeom prst="rect">
            <a:avLst/>
          </a:prstGeom>
          <a:solidFill>
            <a:srgbClr val="D9651F"/>
          </a:solidFill>
          <a:ln w="12700">
            <a:solidFill>
              <a:srgbClr val="D9651F"/>
            </a:solidFill>
            <a:prstDash val="solid"/>
          </a:ln>
        </p:spPr>
      </p:sp>
      <p:sp>
        <p:nvSpPr>
          <p:cNvPr id="380" name="Shape 377"/>
          <p:cNvSpPr/>
          <p:nvPr/>
        </p:nvSpPr>
        <p:spPr>
          <a:xfrm>
            <a:off x="7252335" y="2034540"/>
            <a:ext cx="88583" cy="88583"/>
          </a:xfrm>
          <a:prstGeom prst="rect">
            <a:avLst/>
          </a:prstGeom>
          <a:solidFill>
            <a:srgbClr val="D9651F"/>
          </a:solidFill>
          <a:ln w="12700">
            <a:solidFill>
              <a:srgbClr val="D9651F"/>
            </a:solidFill>
            <a:prstDash val="solid"/>
          </a:ln>
        </p:spPr>
      </p:sp>
      <p:sp>
        <p:nvSpPr>
          <p:cNvPr id="381" name="Shape 378"/>
          <p:cNvSpPr/>
          <p:nvPr/>
        </p:nvSpPr>
        <p:spPr>
          <a:xfrm>
            <a:off x="7340918" y="2034540"/>
            <a:ext cx="88583" cy="88583"/>
          </a:xfrm>
          <a:prstGeom prst="rect">
            <a:avLst/>
          </a:prstGeom>
          <a:solidFill>
            <a:srgbClr val="D9651F"/>
          </a:solidFill>
          <a:ln w="12700">
            <a:solidFill>
              <a:srgbClr val="D9651F"/>
            </a:solidFill>
            <a:prstDash val="solid"/>
          </a:ln>
        </p:spPr>
      </p:sp>
      <p:sp>
        <p:nvSpPr>
          <p:cNvPr id="382" name="Shape 379"/>
          <p:cNvSpPr/>
          <p:nvPr/>
        </p:nvSpPr>
        <p:spPr>
          <a:xfrm>
            <a:off x="7429500" y="2034540"/>
            <a:ext cx="88583" cy="88583"/>
          </a:xfrm>
          <a:prstGeom prst="rect">
            <a:avLst/>
          </a:prstGeom>
          <a:solidFill>
            <a:srgbClr val="D9651F"/>
          </a:solidFill>
          <a:ln w="12700">
            <a:solidFill>
              <a:srgbClr val="D9651F"/>
            </a:solidFill>
            <a:prstDash val="solid"/>
          </a:ln>
        </p:spPr>
      </p:sp>
      <p:sp>
        <p:nvSpPr>
          <p:cNvPr id="383" name="Shape 380"/>
          <p:cNvSpPr/>
          <p:nvPr/>
        </p:nvSpPr>
        <p:spPr>
          <a:xfrm>
            <a:off x="7518083" y="2034540"/>
            <a:ext cx="88583" cy="88583"/>
          </a:xfrm>
          <a:prstGeom prst="rect">
            <a:avLst/>
          </a:prstGeom>
          <a:solidFill>
            <a:srgbClr val="D9651F"/>
          </a:solidFill>
          <a:ln w="12700">
            <a:solidFill>
              <a:srgbClr val="D9651F"/>
            </a:solidFill>
            <a:prstDash val="solid"/>
          </a:ln>
        </p:spPr>
      </p:sp>
      <p:sp>
        <p:nvSpPr>
          <p:cNvPr id="384" name="Shape 381"/>
          <p:cNvSpPr/>
          <p:nvPr/>
        </p:nvSpPr>
        <p:spPr>
          <a:xfrm>
            <a:off x="7606665" y="2034540"/>
            <a:ext cx="88583" cy="88583"/>
          </a:xfrm>
          <a:prstGeom prst="rect">
            <a:avLst/>
          </a:prstGeom>
          <a:solidFill>
            <a:srgbClr val="D9651F"/>
          </a:solidFill>
          <a:ln w="12700">
            <a:solidFill>
              <a:srgbClr val="D9651F"/>
            </a:solidFill>
            <a:prstDash val="solid"/>
          </a:ln>
        </p:spPr>
      </p:sp>
      <p:sp>
        <p:nvSpPr>
          <p:cNvPr id="385" name="Shape 382"/>
          <p:cNvSpPr/>
          <p:nvPr/>
        </p:nvSpPr>
        <p:spPr>
          <a:xfrm>
            <a:off x="7695248" y="2034540"/>
            <a:ext cx="88583" cy="88583"/>
          </a:xfrm>
          <a:prstGeom prst="rect">
            <a:avLst/>
          </a:prstGeom>
          <a:solidFill>
            <a:srgbClr val="D9651F"/>
          </a:solidFill>
          <a:ln w="12700">
            <a:solidFill>
              <a:srgbClr val="D9651F"/>
            </a:solidFill>
            <a:prstDash val="solid"/>
          </a:ln>
        </p:spPr>
      </p:sp>
      <p:sp>
        <p:nvSpPr>
          <p:cNvPr id="386" name="Shape 383"/>
          <p:cNvSpPr/>
          <p:nvPr/>
        </p:nvSpPr>
        <p:spPr>
          <a:xfrm>
            <a:off x="7783830" y="2034540"/>
            <a:ext cx="88583" cy="88583"/>
          </a:xfrm>
          <a:prstGeom prst="rect">
            <a:avLst/>
          </a:prstGeom>
          <a:solidFill>
            <a:srgbClr val="D9651F"/>
          </a:solidFill>
          <a:ln w="12700">
            <a:solidFill>
              <a:srgbClr val="D9651F"/>
            </a:solidFill>
            <a:prstDash val="solid"/>
          </a:ln>
        </p:spPr>
      </p:sp>
      <p:sp>
        <p:nvSpPr>
          <p:cNvPr id="387" name="Shape 384"/>
          <p:cNvSpPr/>
          <p:nvPr/>
        </p:nvSpPr>
        <p:spPr>
          <a:xfrm>
            <a:off x="7872413" y="2034540"/>
            <a:ext cx="88583" cy="88583"/>
          </a:xfrm>
          <a:prstGeom prst="rect">
            <a:avLst/>
          </a:prstGeom>
          <a:solidFill>
            <a:srgbClr val="D9651F"/>
          </a:solidFill>
          <a:ln w="12700">
            <a:solidFill>
              <a:srgbClr val="D9651F"/>
            </a:solidFill>
            <a:prstDash val="solid"/>
          </a:ln>
        </p:spPr>
      </p:sp>
      <p:sp>
        <p:nvSpPr>
          <p:cNvPr id="388" name="Shape 385"/>
          <p:cNvSpPr/>
          <p:nvPr/>
        </p:nvSpPr>
        <p:spPr>
          <a:xfrm>
            <a:off x="6809423" y="2123123"/>
            <a:ext cx="88583" cy="88583"/>
          </a:xfrm>
          <a:prstGeom prst="rect">
            <a:avLst/>
          </a:prstGeom>
          <a:solidFill>
            <a:srgbClr val="D9651F"/>
          </a:solidFill>
          <a:ln w="12700">
            <a:solidFill>
              <a:srgbClr val="D9651F"/>
            </a:solidFill>
            <a:prstDash val="solid"/>
          </a:ln>
        </p:spPr>
      </p:sp>
      <p:sp>
        <p:nvSpPr>
          <p:cNvPr id="389" name="Shape 386"/>
          <p:cNvSpPr/>
          <p:nvPr/>
        </p:nvSpPr>
        <p:spPr>
          <a:xfrm>
            <a:off x="6898005" y="2123123"/>
            <a:ext cx="88583" cy="88583"/>
          </a:xfrm>
          <a:prstGeom prst="rect">
            <a:avLst/>
          </a:prstGeom>
          <a:solidFill>
            <a:srgbClr val="D9651F"/>
          </a:solidFill>
          <a:ln w="12700">
            <a:solidFill>
              <a:srgbClr val="D9651F"/>
            </a:solidFill>
            <a:prstDash val="solid"/>
          </a:ln>
        </p:spPr>
      </p:sp>
      <p:sp>
        <p:nvSpPr>
          <p:cNvPr id="390" name="Shape 387"/>
          <p:cNvSpPr/>
          <p:nvPr/>
        </p:nvSpPr>
        <p:spPr>
          <a:xfrm>
            <a:off x="6986588" y="2123123"/>
            <a:ext cx="88583" cy="88583"/>
          </a:xfrm>
          <a:prstGeom prst="rect">
            <a:avLst/>
          </a:prstGeom>
          <a:solidFill>
            <a:srgbClr val="D9651F"/>
          </a:solidFill>
          <a:ln w="12700">
            <a:solidFill>
              <a:srgbClr val="D9651F"/>
            </a:solidFill>
            <a:prstDash val="solid"/>
          </a:ln>
        </p:spPr>
      </p:sp>
      <p:sp>
        <p:nvSpPr>
          <p:cNvPr id="391" name="Shape 388"/>
          <p:cNvSpPr/>
          <p:nvPr/>
        </p:nvSpPr>
        <p:spPr>
          <a:xfrm>
            <a:off x="7075170" y="2123123"/>
            <a:ext cx="88583" cy="88583"/>
          </a:xfrm>
          <a:prstGeom prst="rect">
            <a:avLst/>
          </a:prstGeom>
          <a:solidFill>
            <a:srgbClr val="D9651F"/>
          </a:solidFill>
          <a:ln w="12700">
            <a:solidFill>
              <a:srgbClr val="D9651F"/>
            </a:solidFill>
            <a:prstDash val="solid"/>
          </a:ln>
        </p:spPr>
      </p:sp>
      <p:sp>
        <p:nvSpPr>
          <p:cNvPr id="392" name="Shape 389"/>
          <p:cNvSpPr/>
          <p:nvPr/>
        </p:nvSpPr>
        <p:spPr>
          <a:xfrm>
            <a:off x="7163753" y="2123123"/>
            <a:ext cx="88583" cy="88583"/>
          </a:xfrm>
          <a:prstGeom prst="rect">
            <a:avLst/>
          </a:prstGeom>
          <a:solidFill>
            <a:srgbClr val="D9651F"/>
          </a:solidFill>
          <a:ln w="12700">
            <a:solidFill>
              <a:srgbClr val="D9651F"/>
            </a:solidFill>
            <a:prstDash val="solid"/>
          </a:ln>
        </p:spPr>
      </p:sp>
      <p:sp>
        <p:nvSpPr>
          <p:cNvPr id="393" name="Shape 390"/>
          <p:cNvSpPr/>
          <p:nvPr/>
        </p:nvSpPr>
        <p:spPr>
          <a:xfrm>
            <a:off x="7252335" y="2123123"/>
            <a:ext cx="88583" cy="88583"/>
          </a:xfrm>
          <a:prstGeom prst="rect">
            <a:avLst/>
          </a:prstGeom>
          <a:solidFill>
            <a:srgbClr val="D9651F"/>
          </a:solidFill>
          <a:ln w="12700">
            <a:solidFill>
              <a:srgbClr val="D9651F"/>
            </a:solidFill>
            <a:prstDash val="solid"/>
          </a:ln>
        </p:spPr>
      </p:sp>
      <p:sp>
        <p:nvSpPr>
          <p:cNvPr id="394" name="Shape 391"/>
          <p:cNvSpPr/>
          <p:nvPr/>
        </p:nvSpPr>
        <p:spPr>
          <a:xfrm>
            <a:off x="7340918" y="2123123"/>
            <a:ext cx="88583" cy="88583"/>
          </a:xfrm>
          <a:prstGeom prst="rect">
            <a:avLst/>
          </a:prstGeom>
          <a:solidFill>
            <a:srgbClr val="D9651F"/>
          </a:solidFill>
          <a:ln w="12700">
            <a:solidFill>
              <a:srgbClr val="D9651F"/>
            </a:solidFill>
            <a:prstDash val="solid"/>
          </a:ln>
        </p:spPr>
      </p:sp>
      <p:sp>
        <p:nvSpPr>
          <p:cNvPr id="395" name="Shape 392"/>
          <p:cNvSpPr/>
          <p:nvPr/>
        </p:nvSpPr>
        <p:spPr>
          <a:xfrm>
            <a:off x="7429500" y="2123123"/>
            <a:ext cx="88583" cy="88583"/>
          </a:xfrm>
          <a:prstGeom prst="rect">
            <a:avLst/>
          </a:prstGeom>
          <a:solidFill>
            <a:srgbClr val="D9651F"/>
          </a:solidFill>
          <a:ln w="12700">
            <a:solidFill>
              <a:srgbClr val="D9651F"/>
            </a:solidFill>
            <a:prstDash val="solid"/>
          </a:ln>
        </p:spPr>
      </p:sp>
      <p:sp>
        <p:nvSpPr>
          <p:cNvPr id="396" name="Shape 393"/>
          <p:cNvSpPr/>
          <p:nvPr/>
        </p:nvSpPr>
        <p:spPr>
          <a:xfrm>
            <a:off x="7518083" y="2123123"/>
            <a:ext cx="88583" cy="88583"/>
          </a:xfrm>
          <a:prstGeom prst="rect">
            <a:avLst/>
          </a:prstGeom>
          <a:solidFill>
            <a:srgbClr val="D9651F"/>
          </a:solidFill>
          <a:ln w="12700">
            <a:solidFill>
              <a:srgbClr val="D9651F"/>
            </a:solidFill>
            <a:prstDash val="solid"/>
          </a:ln>
        </p:spPr>
      </p:sp>
      <p:sp>
        <p:nvSpPr>
          <p:cNvPr id="397" name="Shape 394"/>
          <p:cNvSpPr/>
          <p:nvPr/>
        </p:nvSpPr>
        <p:spPr>
          <a:xfrm>
            <a:off x="7606665" y="2123123"/>
            <a:ext cx="88583" cy="88583"/>
          </a:xfrm>
          <a:prstGeom prst="rect">
            <a:avLst/>
          </a:prstGeom>
          <a:solidFill>
            <a:srgbClr val="D9651F"/>
          </a:solidFill>
          <a:ln w="12700">
            <a:solidFill>
              <a:srgbClr val="D9651F"/>
            </a:solidFill>
            <a:prstDash val="solid"/>
          </a:ln>
        </p:spPr>
      </p:sp>
      <p:sp>
        <p:nvSpPr>
          <p:cNvPr id="398" name="Shape 395"/>
          <p:cNvSpPr/>
          <p:nvPr/>
        </p:nvSpPr>
        <p:spPr>
          <a:xfrm>
            <a:off x="7695248" y="2123123"/>
            <a:ext cx="88583" cy="88583"/>
          </a:xfrm>
          <a:prstGeom prst="rect">
            <a:avLst/>
          </a:prstGeom>
          <a:solidFill>
            <a:srgbClr val="D9651F"/>
          </a:solidFill>
          <a:ln w="12700">
            <a:solidFill>
              <a:srgbClr val="D9651F"/>
            </a:solidFill>
            <a:prstDash val="solid"/>
          </a:ln>
        </p:spPr>
      </p:sp>
      <p:sp>
        <p:nvSpPr>
          <p:cNvPr id="399" name="Shape 396"/>
          <p:cNvSpPr/>
          <p:nvPr/>
        </p:nvSpPr>
        <p:spPr>
          <a:xfrm>
            <a:off x="7783830" y="2123123"/>
            <a:ext cx="88583" cy="88583"/>
          </a:xfrm>
          <a:prstGeom prst="rect">
            <a:avLst/>
          </a:prstGeom>
          <a:solidFill>
            <a:srgbClr val="D9651F"/>
          </a:solidFill>
          <a:ln w="12700">
            <a:solidFill>
              <a:srgbClr val="D9651F"/>
            </a:solidFill>
            <a:prstDash val="solid"/>
          </a:ln>
        </p:spPr>
      </p:sp>
      <p:sp>
        <p:nvSpPr>
          <p:cNvPr id="400" name="Shape 397"/>
          <p:cNvSpPr/>
          <p:nvPr/>
        </p:nvSpPr>
        <p:spPr>
          <a:xfrm>
            <a:off x="7872413" y="2123123"/>
            <a:ext cx="88583" cy="88583"/>
          </a:xfrm>
          <a:prstGeom prst="rect">
            <a:avLst/>
          </a:prstGeom>
          <a:solidFill>
            <a:srgbClr val="D9651F"/>
          </a:solidFill>
          <a:ln w="12700">
            <a:solidFill>
              <a:srgbClr val="D9651F"/>
            </a:solidFill>
            <a:prstDash val="solid"/>
          </a:ln>
        </p:spPr>
      </p:sp>
      <p:sp>
        <p:nvSpPr>
          <p:cNvPr id="401" name="Shape 398"/>
          <p:cNvSpPr/>
          <p:nvPr/>
        </p:nvSpPr>
        <p:spPr>
          <a:xfrm>
            <a:off x="6809423" y="2211705"/>
            <a:ext cx="88583" cy="88583"/>
          </a:xfrm>
          <a:prstGeom prst="rect">
            <a:avLst/>
          </a:prstGeom>
          <a:solidFill>
            <a:srgbClr val="D9651F"/>
          </a:solidFill>
          <a:ln w="12700">
            <a:solidFill>
              <a:srgbClr val="D9651F"/>
            </a:solidFill>
            <a:prstDash val="solid"/>
          </a:ln>
        </p:spPr>
      </p:sp>
      <p:sp>
        <p:nvSpPr>
          <p:cNvPr id="402" name="Shape 399"/>
          <p:cNvSpPr/>
          <p:nvPr/>
        </p:nvSpPr>
        <p:spPr>
          <a:xfrm>
            <a:off x="6898005" y="2211705"/>
            <a:ext cx="88583" cy="88583"/>
          </a:xfrm>
          <a:prstGeom prst="rect">
            <a:avLst/>
          </a:prstGeom>
          <a:solidFill>
            <a:srgbClr val="D9651F"/>
          </a:solidFill>
          <a:ln w="12700">
            <a:solidFill>
              <a:srgbClr val="D9651F"/>
            </a:solidFill>
            <a:prstDash val="solid"/>
          </a:ln>
        </p:spPr>
      </p:sp>
      <p:sp>
        <p:nvSpPr>
          <p:cNvPr id="403" name="Shape 400"/>
          <p:cNvSpPr/>
          <p:nvPr/>
        </p:nvSpPr>
        <p:spPr>
          <a:xfrm>
            <a:off x="6986588" y="2211705"/>
            <a:ext cx="88583" cy="88583"/>
          </a:xfrm>
          <a:prstGeom prst="rect">
            <a:avLst/>
          </a:prstGeom>
          <a:solidFill>
            <a:srgbClr val="D9651F"/>
          </a:solidFill>
          <a:ln w="12700">
            <a:solidFill>
              <a:srgbClr val="D9651F"/>
            </a:solidFill>
            <a:prstDash val="solid"/>
          </a:ln>
        </p:spPr>
      </p:sp>
      <p:sp>
        <p:nvSpPr>
          <p:cNvPr id="404" name="Shape 401"/>
          <p:cNvSpPr/>
          <p:nvPr/>
        </p:nvSpPr>
        <p:spPr>
          <a:xfrm>
            <a:off x="7075170" y="2211705"/>
            <a:ext cx="88583" cy="88583"/>
          </a:xfrm>
          <a:prstGeom prst="rect">
            <a:avLst/>
          </a:prstGeom>
          <a:solidFill>
            <a:srgbClr val="D9651F"/>
          </a:solidFill>
          <a:ln w="12700">
            <a:solidFill>
              <a:srgbClr val="D9651F"/>
            </a:solidFill>
            <a:prstDash val="solid"/>
          </a:ln>
        </p:spPr>
      </p:sp>
      <p:sp>
        <p:nvSpPr>
          <p:cNvPr id="405" name="Shape 402"/>
          <p:cNvSpPr/>
          <p:nvPr/>
        </p:nvSpPr>
        <p:spPr>
          <a:xfrm>
            <a:off x="7163753" y="2211705"/>
            <a:ext cx="88583" cy="88583"/>
          </a:xfrm>
          <a:prstGeom prst="rect">
            <a:avLst/>
          </a:prstGeom>
          <a:solidFill>
            <a:srgbClr val="D9651F"/>
          </a:solidFill>
          <a:ln w="12700">
            <a:solidFill>
              <a:srgbClr val="D9651F"/>
            </a:solidFill>
            <a:prstDash val="solid"/>
          </a:ln>
        </p:spPr>
      </p:sp>
      <p:sp>
        <p:nvSpPr>
          <p:cNvPr id="406" name="Shape 403"/>
          <p:cNvSpPr/>
          <p:nvPr/>
        </p:nvSpPr>
        <p:spPr>
          <a:xfrm>
            <a:off x="7252335" y="2211705"/>
            <a:ext cx="88583" cy="88583"/>
          </a:xfrm>
          <a:prstGeom prst="rect">
            <a:avLst/>
          </a:prstGeom>
          <a:solidFill>
            <a:srgbClr val="D9651F"/>
          </a:solidFill>
          <a:ln w="12700">
            <a:solidFill>
              <a:srgbClr val="D9651F"/>
            </a:solidFill>
            <a:prstDash val="solid"/>
          </a:ln>
        </p:spPr>
      </p:sp>
      <p:sp>
        <p:nvSpPr>
          <p:cNvPr id="407" name="Shape 404"/>
          <p:cNvSpPr/>
          <p:nvPr/>
        </p:nvSpPr>
        <p:spPr>
          <a:xfrm>
            <a:off x="7340918" y="2211705"/>
            <a:ext cx="88583" cy="88583"/>
          </a:xfrm>
          <a:prstGeom prst="rect">
            <a:avLst/>
          </a:prstGeom>
          <a:solidFill>
            <a:srgbClr val="D9651F"/>
          </a:solidFill>
          <a:ln w="12700">
            <a:solidFill>
              <a:srgbClr val="D9651F"/>
            </a:solidFill>
            <a:prstDash val="solid"/>
          </a:ln>
        </p:spPr>
      </p:sp>
      <p:sp>
        <p:nvSpPr>
          <p:cNvPr id="408" name="Shape 405"/>
          <p:cNvSpPr/>
          <p:nvPr/>
        </p:nvSpPr>
        <p:spPr>
          <a:xfrm>
            <a:off x="7429500" y="2211705"/>
            <a:ext cx="88583" cy="88583"/>
          </a:xfrm>
          <a:prstGeom prst="rect">
            <a:avLst/>
          </a:prstGeom>
          <a:solidFill>
            <a:srgbClr val="D9651F"/>
          </a:solidFill>
          <a:ln w="12700">
            <a:solidFill>
              <a:srgbClr val="D9651F"/>
            </a:solidFill>
            <a:prstDash val="solid"/>
          </a:ln>
        </p:spPr>
      </p:sp>
      <p:sp>
        <p:nvSpPr>
          <p:cNvPr id="409" name="Shape 406"/>
          <p:cNvSpPr/>
          <p:nvPr/>
        </p:nvSpPr>
        <p:spPr>
          <a:xfrm>
            <a:off x="7518083" y="2211705"/>
            <a:ext cx="88583" cy="88583"/>
          </a:xfrm>
          <a:prstGeom prst="rect">
            <a:avLst/>
          </a:prstGeom>
          <a:solidFill>
            <a:srgbClr val="D9651F"/>
          </a:solidFill>
          <a:ln w="12700">
            <a:solidFill>
              <a:srgbClr val="D9651F"/>
            </a:solidFill>
            <a:prstDash val="solid"/>
          </a:ln>
        </p:spPr>
      </p:sp>
      <p:sp>
        <p:nvSpPr>
          <p:cNvPr id="410" name="Shape 407"/>
          <p:cNvSpPr/>
          <p:nvPr/>
        </p:nvSpPr>
        <p:spPr>
          <a:xfrm>
            <a:off x="7606665" y="2211705"/>
            <a:ext cx="88583" cy="88583"/>
          </a:xfrm>
          <a:prstGeom prst="rect">
            <a:avLst/>
          </a:prstGeom>
          <a:solidFill>
            <a:srgbClr val="D9651F"/>
          </a:solidFill>
          <a:ln w="12700">
            <a:solidFill>
              <a:srgbClr val="D9651F"/>
            </a:solidFill>
            <a:prstDash val="solid"/>
          </a:ln>
        </p:spPr>
      </p:sp>
      <p:sp>
        <p:nvSpPr>
          <p:cNvPr id="411" name="Shape 408"/>
          <p:cNvSpPr/>
          <p:nvPr/>
        </p:nvSpPr>
        <p:spPr>
          <a:xfrm>
            <a:off x="7695248" y="2211705"/>
            <a:ext cx="88583" cy="88583"/>
          </a:xfrm>
          <a:prstGeom prst="rect">
            <a:avLst/>
          </a:prstGeom>
          <a:solidFill>
            <a:srgbClr val="D9651F"/>
          </a:solidFill>
          <a:ln w="12700">
            <a:solidFill>
              <a:srgbClr val="D9651F"/>
            </a:solidFill>
            <a:prstDash val="solid"/>
          </a:ln>
        </p:spPr>
      </p:sp>
      <p:sp>
        <p:nvSpPr>
          <p:cNvPr id="412" name="Shape 409"/>
          <p:cNvSpPr/>
          <p:nvPr/>
        </p:nvSpPr>
        <p:spPr>
          <a:xfrm>
            <a:off x="7783830" y="2211705"/>
            <a:ext cx="88583" cy="88583"/>
          </a:xfrm>
          <a:prstGeom prst="rect">
            <a:avLst/>
          </a:prstGeom>
          <a:solidFill>
            <a:srgbClr val="D9651F"/>
          </a:solidFill>
          <a:ln w="12700">
            <a:solidFill>
              <a:srgbClr val="D9651F"/>
            </a:solidFill>
            <a:prstDash val="solid"/>
          </a:ln>
        </p:spPr>
      </p:sp>
      <p:sp>
        <p:nvSpPr>
          <p:cNvPr id="413" name="Shape 410"/>
          <p:cNvSpPr/>
          <p:nvPr/>
        </p:nvSpPr>
        <p:spPr>
          <a:xfrm>
            <a:off x="6809423" y="2300288"/>
            <a:ext cx="88583" cy="88583"/>
          </a:xfrm>
          <a:prstGeom prst="rect">
            <a:avLst/>
          </a:prstGeom>
          <a:solidFill>
            <a:srgbClr val="D9651F"/>
          </a:solidFill>
          <a:ln w="12700">
            <a:solidFill>
              <a:srgbClr val="D9651F"/>
            </a:solidFill>
            <a:prstDash val="solid"/>
          </a:ln>
        </p:spPr>
      </p:sp>
      <p:sp>
        <p:nvSpPr>
          <p:cNvPr id="414" name="Shape 411"/>
          <p:cNvSpPr/>
          <p:nvPr/>
        </p:nvSpPr>
        <p:spPr>
          <a:xfrm>
            <a:off x="6898005" y="2300288"/>
            <a:ext cx="88583" cy="88583"/>
          </a:xfrm>
          <a:prstGeom prst="rect">
            <a:avLst/>
          </a:prstGeom>
          <a:solidFill>
            <a:srgbClr val="D9651F"/>
          </a:solidFill>
          <a:ln w="12700">
            <a:solidFill>
              <a:srgbClr val="D9651F"/>
            </a:solidFill>
            <a:prstDash val="solid"/>
          </a:ln>
        </p:spPr>
      </p:sp>
      <p:sp>
        <p:nvSpPr>
          <p:cNvPr id="415" name="Shape 412"/>
          <p:cNvSpPr/>
          <p:nvPr/>
        </p:nvSpPr>
        <p:spPr>
          <a:xfrm>
            <a:off x="6986588" y="2300288"/>
            <a:ext cx="88583" cy="88583"/>
          </a:xfrm>
          <a:prstGeom prst="rect">
            <a:avLst/>
          </a:prstGeom>
          <a:solidFill>
            <a:srgbClr val="D9651F"/>
          </a:solidFill>
          <a:ln w="12700">
            <a:solidFill>
              <a:srgbClr val="D9651F"/>
            </a:solidFill>
            <a:prstDash val="solid"/>
          </a:ln>
        </p:spPr>
      </p:sp>
      <p:sp>
        <p:nvSpPr>
          <p:cNvPr id="416" name="Shape 413"/>
          <p:cNvSpPr/>
          <p:nvPr/>
        </p:nvSpPr>
        <p:spPr>
          <a:xfrm>
            <a:off x="7075170" y="2300288"/>
            <a:ext cx="88583" cy="88583"/>
          </a:xfrm>
          <a:prstGeom prst="rect">
            <a:avLst/>
          </a:prstGeom>
          <a:solidFill>
            <a:srgbClr val="D9651F"/>
          </a:solidFill>
          <a:ln w="12700">
            <a:solidFill>
              <a:srgbClr val="D9651F"/>
            </a:solidFill>
            <a:prstDash val="solid"/>
          </a:ln>
        </p:spPr>
      </p:sp>
      <p:sp>
        <p:nvSpPr>
          <p:cNvPr id="417" name="Shape 414"/>
          <p:cNvSpPr/>
          <p:nvPr/>
        </p:nvSpPr>
        <p:spPr>
          <a:xfrm>
            <a:off x="7163753" y="2300288"/>
            <a:ext cx="88583" cy="88583"/>
          </a:xfrm>
          <a:prstGeom prst="rect">
            <a:avLst/>
          </a:prstGeom>
          <a:solidFill>
            <a:srgbClr val="D9651F"/>
          </a:solidFill>
          <a:ln w="12700">
            <a:solidFill>
              <a:srgbClr val="D9651F"/>
            </a:solidFill>
            <a:prstDash val="solid"/>
          </a:ln>
        </p:spPr>
      </p:sp>
      <p:sp>
        <p:nvSpPr>
          <p:cNvPr id="418" name="Shape 415"/>
          <p:cNvSpPr/>
          <p:nvPr/>
        </p:nvSpPr>
        <p:spPr>
          <a:xfrm>
            <a:off x="7252335" y="2300288"/>
            <a:ext cx="88583" cy="88583"/>
          </a:xfrm>
          <a:prstGeom prst="rect">
            <a:avLst/>
          </a:prstGeom>
          <a:solidFill>
            <a:srgbClr val="D9651F"/>
          </a:solidFill>
          <a:ln w="12700">
            <a:solidFill>
              <a:srgbClr val="D9651F"/>
            </a:solidFill>
            <a:prstDash val="solid"/>
          </a:ln>
        </p:spPr>
      </p:sp>
      <p:sp>
        <p:nvSpPr>
          <p:cNvPr id="419" name="Shape 416"/>
          <p:cNvSpPr/>
          <p:nvPr/>
        </p:nvSpPr>
        <p:spPr>
          <a:xfrm>
            <a:off x="7340918" y="2300288"/>
            <a:ext cx="88583" cy="88583"/>
          </a:xfrm>
          <a:prstGeom prst="rect">
            <a:avLst/>
          </a:prstGeom>
          <a:solidFill>
            <a:srgbClr val="D9651F"/>
          </a:solidFill>
          <a:ln w="12700">
            <a:solidFill>
              <a:srgbClr val="D9651F"/>
            </a:solidFill>
            <a:prstDash val="solid"/>
          </a:ln>
        </p:spPr>
      </p:sp>
      <p:sp>
        <p:nvSpPr>
          <p:cNvPr id="420" name="Shape 417"/>
          <p:cNvSpPr/>
          <p:nvPr/>
        </p:nvSpPr>
        <p:spPr>
          <a:xfrm>
            <a:off x="7429500" y="2300288"/>
            <a:ext cx="88583" cy="88583"/>
          </a:xfrm>
          <a:prstGeom prst="rect">
            <a:avLst/>
          </a:prstGeom>
          <a:solidFill>
            <a:srgbClr val="D9651F"/>
          </a:solidFill>
          <a:ln w="12700">
            <a:solidFill>
              <a:srgbClr val="D9651F"/>
            </a:solidFill>
            <a:prstDash val="solid"/>
          </a:ln>
        </p:spPr>
      </p:sp>
      <p:sp>
        <p:nvSpPr>
          <p:cNvPr id="421" name="Shape 418"/>
          <p:cNvSpPr/>
          <p:nvPr/>
        </p:nvSpPr>
        <p:spPr>
          <a:xfrm>
            <a:off x="7518083" y="2300288"/>
            <a:ext cx="88583" cy="88583"/>
          </a:xfrm>
          <a:prstGeom prst="rect">
            <a:avLst/>
          </a:prstGeom>
          <a:solidFill>
            <a:srgbClr val="D9651F"/>
          </a:solidFill>
          <a:ln w="12700">
            <a:solidFill>
              <a:srgbClr val="D9651F"/>
            </a:solidFill>
            <a:prstDash val="solid"/>
          </a:ln>
        </p:spPr>
      </p:sp>
      <p:sp>
        <p:nvSpPr>
          <p:cNvPr id="422" name="Shape 419"/>
          <p:cNvSpPr/>
          <p:nvPr/>
        </p:nvSpPr>
        <p:spPr>
          <a:xfrm>
            <a:off x="7606665" y="2300288"/>
            <a:ext cx="88583" cy="88583"/>
          </a:xfrm>
          <a:prstGeom prst="rect">
            <a:avLst/>
          </a:prstGeom>
          <a:solidFill>
            <a:srgbClr val="D9651F"/>
          </a:solidFill>
          <a:ln w="12700">
            <a:solidFill>
              <a:srgbClr val="D9651F"/>
            </a:solidFill>
            <a:prstDash val="solid"/>
          </a:ln>
        </p:spPr>
      </p:sp>
      <p:sp>
        <p:nvSpPr>
          <p:cNvPr id="423" name="Shape 420"/>
          <p:cNvSpPr/>
          <p:nvPr/>
        </p:nvSpPr>
        <p:spPr>
          <a:xfrm>
            <a:off x="7695248" y="2300288"/>
            <a:ext cx="88583" cy="88583"/>
          </a:xfrm>
          <a:prstGeom prst="rect">
            <a:avLst/>
          </a:prstGeom>
          <a:solidFill>
            <a:srgbClr val="D9651F"/>
          </a:solidFill>
          <a:ln w="12700">
            <a:solidFill>
              <a:srgbClr val="D9651F"/>
            </a:solidFill>
            <a:prstDash val="solid"/>
          </a:ln>
        </p:spPr>
      </p:sp>
      <p:sp>
        <p:nvSpPr>
          <p:cNvPr id="424" name="Shape 421"/>
          <p:cNvSpPr/>
          <p:nvPr/>
        </p:nvSpPr>
        <p:spPr>
          <a:xfrm>
            <a:off x="7783830" y="2300288"/>
            <a:ext cx="88583" cy="88583"/>
          </a:xfrm>
          <a:prstGeom prst="rect">
            <a:avLst/>
          </a:prstGeom>
          <a:solidFill>
            <a:srgbClr val="D9651F"/>
          </a:solidFill>
          <a:ln w="12700">
            <a:solidFill>
              <a:srgbClr val="D9651F"/>
            </a:solidFill>
            <a:prstDash val="solid"/>
          </a:ln>
        </p:spPr>
      </p:sp>
      <p:sp>
        <p:nvSpPr>
          <p:cNvPr id="425" name="Shape 422"/>
          <p:cNvSpPr/>
          <p:nvPr/>
        </p:nvSpPr>
        <p:spPr>
          <a:xfrm>
            <a:off x="6898005" y="2388870"/>
            <a:ext cx="88583" cy="88583"/>
          </a:xfrm>
          <a:prstGeom prst="rect">
            <a:avLst/>
          </a:prstGeom>
          <a:solidFill>
            <a:srgbClr val="D9651F"/>
          </a:solidFill>
          <a:ln w="12700">
            <a:solidFill>
              <a:srgbClr val="D9651F"/>
            </a:solidFill>
            <a:prstDash val="solid"/>
          </a:ln>
        </p:spPr>
      </p:sp>
      <p:sp>
        <p:nvSpPr>
          <p:cNvPr id="426" name="Shape 423"/>
          <p:cNvSpPr/>
          <p:nvPr/>
        </p:nvSpPr>
        <p:spPr>
          <a:xfrm>
            <a:off x="6986588" y="2388870"/>
            <a:ext cx="88583" cy="88583"/>
          </a:xfrm>
          <a:prstGeom prst="rect">
            <a:avLst/>
          </a:prstGeom>
          <a:solidFill>
            <a:srgbClr val="D9651F"/>
          </a:solidFill>
          <a:ln w="12700">
            <a:solidFill>
              <a:srgbClr val="D9651F"/>
            </a:solidFill>
            <a:prstDash val="solid"/>
          </a:ln>
        </p:spPr>
      </p:sp>
      <p:sp>
        <p:nvSpPr>
          <p:cNvPr id="427" name="Shape 424"/>
          <p:cNvSpPr/>
          <p:nvPr/>
        </p:nvSpPr>
        <p:spPr>
          <a:xfrm>
            <a:off x="7075170" y="2388870"/>
            <a:ext cx="88583" cy="88583"/>
          </a:xfrm>
          <a:prstGeom prst="rect">
            <a:avLst/>
          </a:prstGeom>
          <a:solidFill>
            <a:srgbClr val="D9651F"/>
          </a:solidFill>
          <a:ln w="12700">
            <a:solidFill>
              <a:srgbClr val="D9651F"/>
            </a:solidFill>
            <a:prstDash val="solid"/>
          </a:ln>
        </p:spPr>
      </p:sp>
      <p:sp>
        <p:nvSpPr>
          <p:cNvPr id="428" name="Shape 425"/>
          <p:cNvSpPr/>
          <p:nvPr/>
        </p:nvSpPr>
        <p:spPr>
          <a:xfrm>
            <a:off x="7163753" y="2388870"/>
            <a:ext cx="88583" cy="88583"/>
          </a:xfrm>
          <a:prstGeom prst="rect">
            <a:avLst/>
          </a:prstGeom>
          <a:solidFill>
            <a:srgbClr val="D9651F"/>
          </a:solidFill>
          <a:ln w="12700">
            <a:solidFill>
              <a:srgbClr val="D9651F"/>
            </a:solidFill>
            <a:prstDash val="solid"/>
          </a:ln>
        </p:spPr>
      </p:sp>
      <p:sp>
        <p:nvSpPr>
          <p:cNvPr id="429" name="Shape 426"/>
          <p:cNvSpPr/>
          <p:nvPr/>
        </p:nvSpPr>
        <p:spPr>
          <a:xfrm>
            <a:off x="7252335" y="2388870"/>
            <a:ext cx="88583" cy="88583"/>
          </a:xfrm>
          <a:prstGeom prst="rect">
            <a:avLst/>
          </a:prstGeom>
          <a:solidFill>
            <a:srgbClr val="D9651F"/>
          </a:solidFill>
          <a:ln w="12700">
            <a:solidFill>
              <a:srgbClr val="D9651F"/>
            </a:solidFill>
            <a:prstDash val="solid"/>
          </a:ln>
        </p:spPr>
      </p:sp>
      <p:sp>
        <p:nvSpPr>
          <p:cNvPr id="430" name="Shape 427"/>
          <p:cNvSpPr/>
          <p:nvPr/>
        </p:nvSpPr>
        <p:spPr>
          <a:xfrm>
            <a:off x="7340918" y="2388870"/>
            <a:ext cx="88583" cy="88583"/>
          </a:xfrm>
          <a:prstGeom prst="rect">
            <a:avLst/>
          </a:prstGeom>
          <a:solidFill>
            <a:srgbClr val="D9651F"/>
          </a:solidFill>
          <a:ln w="12700">
            <a:solidFill>
              <a:srgbClr val="D9651F"/>
            </a:solidFill>
            <a:prstDash val="solid"/>
          </a:ln>
        </p:spPr>
      </p:sp>
      <p:sp>
        <p:nvSpPr>
          <p:cNvPr id="431" name="Shape 428"/>
          <p:cNvSpPr/>
          <p:nvPr/>
        </p:nvSpPr>
        <p:spPr>
          <a:xfrm>
            <a:off x="7429500" y="2388870"/>
            <a:ext cx="88583" cy="88583"/>
          </a:xfrm>
          <a:prstGeom prst="rect">
            <a:avLst/>
          </a:prstGeom>
          <a:solidFill>
            <a:srgbClr val="D9651F"/>
          </a:solidFill>
          <a:ln w="12700">
            <a:solidFill>
              <a:srgbClr val="D9651F"/>
            </a:solidFill>
            <a:prstDash val="solid"/>
          </a:ln>
        </p:spPr>
      </p:sp>
      <p:sp>
        <p:nvSpPr>
          <p:cNvPr id="432" name="Shape 429"/>
          <p:cNvSpPr/>
          <p:nvPr/>
        </p:nvSpPr>
        <p:spPr>
          <a:xfrm>
            <a:off x="7518083" y="2388870"/>
            <a:ext cx="88583" cy="88583"/>
          </a:xfrm>
          <a:prstGeom prst="rect">
            <a:avLst/>
          </a:prstGeom>
          <a:solidFill>
            <a:srgbClr val="D9651F"/>
          </a:solidFill>
          <a:ln w="12700">
            <a:solidFill>
              <a:srgbClr val="D9651F"/>
            </a:solidFill>
            <a:prstDash val="solid"/>
          </a:ln>
        </p:spPr>
      </p:sp>
      <p:sp>
        <p:nvSpPr>
          <p:cNvPr id="433" name="Shape 430"/>
          <p:cNvSpPr/>
          <p:nvPr/>
        </p:nvSpPr>
        <p:spPr>
          <a:xfrm>
            <a:off x="7606665" y="2388870"/>
            <a:ext cx="88583" cy="88583"/>
          </a:xfrm>
          <a:prstGeom prst="rect">
            <a:avLst/>
          </a:prstGeom>
          <a:solidFill>
            <a:srgbClr val="D9651F"/>
          </a:solidFill>
          <a:ln w="12700">
            <a:solidFill>
              <a:srgbClr val="D9651F"/>
            </a:solidFill>
            <a:prstDash val="solid"/>
          </a:ln>
        </p:spPr>
      </p:sp>
      <p:sp>
        <p:nvSpPr>
          <p:cNvPr id="434" name="Shape 431"/>
          <p:cNvSpPr/>
          <p:nvPr/>
        </p:nvSpPr>
        <p:spPr>
          <a:xfrm>
            <a:off x="7695248" y="2388870"/>
            <a:ext cx="88583" cy="88583"/>
          </a:xfrm>
          <a:prstGeom prst="rect">
            <a:avLst/>
          </a:prstGeom>
          <a:solidFill>
            <a:srgbClr val="D9651F"/>
          </a:solidFill>
          <a:ln w="12700">
            <a:solidFill>
              <a:srgbClr val="D9651F"/>
            </a:solidFill>
            <a:prstDash val="solid"/>
          </a:ln>
        </p:spPr>
      </p:sp>
      <p:sp>
        <p:nvSpPr>
          <p:cNvPr id="435" name="Shape 432"/>
          <p:cNvSpPr/>
          <p:nvPr/>
        </p:nvSpPr>
        <p:spPr>
          <a:xfrm>
            <a:off x="6986588" y="2477453"/>
            <a:ext cx="88583" cy="88583"/>
          </a:xfrm>
          <a:prstGeom prst="rect">
            <a:avLst/>
          </a:prstGeom>
          <a:solidFill>
            <a:srgbClr val="D9651F"/>
          </a:solidFill>
          <a:ln w="12700">
            <a:solidFill>
              <a:srgbClr val="D9651F"/>
            </a:solidFill>
            <a:prstDash val="solid"/>
          </a:ln>
        </p:spPr>
      </p:sp>
      <p:sp>
        <p:nvSpPr>
          <p:cNvPr id="436" name="Shape 433"/>
          <p:cNvSpPr/>
          <p:nvPr/>
        </p:nvSpPr>
        <p:spPr>
          <a:xfrm>
            <a:off x="7075170" y="2477453"/>
            <a:ext cx="88583" cy="88583"/>
          </a:xfrm>
          <a:prstGeom prst="rect">
            <a:avLst/>
          </a:prstGeom>
          <a:solidFill>
            <a:srgbClr val="D9651F"/>
          </a:solidFill>
          <a:ln w="12700">
            <a:solidFill>
              <a:srgbClr val="D9651F"/>
            </a:solidFill>
            <a:prstDash val="solid"/>
          </a:ln>
        </p:spPr>
      </p:sp>
      <p:sp>
        <p:nvSpPr>
          <p:cNvPr id="437" name="Shape 434"/>
          <p:cNvSpPr/>
          <p:nvPr/>
        </p:nvSpPr>
        <p:spPr>
          <a:xfrm>
            <a:off x="7163753" y="2477453"/>
            <a:ext cx="88583" cy="88583"/>
          </a:xfrm>
          <a:prstGeom prst="rect">
            <a:avLst/>
          </a:prstGeom>
          <a:solidFill>
            <a:srgbClr val="D9651F"/>
          </a:solidFill>
          <a:ln w="12700">
            <a:solidFill>
              <a:srgbClr val="D9651F"/>
            </a:solidFill>
            <a:prstDash val="solid"/>
          </a:ln>
        </p:spPr>
      </p:sp>
      <p:sp>
        <p:nvSpPr>
          <p:cNvPr id="438" name="Shape 435"/>
          <p:cNvSpPr/>
          <p:nvPr/>
        </p:nvSpPr>
        <p:spPr>
          <a:xfrm>
            <a:off x="7252335" y="2477453"/>
            <a:ext cx="88583" cy="88583"/>
          </a:xfrm>
          <a:prstGeom prst="rect">
            <a:avLst/>
          </a:prstGeom>
          <a:solidFill>
            <a:srgbClr val="D9651F"/>
          </a:solidFill>
          <a:ln w="12700">
            <a:solidFill>
              <a:srgbClr val="D9651F"/>
            </a:solidFill>
            <a:prstDash val="solid"/>
          </a:ln>
        </p:spPr>
      </p:sp>
      <p:sp>
        <p:nvSpPr>
          <p:cNvPr id="439" name="Shape 436"/>
          <p:cNvSpPr/>
          <p:nvPr/>
        </p:nvSpPr>
        <p:spPr>
          <a:xfrm>
            <a:off x="7340918" y="2477453"/>
            <a:ext cx="88583" cy="88583"/>
          </a:xfrm>
          <a:prstGeom prst="rect">
            <a:avLst/>
          </a:prstGeom>
          <a:solidFill>
            <a:srgbClr val="D9651F"/>
          </a:solidFill>
          <a:ln w="12700">
            <a:solidFill>
              <a:srgbClr val="D9651F"/>
            </a:solidFill>
            <a:prstDash val="solid"/>
          </a:ln>
        </p:spPr>
      </p:sp>
      <p:sp>
        <p:nvSpPr>
          <p:cNvPr id="440" name="Shape 437"/>
          <p:cNvSpPr/>
          <p:nvPr/>
        </p:nvSpPr>
        <p:spPr>
          <a:xfrm>
            <a:off x="7429500" y="2477453"/>
            <a:ext cx="88583" cy="88583"/>
          </a:xfrm>
          <a:prstGeom prst="rect">
            <a:avLst/>
          </a:prstGeom>
          <a:solidFill>
            <a:srgbClr val="D9651F"/>
          </a:solidFill>
          <a:ln w="12700">
            <a:solidFill>
              <a:srgbClr val="D9651F"/>
            </a:solidFill>
            <a:prstDash val="solid"/>
          </a:ln>
        </p:spPr>
      </p:sp>
      <p:sp>
        <p:nvSpPr>
          <p:cNvPr id="441" name="Shape 438"/>
          <p:cNvSpPr/>
          <p:nvPr/>
        </p:nvSpPr>
        <p:spPr>
          <a:xfrm>
            <a:off x="7518083" y="2477453"/>
            <a:ext cx="88583" cy="88583"/>
          </a:xfrm>
          <a:prstGeom prst="rect">
            <a:avLst/>
          </a:prstGeom>
          <a:solidFill>
            <a:srgbClr val="D9651F"/>
          </a:solidFill>
          <a:ln w="12700">
            <a:solidFill>
              <a:srgbClr val="D9651F"/>
            </a:solidFill>
            <a:prstDash val="solid"/>
          </a:ln>
        </p:spPr>
      </p:sp>
      <p:sp>
        <p:nvSpPr>
          <p:cNvPr id="442" name="Shape 439"/>
          <p:cNvSpPr/>
          <p:nvPr/>
        </p:nvSpPr>
        <p:spPr>
          <a:xfrm>
            <a:off x="7606665" y="2477453"/>
            <a:ext cx="88583" cy="88583"/>
          </a:xfrm>
          <a:prstGeom prst="rect">
            <a:avLst/>
          </a:prstGeom>
          <a:solidFill>
            <a:srgbClr val="D9651F"/>
          </a:solidFill>
          <a:ln w="12700">
            <a:solidFill>
              <a:srgbClr val="D9651F"/>
            </a:solidFill>
            <a:prstDash val="solid"/>
          </a:ln>
        </p:spPr>
      </p:sp>
      <p:sp>
        <p:nvSpPr>
          <p:cNvPr id="443" name="Shape 440"/>
          <p:cNvSpPr/>
          <p:nvPr/>
        </p:nvSpPr>
        <p:spPr>
          <a:xfrm>
            <a:off x="6809423" y="2566035"/>
            <a:ext cx="88583" cy="88583"/>
          </a:xfrm>
          <a:prstGeom prst="rect">
            <a:avLst/>
          </a:prstGeom>
          <a:solidFill>
            <a:srgbClr val="6F6785"/>
          </a:solidFill>
          <a:ln w="12700">
            <a:solidFill>
              <a:srgbClr val="6F6785"/>
            </a:solidFill>
            <a:prstDash val="solid"/>
          </a:ln>
        </p:spPr>
      </p:sp>
      <p:sp>
        <p:nvSpPr>
          <p:cNvPr id="444" name="Shape 441"/>
          <p:cNvSpPr/>
          <p:nvPr/>
        </p:nvSpPr>
        <p:spPr>
          <a:xfrm>
            <a:off x="7075170" y="2566035"/>
            <a:ext cx="88583" cy="88583"/>
          </a:xfrm>
          <a:prstGeom prst="rect">
            <a:avLst/>
          </a:prstGeom>
          <a:solidFill>
            <a:srgbClr val="D9651F"/>
          </a:solidFill>
          <a:ln w="12700">
            <a:solidFill>
              <a:srgbClr val="D9651F"/>
            </a:solidFill>
            <a:prstDash val="solid"/>
          </a:ln>
        </p:spPr>
      </p:sp>
      <p:sp>
        <p:nvSpPr>
          <p:cNvPr id="445" name="Shape 442"/>
          <p:cNvSpPr/>
          <p:nvPr/>
        </p:nvSpPr>
        <p:spPr>
          <a:xfrm>
            <a:off x="7163753" y="2566035"/>
            <a:ext cx="88583" cy="88583"/>
          </a:xfrm>
          <a:prstGeom prst="rect">
            <a:avLst/>
          </a:prstGeom>
          <a:solidFill>
            <a:srgbClr val="D9651F"/>
          </a:solidFill>
          <a:ln w="12700">
            <a:solidFill>
              <a:srgbClr val="D9651F"/>
            </a:solidFill>
            <a:prstDash val="solid"/>
          </a:ln>
        </p:spPr>
      </p:sp>
      <p:sp>
        <p:nvSpPr>
          <p:cNvPr id="446" name="Shape 443"/>
          <p:cNvSpPr/>
          <p:nvPr/>
        </p:nvSpPr>
        <p:spPr>
          <a:xfrm>
            <a:off x="7252335" y="2566035"/>
            <a:ext cx="88583" cy="88583"/>
          </a:xfrm>
          <a:prstGeom prst="rect">
            <a:avLst/>
          </a:prstGeom>
          <a:solidFill>
            <a:srgbClr val="D9651F"/>
          </a:solidFill>
          <a:ln w="12700">
            <a:solidFill>
              <a:srgbClr val="D9651F"/>
            </a:solidFill>
            <a:prstDash val="solid"/>
          </a:ln>
        </p:spPr>
      </p:sp>
      <p:sp>
        <p:nvSpPr>
          <p:cNvPr id="447" name="Shape 444"/>
          <p:cNvSpPr/>
          <p:nvPr/>
        </p:nvSpPr>
        <p:spPr>
          <a:xfrm>
            <a:off x="7340918" y="2566035"/>
            <a:ext cx="88583" cy="88583"/>
          </a:xfrm>
          <a:prstGeom prst="rect">
            <a:avLst/>
          </a:prstGeom>
          <a:solidFill>
            <a:srgbClr val="D9651F"/>
          </a:solidFill>
          <a:ln w="12700">
            <a:solidFill>
              <a:srgbClr val="D9651F"/>
            </a:solidFill>
            <a:prstDash val="solid"/>
          </a:ln>
        </p:spPr>
      </p:sp>
      <p:sp>
        <p:nvSpPr>
          <p:cNvPr id="448" name="Shape 445"/>
          <p:cNvSpPr/>
          <p:nvPr/>
        </p:nvSpPr>
        <p:spPr>
          <a:xfrm>
            <a:off x="7429500" y="2566035"/>
            <a:ext cx="88583" cy="88583"/>
          </a:xfrm>
          <a:prstGeom prst="rect">
            <a:avLst/>
          </a:prstGeom>
          <a:solidFill>
            <a:srgbClr val="D9651F"/>
          </a:solidFill>
          <a:ln w="12700">
            <a:solidFill>
              <a:srgbClr val="D9651F"/>
            </a:solidFill>
            <a:prstDash val="solid"/>
          </a:ln>
        </p:spPr>
      </p:sp>
      <p:sp>
        <p:nvSpPr>
          <p:cNvPr id="449" name="Shape 446"/>
          <p:cNvSpPr/>
          <p:nvPr/>
        </p:nvSpPr>
        <p:spPr>
          <a:xfrm>
            <a:off x="8049578" y="2654618"/>
            <a:ext cx="88583" cy="88583"/>
          </a:xfrm>
          <a:prstGeom prst="rect">
            <a:avLst/>
          </a:prstGeom>
          <a:solidFill>
            <a:srgbClr val="6F6785"/>
          </a:solidFill>
          <a:ln w="12700">
            <a:solidFill>
              <a:srgbClr val="6F6785"/>
            </a:solidFill>
            <a:prstDash val="solid"/>
          </a:ln>
        </p:spPr>
      </p:sp>
      <p:sp>
        <p:nvSpPr>
          <p:cNvPr id="450" name="Text 447"/>
          <p:cNvSpPr/>
          <p:nvPr/>
        </p:nvSpPr>
        <p:spPr>
          <a:xfrm>
            <a:off x="6583680" y="2816352"/>
            <a:ext cx="1691640" cy="365760"/>
          </a:xfrm>
          <a:prstGeom prst="rect">
            <a:avLst/>
          </a:prstGeom>
          <a:noFill/>
          <a:ln/>
        </p:spPr>
        <p:txBody>
          <a:bodyPr wrap="square" rtlCol="0" anchor="t"/>
          <a:lstStyle/>
          <a:p>
            <a:pPr algn="ctr" indent="0" marL="0">
              <a:spcAft>
                <a:spcPts val="600"/>
              </a:spcAft>
              <a:buNone/>
            </a:pPr>
            <a:r>
              <a:rPr lang="en-US" sz="1200" dirty="0">
                <a:solidFill>
                  <a:srgbClr val="6F6785"/>
                </a:solidFill>
                <a:latin typeface="Calibri" pitchFamily="34" charset="0"/>
                <a:ea typeface="Calibri" pitchFamily="34" charset="-122"/>
                <a:cs typeface="Calibri" pitchFamily="34" charset="-120"/>
              </a:rPr>
              <a:t>Big, upright</a:t>
            </a:r>
            <a:endParaRPr lang="en-US" sz="1200" dirty="0"/>
          </a:p>
        </p:txBody>
      </p:sp>
      <p:sp>
        <p:nvSpPr>
          <p:cNvPr id="451" name="Text 448"/>
          <p:cNvSpPr/>
          <p:nvPr/>
        </p:nvSpPr>
        <p:spPr>
          <a:xfrm>
            <a:off x="457200" y="3840480"/>
            <a:ext cx="8229600" cy="548640"/>
          </a:xfrm>
          <a:prstGeom prst="rect">
            <a:avLst/>
          </a:prstGeom>
          <a:noFill/>
          <a:ln/>
        </p:spPr>
        <p:txBody>
          <a:bodyPr wrap="square" rtlCol="0" anchor="ctr"/>
          <a:lstStyle/>
          <a:p>
            <a:pPr algn="ctr" indent="0" marL="0">
              <a:buNone/>
            </a:pPr>
            <a:r>
              <a:rPr lang="en-US" sz="2400" b="1" dirty="0">
                <a:solidFill>
                  <a:srgbClr val="2A2140"/>
                </a:solidFill>
                <a:latin typeface="Segoe UI Black" pitchFamily="34" charset="0"/>
                <a:ea typeface="Segoe UI Black" pitchFamily="34" charset="-122"/>
                <a:cs typeface="Segoe UI Black" pitchFamily="34" charset="-120"/>
              </a:rPr>
              <a:t>All of them. You knew instantly. How?</a:t>
            </a:r>
            <a:endParaRPr lang="en-US" sz="24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Nobody handed you a rulebook.</a:t>
            </a:r>
            <a:endParaRPr lang="en-US" sz="3400" dirty="0"/>
          </a:p>
        </p:txBody>
      </p:sp>
      <p:sp>
        <p:nvSpPr>
          <p:cNvPr id="4" name="Shape 1"/>
          <p:cNvSpPr/>
          <p:nvPr/>
        </p:nvSpPr>
        <p:spPr>
          <a:xfrm>
            <a:off x="457200" y="1344168"/>
            <a:ext cx="4937760" cy="2651760"/>
          </a:xfrm>
          <a:prstGeom prst="roundRect">
            <a:avLst>
              <a:gd name="adj" fmla="val 6207"/>
            </a:avLst>
          </a:prstGeom>
          <a:solidFill>
            <a:srgbClr val="F0E4D0"/>
          </a:solidFill>
          <a:ln w="12700">
            <a:solidFill>
              <a:srgbClr val="F0E4D0"/>
            </a:solidFill>
            <a:prstDash val="solid"/>
          </a:ln>
        </p:spPr>
      </p:sp>
      <p:sp>
        <p:nvSpPr>
          <p:cNvPr id="5" name="Shape 2"/>
          <p:cNvSpPr/>
          <p:nvPr/>
        </p:nvSpPr>
        <p:spPr>
          <a:xfrm>
            <a:off x="457200" y="1280160"/>
            <a:ext cx="4937760" cy="2651760"/>
          </a:xfrm>
          <a:prstGeom prst="roundRect">
            <a:avLst>
              <a:gd name="adj" fmla="val 6207"/>
            </a:avLst>
          </a:prstGeom>
          <a:solidFill>
            <a:srgbClr val="FFFFFF"/>
          </a:solidFill>
          <a:ln w="12700">
            <a:solidFill>
              <a:srgbClr val="FFFFFF"/>
            </a:solidFill>
            <a:prstDash val="solid"/>
          </a:ln>
        </p:spPr>
      </p:sp>
      <p:sp>
        <p:nvSpPr>
          <p:cNvPr id="6" name="Text 3"/>
          <p:cNvSpPr/>
          <p:nvPr/>
        </p:nvSpPr>
        <p:spPr>
          <a:xfrm>
            <a:off x="731520" y="1463040"/>
            <a:ext cx="4389120" cy="2286000"/>
          </a:xfrm>
          <a:prstGeom prst="rect">
            <a:avLst/>
          </a:prstGeom>
          <a:noFill/>
          <a:ln/>
        </p:spPr>
        <p:txBody>
          <a:bodyPr wrap="square" rtlCol="0" anchor="t"/>
          <a:lstStyle/>
          <a:p>
            <a:pPr indent="0" marL="0">
              <a:spcAft>
                <a:spcPts val="600"/>
              </a:spcAft>
              <a:buNone/>
            </a:pPr>
            <a:r>
              <a:rPr lang="en-US" sz="1700" dirty="0">
                <a:solidFill>
                  <a:srgbClr val="2A2140"/>
                </a:solidFill>
                <a:latin typeface="Calibri" pitchFamily="34" charset="0"/>
                <a:ea typeface="Calibri" pitchFamily="34" charset="-122"/>
                <a:cs typeface="Calibri" pitchFamily="34" charset="-120"/>
              </a:rPr>
              <a:t>You saw hundreds of mangoes.</a:t>
            </a:r>
            <a:endParaRPr lang="en-US" sz="1700" dirty="0"/>
          </a:p>
          <a:p>
            <a:pPr indent="0" marL="0">
              <a:spcAft>
                <a:spcPts val="600"/>
              </a:spcAft>
              <a:buNone/>
            </a:pPr>
            <a:r>
              <a:rPr lang="en-US" sz="1700" dirty="0">
                <a:solidFill>
                  <a:srgbClr val="2A2140"/>
                </a:solidFill>
                <a:latin typeface="Calibri" pitchFamily="34" charset="0"/>
                <a:ea typeface="Calibri" pitchFamily="34" charset="-122"/>
                <a:cs typeface="Calibri" pitchFamily="34" charset="-120"/>
              </a:rPr>
              <a:t>In the bazaar. On the tree. Cut on a plate. Badly drawn by a cousin.</a:t>
            </a:r>
            <a:endParaRPr lang="en-US" sz="1700" dirty="0"/>
          </a:p>
          <a:p>
            <a:pPr indent="0" marL="0">
              <a:spcAft>
                <a:spcPts val="600"/>
              </a:spcAft>
              <a:buNone/>
            </a:pPr>
            <a:endParaRPr lang="en-US" sz="1700" dirty="0"/>
          </a:p>
          <a:p>
            <a:pPr indent="0" marL="0">
              <a:spcAft>
                <a:spcPts val="600"/>
              </a:spcAft>
              <a:buNone/>
            </a:pPr>
            <a:r>
              <a:rPr lang="en-US" sz="1700" dirty="0">
                <a:solidFill>
                  <a:srgbClr val="2A2140"/>
                </a:solidFill>
                <a:latin typeface="Calibri" pitchFamily="34" charset="0"/>
                <a:ea typeface="Calibri" pitchFamily="34" charset="-122"/>
                <a:cs typeface="Calibri" pitchFamily="34" charset="-120"/>
              </a:rPr>
              <a:t>Every single one nudged your idea of “mango” a tiny bit.</a:t>
            </a:r>
            <a:endParaRPr lang="en-US" sz="1700" dirty="0"/>
          </a:p>
        </p:txBody>
      </p:sp>
      <p:sp>
        <p:nvSpPr>
          <p:cNvPr id="7" name="Shape 4"/>
          <p:cNvSpPr/>
          <p:nvPr/>
        </p:nvSpPr>
        <p:spPr>
          <a:xfrm>
            <a:off x="5760720" y="1344168"/>
            <a:ext cx="2926080" cy="2651760"/>
          </a:xfrm>
          <a:prstGeom prst="roundRect">
            <a:avLst>
              <a:gd name="adj" fmla="val 6207"/>
            </a:avLst>
          </a:prstGeom>
          <a:solidFill>
            <a:srgbClr val="F0E4D0"/>
          </a:solidFill>
          <a:ln w="12700">
            <a:solidFill>
              <a:srgbClr val="F0E4D0"/>
            </a:solidFill>
            <a:prstDash val="solid"/>
          </a:ln>
        </p:spPr>
      </p:sp>
      <p:sp>
        <p:nvSpPr>
          <p:cNvPr id="8" name="Shape 5"/>
          <p:cNvSpPr/>
          <p:nvPr/>
        </p:nvSpPr>
        <p:spPr>
          <a:xfrm>
            <a:off x="5760720" y="1280160"/>
            <a:ext cx="2926080" cy="2651760"/>
          </a:xfrm>
          <a:prstGeom prst="roundRect">
            <a:avLst>
              <a:gd name="adj" fmla="val 6207"/>
            </a:avLst>
          </a:prstGeom>
          <a:solidFill>
            <a:srgbClr val="FFF1DC"/>
          </a:solidFill>
          <a:ln w="12700">
            <a:solidFill>
              <a:srgbClr val="FFF1DC"/>
            </a:solidFill>
            <a:prstDash val="solid"/>
          </a:ln>
        </p:spPr>
      </p:sp>
      <p:sp>
        <p:nvSpPr>
          <p:cNvPr id="9" name="Text 6"/>
          <p:cNvSpPr/>
          <p:nvPr/>
        </p:nvSpPr>
        <p:spPr>
          <a:xfrm>
            <a:off x="5760720" y="1371600"/>
            <a:ext cx="2926080" cy="2468880"/>
          </a:xfrm>
          <a:prstGeom prst="rect">
            <a:avLst/>
          </a:prstGeom>
          <a:noFill/>
          <a:ln/>
        </p:spPr>
        <p:txBody>
          <a:bodyPr wrap="square" rtlCol="0" anchor="ctr"/>
          <a:lstStyle/>
          <a:p>
            <a:pPr algn="ctr" indent="0" marL="0">
              <a:buNone/>
            </a:pPr>
            <a:r>
              <a:rPr lang="en-US" sz="3600" b="1" dirty="0">
                <a:solidFill>
                  <a:srgbClr val="D9651F"/>
                </a:solidFill>
                <a:latin typeface="Segoe UI Black" pitchFamily="34" charset="0"/>
                <a:ea typeface="Segoe UI Black" pitchFamily="34" charset="-122"/>
                <a:cs typeface="Segoe UI Black" pitchFamily="34" charset="-120"/>
              </a:rPr>
              <a:t>Learning</a:t>
            </a:r>
            <a:endParaRPr lang="en-US" sz="3600" dirty="0"/>
          </a:p>
          <a:p>
            <a:pPr algn="ctr" indent="0" marL="0">
              <a:buNone/>
            </a:pPr>
            <a:r>
              <a:rPr lang="en-US" sz="3600" b="1" dirty="0">
                <a:solidFill>
                  <a:srgbClr val="D9651F"/>
                </a:solidFill>
                <a:latin typeface="Segoe UI Black" pitchFamily="34" charset="0"/>
                <a:ea typeface="Segoe UI Black" pitchFamily="34" charset="-122"/>
                <a:cs typeface="Segoe UI Black" pitchFamily="34" charset="-120"/>
              </a:rPr>
              <a:t>from</a:t>
            </a:r>
            <a:endParaRPr lang="en-US" sz="3600" dirty="0"/>
          </a:p>
          <a:p>
            <a:pPr algn="ctr" indent="0" marL="0">
              <a:buNone/>
            </a:pPr>
            <a:r>
              <a:rPr lang="en-US" sz="3600" b="1" dirty="0">
                <a:solidFill>
                  <a:srgbClr val="D9651F"/>
                </a:solidFill>
                <a:latin typeface="Segoe UI Black" pitchFamily="34" charset="0"/>
                <a:ea typeface="Segoe UI Black" pitchFamily="34" charset="-122"/>
                <a:cs typeface="Segoe UI Black" pitchFamily="34" charset="-120"/>
              </a:rPr>
              <a:t>examples</a:t>
            </a:r>
            <a:endParaRPr lang="en-US" sz="3600" dirty="0"/>
          </a:p>
        </p:txBody>
      </p:sp>
      <p:sp>
        <p:nvSpPr>
          <p:cNvPr id="10" name="Text 7"/>
          <p:cNvSpPr/>
          <p:nvPr/>
        </p:nvSpPr>
        <p:spPr>
          <a:xfrm>
            <a:off x="457200" y="4160520"/>
            <a:ext cx="8229600" cy="457200"/>
          </a:xfrm>
          <a:prstGeom prst="rect">
            <a:avLst/>
          </a:prstGeom>
          <a:noFill/>
          <a:ln/>
        </p:spPr>
        <p:txBody>
          <a:bodyPr wrap="square" rtlCol="0" anchor="t"/>
          <a:lstStyle/>
          <a:p>
            <a:pPr algn="ctr" indent="0" marL="0">
              <a:buNone/>
            </a:pPr>
            <a:r>
              <a:rPr lang="en-US" sz="1600" dirty="0">
                <a:solidFill>
                  <a:srgbClr val="6F6785"/>
                </a:solidFill>
                <a:latin typeface="Calibri" pitchFamily="34" charset="0"/>
                <a:ea typeface="Calibri" pitchFamily="34" charset="-122"/>
                <a:cs typeface="Calibri" pitchFamily="34" charset="-120"/>
              </a:rPr>
              <a:t>Machines can do this too. That is what “AI” mostly means today.</a:t>
            </a:r>
            <a:endParaRPr lang="en-US" sz="16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Try writing the rules.</a:t>
            </a:r>
            <a:endParaRPr lang="en-US" sz="3400" dirty="0"/>
          </a:p>
        </p:txBody>
      </p:sp>
      <p:sp>
        <p:nvSpPr>
          <p:cNvPr id="4" name="Shape 1"/>
          <p:cNvSpPr/>
          <p:nvPr/>
        </p:nvSpPr>
        <p:spPr>
          <a:xfrm>
            <a:off x="457200" y="1298448"/>
            <a:ext cx="3931920" cy="2834640"/>
          </a:xfrm>
          <a:prstGeom prst="roundRect">
            <a:avLst>
              <a:gd name="adj" fmla="val 5806"/>
            </a:avLst>
          </a:prstGeom>
          <a:solidFill>
            <a:srgbClr val="F0E4D0"/>
          </a:solidFill>
          <a:ln w="12700">
            <a:solidFill>
              <a:srgbClr val="F0E4D0"/>
            </a:solidFill>
            <a:prstDash val="solid"/>
          </a:ln>
        </p:spPr>
      </p:sp>
      <p:sp>
        <p:nvSpPr>
          <p:cNvPr id="5" name="Shape 2"/>
          <p:cNvSpPr/>
          <p:nvPr/>
        </p:nvSpPr>
        <p:spPr>
          <a:xfrm>
            <a:off x="457200" y="1234440"/>
            <a:ext cx="3931920" cy="2834640"/>
          </a:xfrm>
          <a:prstGeom prst="roundRect">
            <a:avLst>
              <a:gd name="adj" fmla="val 5806"/>
            </a:avLst>
          </a:prstGeom>
          <a:solidFill>
            <a:srgbClr val="FFFFFF"/>
          </a:solidFill>
          <a:ln w="12700">
            <a:solidFill>
              <a:srgbClr val="FFFFFF"/>
            </a:solidFill>
            <a:prstDash val="solid"/>
          </a:ln>
        </p:spPr>
      </p:sp>
      <p:sp>
        <p:nvSpPr>
          <p:cNvPr id="6" name="Text 3"/>
          <p:cNvSpPr/>
          <p:nvPr/>
        </p:nvSpPr>
        <p:spPr>
          <a:xfrm>
            <a:off x="731520" y="1417320"/>
            <a:ext cx="3474720" cy="411480"/>
          </a:xfrm>
          <a:prstGeom prst="rect">
            <a:avLst/>
          </a:prstGeom>
          <a:noFill/>
          <a:ln/>
        </p:spPr>
        <p:txBody>
          <a:bodyPr wrap="square" rtlCol="0" anchor="t"/>
          <a:lstStyle/>
          <a:p>
            <a:pPr indent="0" marL="0">
              <a:spcAft>
                <a:spcPts val="600"/>
              </a:spcAft>
              <a:buNone/>
            </a:pPr>
            <a:r>
              <a:rPr lang="en-US" sz="1800" b="1" dirty="0">
                <a:solidFill>
                  <a:srgbClr val="2378BD"/>
                </a:solidFill>
                <a:latin typeface="Calibri" pitchFamily="34" charset="0"/>
                <a:ea typeface="Calibri" pitchFamily="34" charset="-122"/>
                <a:cs typeface="Calibri" pitchFamily="34" charset="-120"/>
              </a:rPr>
              <a:t>IF it is orange…</a:t>
            </a:r>
            <a:endParaRPr lang="en-US" sz="1800" dirty="0"/>
          </a:p>
        </p:txBody>
      </p:sp>
      <p:sp>
        <p:nvSpPr>
          <p:cNvPr id="7" name="Text 4"/>
          <p:cNvSpPr/>
          <p:nvPr/>
        </p:nvSpPr>
        <p:spPr>
          <a:xfrm>
            <a:off x="731520" y="1965960"/>
            <a:ext cx="3474720" cy="411480"/>
          </a:xfrm>
          <a:prstGeom prst="rect">
            <a:avLst/>
          </a:prstGeom>
          <a:noFill/>
          <a:ln/>
        </p:spPr>
        <p:txBody>
          <a:bodyPr wrap="square" rtlCol="0" anchor="t"/>
          <a:lstStyle/>
          <a:p>
            <a:pPr indent="0" marL="0">
              <a:spcAft>
                <a:spcPts val="600"/>
              </a:spcAft>
              <a:buNone/>
            </a:pPr>
            <a:r>
              <a:rPr lang="en-US" sz="1800" b="1" dirty="0">
                <a:solidFill>
                  <a:srgbClr val="2378BD"/>
                </a:solidFill>
                <a:latin typeface="Calibri" pitchFamily="34" charset="0"/>
                <a:ea typeface="Calibri" pitchFamily="34" charset="-122"/>
                <a:cs typeface="Calibri" pitchFamily="34" charset="-120"/>
              </a:rPr>
              <a:t>IF it is round-ish…</a:t>
            </a:r>
            <a:endParaRPr lang="en-US" sz="1800" dirty="0"/>
          </a:p>
        </p:txBody>
      </p:sp>
      <p:sp>
        <p:nvSpPr>
          <p:cNvPr id="8" name="Text 5"/>
          <p:cNvSpPr/>
          <p:nvPr/>
        </p:nvSpPr>
        <p:spPr>
          <a:xfrm>
            <a:off x="731520" y="2514600"/>
            <a:ext cx="3474720" cy="411480"/>
          </a:xfrm>
          <a:prstGeom prst="rect">
            <a:avLst/>
          </a:prstGeom>
          <a:noFill/>
          <a:ln/>
        </p:spPr>
        <p:txBody>
          <a:bodyPr wrap="square" rtlCol="0" anchor="t"/>
          <a:lstStyle/>
          <a:p>
            <a:pPr indent="0" marL="0">
              <a:spcAft>
                <a:spcPts val="600"/>
              </a:spcAft>
              <a:buNone/>
            </a:pPr>
            <a:r>
              <a:rPr lang="en-US" sz="1800" b="1" dirty="0">
                <a:solidFill>
                  <a:srgbClr val="2378BD"/>
                </a:solidFill>
                <a:latin typeface="Calibri" pitchFamily="34" charset="0"/>
                <a:ea typeface="Calibri" pitchFamily="34" charset="-122"/>
                <a:cs typeface="Calibri" pitchFamily="34" charset="-120"/>
              </a:rPr>
              <a:t>IF it has a stem…</a:t>
            </a:r>
            <a:endParaRPr lang="en-US" sz="1800" dirty="0"/>
          </a:p>
        </p:txBody>
      </p:sp>
      <p:sp>
        <p:nvSpPr>
          <p:cNvPr id="9" name="Text 6"/>
          <p:cNvSpPr/>
          <p:nvPr/>
        </p:nvSpPr>
        <p:spPr>
          <a:xfrm>
            <a:off x="731520" y="3063240"/>
            <a:ext cx="3474720" cy="411480"/>
          </a:xfrm>
          <a:prstGeom prst="rect">
            <a:avLst/>
          </a:prstGeom>
          <a:noFill/>
          <a:ln/>
        </p:spPr>
        <p:txBody>
          <a:bodyPr wrap="square" rtlCol="0" anchor="t"/>
          <a:lstStyle/>
          <a:p>
            <a:pPr indent="0" marL="0">
              <a:spcAft>
                <a:spcPts val="600"/>
              </a:spcAft>
              <a:buNone/>
            </a:pPr>
            <a:r>
              <a:rPr lang="en-US" sz="1800" b="1" dirty="0">
                <a:solidFill>
                  <a:srgbClr val="2378BD"/>
                </a:solidFill>
                <a:latin typeface="Calibri" pitchFamily="34" charset="0"/>
                <a:ea typeface="Calibri" pitchFamily="34" charset="-122"/>
                <a:cs typeface="Calibri" pitchFamily="34" charset="-120"/>
              </a:rPr>
              <a:t>IF it smells sweet…</a:t>
            </a:r>
            <a:endParaRPr lang="en-US" sz="1800" dirty="0"/>
          </a:p>
        </p:txBody>
      </p:sp>
      <p:sp>
        <p:nvSpPr>
          <p:cNvPr id="10" name="Shape 7"/>
          <p:cNvSpPr/>
          <p:nvPr/>
        </p:nvSpPr>
        <p:spPr>
          <a:xfrm>
            <a:off x="4754880" y="1298448"/>
            <a:ext cx="3931920" cy="2834640"/>
          </a:xfrm>
          <a:prstGeom prst="roundRect">
            <a:avLst>
              <a:gd name="adj" fmla="val 5806"/>
            </a:avLst>
          </a:prstGeom>
          <a:solidFill>
            <a:srgbClr val="F0E4D0"/>
          </a:solidFill>
          <a:ln w="12700">
            <a:solidFill>
              <a:srgbClr val="F0E4D0"/>
            </a:solidFill>
            <a:prstDash val="solid"/>
          </a:ln>
        </p:spPr>
      </p:sp>
      <p:sp>
        <p:nvSpPr>
          <p:cNvPr id="11" name="Shape 8"/>
          <p:cNvSpPr/>
          <p:nvPr/>
        </p:nvSpPr>
        <p:spPr>
          <a:xfrm>
            <a:off x="4754880" y="1234440"/>
            <a:ext cx="3931920" cy="2834640"/>
          </a:xfrm>
          <a:prstGeom prst="roundRect">
            <a:avLst>
              <a:gd name="adj" fmla="val 5806"/>
            </a:avLst>
          </a:prstGeom>
          <a:solidFill>
            <a:srgbClr val="FFF1DC"/>
          </a:solidFill>
          <a:ln w="12700">
            <a:solidFill>
              <a:srgbClr val="FFF1DC"/>
            </a:solidFill>
            <a:prstDash val="solid"/>
          </a:ln>
        </p:spPr>
      </p:sp>
      <p:sp>
        <p:nvSpPr>
          <p:cNvPr id="12" name="Text 9"/>
          <p:cNvSpPr/>
          <p:nvPr/>
        </p:nvSpPr>
        <p:spPr>
          <a:xfrm>
            <a:off x="4983480" y="1417320"/>
            <a:ext cx="3566160" cy="2560320"/>
          </a:xfrm>
          <a:prstGeom prst="rect">
            <a:avLst/>
          </a:prstGeom>
          <a:noFill/>
          <a:ln/>
        </p:spPr>
        <p:txBody>
          <a:bodyPr wrap="square" rtlCol="0" anchor="t"/>
          <a:lstStyle/>
          <a:p>
            <a:pPr marL="342900" indent="-342900">
              <a:spcAft>
                <a:spcPts val="800"/>
              </a:spcAft>
              <a:buSzPct val="100000"/>
              <a:buChar char="●"/>
            </a:pPr>
            <a:r>
              <a:rPr lang="en-US" sz="1600" dirty="0">
                <a:solidFill>
                  <a:srgbClr val="2A2140"/>
                </a:solidFill>
                <a:latin typeface="Calibri" pitchFamily="34" charset="0"/>
                <a:ea typeface="Calibri" pitchFamily="34" charset="-122"/>
                <a:cs typeface="Calibri" pitchFamily="34" charset="-120"/>
              </a:rPr>
              <a:t>A raw mango is green.</a:t>
            </a:r>
            <a:endParaRPr lang="en-US" sz="1600" dirty="0"/>
          </a:p>
          <a:p>
            <a:pPr marL="342900" indent="-342900">
              <a:spcAft>
                <a:spcPts val="800"/>
              </a:spcAft>
              <a:buSzPct val="100000"/>
              <a:buChar char="●"/>
            </a:pPr>
            <a:r>
              <a:rPr lang="en-US" sz="1600" dirty="0">
                <a:solidFill>
                  <a:srgbClr val="2A2140"/>
                </a:solidFill>
                <a:latin typeface="Calibri" pitchFamily="34" charset="0"/>
                <a:ea typeface="Calibri" pitchFamily="34" charset="-122"/>
                <a:cs typeface="Calibri" pitchFamily="34" charset="-120"/>
              </a:rPr>
              <a:t>An orange is round and orange.</a:t>
            </a:r>
            <a:endParaRPr lang="en-US" sz="1600" dirty="0"/>
          </a:p>
          <a:p>
            <a:pPr marL="342900" indent="-342900">
              <a:spcAft>
                <a:spcPts val="800"/>
              </a:spcAft>
              <a:buSzPct val="100000"/>
              <a:buChar char="●"/>
            </a:pPr>
            <a:r>
              <a:rPr lang="en-US" sz="1600" dirty="0">
                <a:solidFill>
                  <a:srgbClr val="2A2140"/>
                </a:solidFill>
                <a:latin typeface="Calibri" pitchFamily="34" charset="0"/>
                <a:ea typeface="Calibri" pitchFamily="34" charset="-122"/>
                <a:cs typeface="Calibri" pitchFamily="34" charset="-120"/>
              </a:rPr>
              <a:t>Half the mangoes in the market have no stem.</a:t>
            </a:r>
            <a:endParaRPr lang="en-US" sz="1600" dirty="0"/>
          </a:p>
          <a:p>
            <a:pPr marL="342900" indent="-342900">
              <a:spcAft>
                <a:spcPts val="800"/>
              </a:spcAft>
              <a:buSzPct val="100000"/>
              <a:buChar char="●"/>
            </a:pPr>
            <a:r>
              <a:rPr lang="en-US" sz="1600" dirty="0">
                <a:solidFill>
                  <a:srgbClr val="2A2140"/>
                </a:solidFill>
                <a:latin typeface="Calibri" pitchFamily="34" charset="0"/>
                <a:ea typeface="Calibri" pitchFamily="34" charset="-122"/>
                <a:cs typeface="Calibri" pitchFamily="34" charset="-120"/>
              </a:rPr>
              <a:t>A drawing smells of nothing.</a:t>
            </a:r>
            <a:endParaRPr lang="en-US" sz="1600" dirty="0"/>
          </a:p>
        </p:txBody>
      </p:sp>
      <p:sp>
        <p:nvSpPr>
          <p:cNvPr id="13" name="Text 10"/>
          <p:cNvSpPr/>
          <p:nvPr/>
        </p:nvSpPr>
        <p:spPr>
          <a:xfrm>
            <a:off x="2926080" y="4297680"/>
            <a:ext cx="3291840" cy="329184"/>
          </a:xfrm>
          <a:prstGeom prst="roundRect">
            <a:avLst>
              <a:gd name="adj" fmla="val 50000"/>
            </a:avLst>
          </a:prstGeom>
          <a:solidFill>
            <a:srgbClr val="E85D9C"/>
          </a:solidFill>
          <a:ln>
            <a:solidFill>
              <a:srgbClr val="E85D9C"/>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RULES BREAK. EXAMPLES BEND.</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How a computer sees your drawing.</a:t>
            </a:r>
            <a:endParaRPr lang="en-US" sz="3400" dirty="0"/>
          </a:p>
        </p:txBody>
      </p:sp>
      <p:sp>
        <p:nvSpPr>
          <p:cNvPr id="4" name="Shape 1"/>
          <p:cNvSpPr/>
          <p:nvPr/>
        </p:nvSpPr>
        <p:spPr>
          <a:xfrm>
            <a:off x="585216" y="1225296"/>
            <a:ext cx="2761488" cy="2761488"/>
          </a:xfrm>
          <a:prstGeom prst="roundRect">
            <a:avLst>
              <a:gd name="adj" fmla="val 3311"/>
            </a:avLst>
          </a:prstGeom>
          <a:solidFill>
            <a:srgbClr val="FFFFFF"/>
          </a:solidFill>
          <a:ln w="19050">
            <a:solidFill>
              <a:srgbClr val="F0E4D0"/>
            </a:solidFill>
            <a:prstDash val="solid"/>
          </a:ln>
        </p:spPr>
      </p:sp>
      <p:sp>
        <p:nvSpPr>
          <p:cNvPr id="5" name="Shape 2"/>
          <p:cNvSpPr/>
          <p:nvPr/>
        </p:nvSpPr>
        <p:spPr>
          <a:xfrm>
            <a:off x="1965960" y="1280160"/>
            <a:ext cx="165735" cy="165735"/>
          </a:xfrm>
          <a:prstGeom prst="rect">
            <a:avLst/>
          </a:prstGeom>
          <a:solidFill>
            <a:srgbClr val="2A2140"/>
          </a:solidFill>
          <a:ln w="12700">
            <a:solidFill>
              <a:srgbClr val="2A2140"/>
            </a:solidFill>
            <a:prstDash val="solid"/>
          </a:ln>
        </p:spPr>
      </p:sp>
      <p:sp>
        <p:nvSpPr>
          <p:cNvPr id="6" name="Shape 3"/>
          <p:cNvSpPr/>
          <p:nvPr/>
        </p:nvSpPr>
        <p:spPr>
          <a:xfrm>
            <a:off x="1965960" y="1445895"/>
            <a:ext cx="165735" cy="165735"/>
          </a:xfrm>
          <a:prstGeom prst="rect">
            <a:avLst/>
          </a:prstGeom>
          <a:solidFill>
            <a:srgbClr val="2A2140"/>
          </a:solidFill>
          <a:ln w="12700">
            <a:solidFill>
              <a:srgbClr val="2A2140"/>
            </a:solidFill>
            <a:prstDash val="solid"/>
          </a:ln>
        </p:spPr>
      </p:sp>
      <p:sp>
        <p:nvSpPr>
          <p:cNvPr id="7" name="Shape 4"/>
          <p:cNvSpPr/>
          <p:nvPr/>
        </p:nvSpPr>
        <p:spPr>
          <a:xfrm>
            <a:off x="1965960" y="1611630"/>
            <a:ext cx="165735" cy="165735"/>
          </a:xfrm>
          <a:prstGeom prst="rect">
            <a:avLst/>
          </a:prstGeom>
          <a:solidFill>
            <a:srgbClr val="2A2140"/>
          </a:solidFill>
          <a:ln w="12700">
            <a:solidFill>
              <a:srgbClr val="2A2140"/>
            </a:solidFill>
            <a:prstDash val="solid"/>
          </a:ln>
        </p:spPr>
      </p:sp>
      <p:sp>
        <p:nvSpPr>
          <p:cNvPr id="8" name="Shape 5"/>
          <p:cNvSpPr/>
          <p:nvPr/>
        </p:nvSpPr>
        <p:spPr>
          <a:xfrm>
            <a:off x="1634490" y="1777365"/>
            <a:ext cx="165735" cy="165735"/>
          </a:xfrm>
          <a:prstGeom prst="rect">
            <a:avLst/>
          </a:prstGeom>
          <a:solidFill>
            <a:srgbClr val="2A2140"/>
          </a:solidFill>
          <a:ln w="12700">
            <a:solidFill>
              <a:srgbClr val="2A2140"/>
            </a:solidFill>
            <a:prstDash val="solid"/>
          </a:ln>
        </p:spPr>
      </p:sp>
      <p:sp>
        <p:nvSpPr>
          <p:cNvPr id="9" name="Shape 6"/>
          <p:cNvSpPr/>
          <p:nvPr/>
        </p:nvSpPr>
        <p:spPr>
          <a:xfrm>
            <a:off x="1800225" y="1777365"/>
            <a:ext cx="165735" cy="165735"/>
          </a:xfrm>
          <a:prstGeom prst="rect">
            <a:avLst/>
          </a:prstGeom>
          <a:solidFill>
            <a:srgbClr val="2A2140"/>
          </a:solidFill>
          <a:ln w="12700">
            <a:solidFill>
              <a:srgbClr val="2A2140"/>
            </a:solidFill>
            <a:prstDash val="solid"/>
          </a:ln>
        </p:spPr>
      </p:sp>
      <p:sp>
        <p:nvSpPr>
          <p:cNvPr id="10" name="Shape 7"/>
          <p:cNvSpPr/>
          <p:nvPr/>
        </p:nvSpPr>
        <p:spPr>
          <a:xfrm>
            <a:off x="1965960" y="1777365"/>
            <a:ext cx="165735" cy="165735"/>
          </a:xfrm>
          <a:prstGeom prst="rect">
            <a:avLst/>
          </a:prstGeom>
          <a:solidFill>
            <a:srgbClr val="2A2140"/>
          </a:solidFill>
          <a:ln w="12700">
            <a:solidFill>
              <a:srgbClr val="2A2140"/>
            </a:solidFill>
            <a:prstDash val="solid"/>
          </a:ln>
        </p:spPr>
      </p:sp>
      <p:sp>
        <p:nvSpPr>
          <p:cNvPr id="11" name="Shape 8"/>
          <p:cNvSpPr/>
          <p:nvPr/>
        </p:nvSpPr>
        <p:spPr>
          <a:xfrm>
            <a:off x="2131695" y="1777365"/>
            <a:ext cx="165735" cy="165735"/>
          </a:xfrm>
          <a:prstGeom prst="rect">
            <a:avLst/>
          </a:prstGeom>
          <a:solidFill>
            <a:srgbClr val="2A2140"/>
          </a:solidFill>
          <a:ln w="12700">
            <a:solidFill>
              <a:srgbClr val="2A2140"/>
            </a:solidFill>
            <a:prstDash val="solid"/>
          </a:ln>
        </p:spPr>
      </p:sp>
      <p:sp>
        <p:nvSpPr>
          <p:cNvPr id="12" name="Shape 9"/>
          <p:cNvSpPr/>
          <p:nvPr/>
        </p:nvSpPr>
        <p:spPr>
          <a:xfrm>
            <a:off x="2297430" y="1777365"/>
            <a:ext cx="165735" cy="165735"/>
          </a:xfrm>
          <a:prstGeom prst="rect">
            <a:avLst/>
          </a:prstGeom>
          <a:solidFill>
            <a:srgbClr val="2A2140"/>
          </a:solidFill>
          <a:ln w="12700">
            <a:solidFill>
              <a:srgbClr val="2A2140"/>
            </a:solidFill>
            <a:prstDash val="solid"/>
          </a:ln>
        </p:spPr>
      </p:sp>
      <p:sp>
        <p:nvSpPr>
          <p:cNvPr id="13" name="Shape 10"/>
          <p:cNvSpPr/>
          <p:nvPr/>
        </p:nvSpPr>
        <p:spPr>
          <a:xfrm>
            <a:off x="2463165" y="1777365"/>
            <a:ext cx="165735" cy="165735"/>
          </a:xfrm>
          <a:prstGeom prst="rect">
            <a:avLst/>
          </a:prstGeom>
          <a:solidFill>
            <a:srgbClr val="2A2140"/>
          </a:solidFill>
          <a:ln w="12700">
            <a:solidFill>
              <a:srgbClr val="2A2140"/>
            </a:solidFill>
            <a:prstDash val="solid"/>
          </a:ln>
        </p:spPr>
      </p:sp>
      <p:sp>
        <p:nvSpPr>
          <p:cNvPr id="14" name="Shape 11"/>
          <p:cNvSpPr/>
          <p:nvPr/>
        </p:nvSpPr>
        <p:spPr>
          <a:xfrm>
            <a:off x="2628900" y="1777365"/>
            <a:ext cx="165735" cy="165735"/>
          </a:xfrm>
          <a:prstGeom prst="rect">
            <a:avLst/>
          </a:prstGeom>
          <a:solidFill>
            <a:srgbClr val="2A2140"/>
          </a:solidFill>
          <a:ln w="12700">
            <a:solidFill>
              <a:srgbClr val="2A2140"/>
            </a:solidFill>
            <a:prstDash val="solid"/>
          </a:ln>
        </p:spPr>
      </p:sp>
      <p:sp>
        <p:nvSpPr>
          <p:cNvPr id="15" name="Shape 12"/>
          <p:cNvSpPr/>
          <p:nvPr/>
        </p:nvSpPr>
        <p:spPr>
          <a:xfrm>
            <a:off x="1303020" y="1943100"/>
            <a:ext cx="165735" cy="165735"/>
          </a:xfrm>
          <a:prstGeom prst="rect">
            <a:avLst/>
          </a:prstGeom>
          <a:solidFill>
            <a:srgbClr val="2A2140"/>
          </a:solidFill>
          <a:ln w="12700">
            <a:solidFill>
              <a:srgbClr val="2A2140"/>
            </a:solidFill>
            <a:prstDash val="solid"/>
          </a:ln>
        </p:spPr>
      </p:sp>
      <p:sp>
        <p:nvSpPr>
          <p:cNvPr id="16" name="Shape 13"/>
          <p:cNvSpPr/>
          <p:nvPr/>
        </p:nvSpPr>
        <p:spPr>
          <a:xfrm>
            <a:off x="1468755" y="1943100"/>
            <a:ext cx="165735" cy="165735"/>
          </a:xfrm>
          <a:prstGeom prst="rect">
            <a:avLst/>
          </a:prstGeom>
          <a:solidFill>
            <a:srgbClr val="2A2140"/>
          </a:solidFill>
          <a:ln w="12700">
            <a:solidFill>
              <a:srgbClr val="2A2140"/>
            </a:solidFill>
            <a:prstDash val="solid"/>
          </a:ln>
        </p:spPr>
      </p:sp>
      <p:sp>
        <p:nvSpPr>
          <p:cNvPr id="17" name="Shape 14"/>
          <p:cNvSpPr/>
          <p:nvPr/>
        </p:nvSpPr>
        <p:spPr>
          <a:xfrm>
            <a:off x="1634490" y="1943100"/>
            <a:ext cx="165735" cy="165735"/>
          </a:xfrm>
          <a:prstGeom prst="rect">
            <a:avLst/>
          </a:prstGeom>
          <a:solidFill>
            <a:srgbClr val="2A2140"/>
          </a:solidFill>
          <a:ln w="12700">
            <a:solidFill>
              <a:srgbClr val="2A2140"/>
            </a:solidFill>
            <a:prstDash val="solid"/>
          </a:ln>
        </p:spPr>
      </p:sp>
      <p:sp>
        <p:nvSpPr>
          <p:cNvPr id="18" name="Shape 15"/>
          <p:cNvSpPr/>
          <p:nvPr/>
        </p:nvSpPr>
        <p:spPr>
          <a:xfrm>
            <a:off x="1800225" y="1943100"/>
            <a:ext cx="165735" cy="165735"/>
          </a:xfrm>
          <a:prstGeom prst="rect">
            <a:avLst/>
          </a:prstGeom>
          <a:solidFill>
            <a:srgbClr val="2A2140"/>
          </a:solidFill>
          <a:ln w="12700">
            <a:solidFill>
              <a:srgbClr val="2A2140"/>
            </a:solidFill>
            <a:prstDash val="solid"/>
          </a:ln>
        </p:spPr>
      </p:sp>
      <p:sp>
        <p:nvSpPr>
          <p:cNvPr id="19" name="Shape 16"/>
          <p:cNvSpPr/>
          <p:nvPr/>
        </p:nvSpPr>
        <p:spPr>
          <a:xfrm>
            <a:off x="1965960" y="1943100"/>
            <a:ext cx="165735" cy="165735"/>
          </a:xfrm>
          <a:prstGeom prst="rect">
            <a:avLst/>
          </a:prstGeom>
          <a:solidFill>
            <a:srgbClr val="2A2140"/>
          </a:solidFill>
          <a:ln w="12700">
            <a:solidFill>
              <a:srgbClr val="2A2140"/>
            </a:solidFill>
            <a:prstDash val="solid"/>
          </a:ln>
        </p:spPr>
      </p:sp>
      <p:sp>
        <p:nvSpPr>
          <p:cNvPr id="20" name="Shape 17"/>
          <p:cNvSpPr/>
          <p:nvPr/>
        </p:nvSpPr>
        <p:spPr>
          <a:xfrm>
            <a:off x="2131695" y="1943100"/>
            <a:ext cx="165735" cy="165735"/>
          </a:xfrm>
          <a:prstGeom prst="rect">
            <a:avLst/>
          </a:prstGeom>
          <a:solidFill>
            <a:srgbClr val="2A2140"/>
          </a:solidFill>
          <a:ln w="12700">
            <a:solidFill>
              <a:srgbClr val="2A2140"/>
            </a:solidFill>
            <a:prstDash val="solid"/>
          </a:ln>
        </p:spPr>
      </p:sp>
      <p:sp>
        <p:nvSpPr>
          <p:cNvPr id="21" name="Shape 18"/>
          <p:cNvSpPr/>
          <p:nvPr/>
        </p:nvSpPr>
        <p:spPr>
          <a:xfrm>
            <a:off x="2297430" y="1943100"/>
            <a:ext cx="165735" cy="165735"/>
          </a:xfrm>
          <a:prstGeom prst="rect">
            <a:avLst/>
          </a:prstGeom>
          <a:solidFill>
            <a:srgbClr val="2A2140"/>
          </a:solidFill>
          <a:ln w="12700">
            <a:solidFill>
              <a:srgbClr val="2A2140"/>
            </a:solidFill>
            <a:prstDash val="solid"/>
          </a:ln>
        </p:spPr>
      </p:sp>
      <p:sp>
        <p:nvSpPr>
          <p:cNvPr id="22" name="Shape 19"/>
          <p:cNvSpPr/>
          <p:nvPr/>
        </p:nvSpPr>
        <p:spPr>
          <a:xfrm>
            <a:off x="2463165" y="1943100"/>
            <a:ext cx="165735" cy="165735"/>
          </a:xfrm>
          <a:prstGeom prst="rect">
            <a:avLst/>
          </a:prstGeom>
          <a:solidFill>
            <a:srgbClr val="2A2140"/>
          </a:solidFill>
          <a:ln w="12700">
            <a:solidFill>
              <a:srgbClr val="2A2140"/>
            </a:solidFill>
            <a:prstDash val="solid"/>
          </a:ln>
        </p:spPr>
      </p:sp>
      <p:sp>
        <p:nvSpPr>
          <p:cNvPr id="23" name="Shape 20"/>
          <p:cNvSpPr/>
          <p:nvPr/>
        </p:nvSpPr>
        <p:spPr>
          <a:xfrm>
            <a:off x="2628900" y="1943100"/>
            <a:ext cx="165735" cy="165735"/>
          </a:xfrm>
          <a:prstGeom prst="rect">
            <a:avLst/>
          </a:prstGeom>
          <a:solidFill>
            <a:srgbClr val="2A2140"/>
          </a:solidFill>
          <a:ln w="12700">
            <a:solidFill>
              <a:srgbClr val="2A2140"/>
            </a:solidFill>
            <a:prstDash val="solid"/>
          </a:ln>
        </p:spPr>
      </p:sp>
      <p:sp>
        <p:nvSpPr>
          <p:cNvPr id="24" name="Shape 21"/>
          <p:cNvSpPr/>
          <p:nvPr/>
        </p:nvSpPr>
        <p:spPr>
          <a:xfrm>
            <a:off x="2794635" y="1943100"/>
            <a:ext cx="165735" cy="165735"/>
          </a:xfrm>
          <a:prstGeom prst="rect">
            <a:avLst/>
          </a:prstGeom>
          <a:solidFill>
            <a:srgbClr val="2A2140"/>
          </a:solidFill>
          <a:ln w="12700">
            <a:solidFill>
              <a:srgbClr val="2A2140"/>
            </a:solidFill>
            <a:prstDash val="solid"/>
          </a:ln>
        </p:spPr>
      </p:sp>
      <p:sp>
        <p:nvSpPr>
          <p:cNvPr id="25" name="Shape 22"/>
          <p:cNvSpPr/>
          <p:nvPr/>
        </p:nvSpPr>
        <p:spPr>
          <a:xfrm>
            <a:off x="1137285" y="2108835"/>
            <a:ext cx="165735" cy="165735"/>
          </a:xfrm>
          <a:prstGeom prst="rect">
            <a:avLst/>
          </a:prstGeom>
          <a:solidFill>
            <a:srgbClr val="2A2140"/>
          </a:solidFill>
          <a:ln w="12700">
            <a:solidFill>
              <a:srgbClr val="2A2140"/>
            </a:solidFill>
            <a:prstDash val="solid"/>
          </a:ln>
        </p:spPr>
      </p:sp>
      <p:sp>
        <p:nvSpPr>
          <p:cNvPr id="26" name="Shape 23"/>
          <p:cNvSpPr/>
          <p:nvPr/>
        </p:nvSpPr>
        <p:spPr>
          <a:xfrm>
            <a:off x="1303020" y="2108835"/>
            <a:ext cx="165735" cy="165735"/>
          </a:xfrm>
          <a:prstGeom prst="rect">
            <a:avLst/>
          </a:prstGeom>
          <a:solidFill>
            <a:srgbClr val="2A2140"/>
          </a:solidFill>
          <a:ln w="12700">
            <a:solidFill>
              <a:srgbClr val="2A2140"/>
            </a:solidFill>
            <a:prstDash val="solid"/>
          </a:ln>
        </p:spPr>
      </p:sp>
      <p:sp>
        <p:nvSpPr>
          <p:cNvPr id="27" name="Shape 24"/>
          <p:cNvSpPr/>
          <p:nvPr/>
        </p:nvSpPr>
        <p:spPr>
          <a:xfrm>
            <a:off x="1468755" y="2108835"/>
            <a:ext cx="165735" cy="165735"/>
          </a:xfrm>
          <a:prstGeom prst="rect">
            <a:avLst/>
          </a:prstGeom>
          <a:solidFill>
            <a:srgbClr val="2A2140"/>
          </a:solidFill>
          <a:ln w="12700">
            <a:solidFill>
              <a:srgbClr val="2A2140"/>
            </a:solidFill>
            <a:prstDash val="solid"/>
          </a:ln>
        </p:spPr>
      </p:sp>
      <p:sp>
        <p:nvSpPr>
          <p:cNvPr id="28" name="Shape 25"/>
          <p:cNvSpPr/>
          <p:nvPr/>
        </p:nvSpPr>
        <p:spPr>
          <a:xfrm>
            <a:off x="1634490" y="2108835"/>
            <a:ext cx="165735" cy="165735"/>
          </a:xfrm>
          <a:prstGeom prst="rect">
            <a:avLst/>
          </a:prstGeom>
          <a:solidFill>
            <a:srgbClr val="2A2140"/>
          </a:solidFill>
          <a:ln w="12700">
            <a:solidFill>
              <a:srgbClr val="2A2140"/>
            </a:solidFill>
            <a:prstDash val="solid"/>
          </a:ln>
        </p:spPr>
      </p:sp>
      <p:sp>
        <p:nvSpPr>
          <p:cNvPr id="29" name="Shape 26"/>
          <p:cNvSpPr/>
          <p:nvPr/>
        </p:nvSpPr>
        <p:spPr>
          <a:xfrm>
            <a:off x="1800225" y="2108835"/>
            <a:ext cx="165735" cy="165735"/>
          </a:xfrm>
          <a:prstGeom prst="rect">
            <a:avLst/>
          </a:prstGeom>
          <a:solidFill>
            <a:srgbClr val="2A2140"/>
          </a:solidFill>
          <a:ln w="12700">
            <a:solidFill>
              <a:srgbClr val="2A2140"/>
            </a:solidFill>
            <a:prstDash val="solid"/>
          </a:ln>
        </p:spPr>
      </p:sp>
      <p:sp>
        <p:nvSpPr>
          <p:cNvPr id="30" name="Shape 27"/>
          <p:cNvSpPr/>
          <p:nvPr/>
        </p:nvSpPr>
        <p:spPr>
          <a:xfrm>
            <a:off x="1965960" y="2108835"/>
            <a:ext cx="165735" cy="165735"/>
          </a:xfrm>
          <a:prstGeom prst="rect">
            <a:avLst/>
          </a:prstGeom>
          <a:solidFill>
            <a:srgbClr val="2A2140"/>
          </a:solidFill>
          <a:ln w="12700">
            <a:solidFill>
              <a:srgbClr val="2A2140"/>
            </a:solidFill>
            <a:prstDash val="solid"/>
          </a:ln>
        </p:spPr>
      </p:sp>
      <p:sp>
        <p:nvSpPr>
          <p:cNvPr id="31" name="Shape 28"/>
          <p:cNvSpPr/>
          <p:nvPr/>
        </p:nvSpPr>
        <p:spPr>
          <a:xfrm>
            <a:off x="2131695" y="2108835"/>
            <a:ext cx="165735" cy="165735"/>
          </a:xfrm>
          <a:prstGeom prst="rect">
            <a:avLst/>
          </a:prstGeom>
          <a:solidFill>
            <a:srgbClr val="2A2140"/>
          </a:solidFill>
          <a:ln w="12700">
            <a:solidFill>
              <a:srgbClr val="2A2140"/>
            </a:solidFill>
            <a:prstDash val="solid"/>
          </a:ln>
        </p:spPr>
      </p:sp>
      <p:sp>
        <p:nvSpPr>
          <p:cNvPr id="32" name="Shape 29"/>
          <p:cNvSpPr/>
          <p:nvPr/>
        </p:nvSpPr>
        <p:spPr>
          <a:xfrm>
            <a:off x="2297430" y="2108835"/>
            <a:ext cx="165735" cy="165735"/>
          </a:xfrm>
          <a:prstGeom prst="rect">
            <a:avLst/>
          </a:prstGeom>
          <a:solidFill>
            <a:srgbClr val="2A2140"/>
          </a:solidFill>
          <a:ln w="12700">
            <a:solidFill>
              <a:srgbClr val="2A2140"/>
            </a:solidFill>
            <a:prstDash val="solid"/>
          </a:ln>
        </p:spPr>
      </p:sp>
      <p:sp>
        <p:nvSpPr>
          <p:cNvPr id="33" name="Shape 30"/>
          <p:cNvSpPr/>
          <p:nvPr/>
        </p:nvSpPr>
        <p:spPr>
          <a:xfrm>
            <a:off x="2463165" y="2108835"/>
            <a:ext cx="165735" cy="165735"/>
          </a:xfrm>
          <a:prstGeom prst="rect">
            <a:avLst/>
          </a:prstGeom>
          <a:solidFill>
            <a:srgbClr val="2A2140"/>
          </a:solidFill>
          <a:ln w="12700">
            <a:solidFill>
              <a:srgbClr val="2A2140"/>
            </a:solidFill>
            <a:prstDash val="solid"/>
          </a:ln>
        </p:spPr>
      </p:sp>
      <p:sp>
        <p:nvSpPr>
          <p:cNvPr id="34" name="Shape 31"/>
          <p:cNvSpPr/>
          <p:nvPr/>
        </p:nvSpPr>
        <p:spPr>
          <a:xfrm>
            <a:off x="2628900" y="2108835"/>
            <a:ext cx="165735" cy="165735"/>
          </a:xfrm>
          <a:prstGeom prst="rect">
            <a:avLst/>
          </a:prstGeom>
          <a:solidFill>
            <a:srgbClr val="2A2140"/>
          </a:solidFill>
          <a:ln w="12700">
            <a:solidFill>
              <a:srgbClr val="2A2140"/>
            </a:solidFill>
            <a:prstDash val="solid"/>
          </a:ln>
        </p:spPr>
      </p:sp>
      <p:sp>
        <p:nvSpPr>
          <p:cNvPr id="35" name="Shape 32"/>
          <p:cNvSpPr/>
          <p:nvPr/>
        </p:nvSpPr>
        <p:spPr>
          <a:xfrm>
            <a:off x="2794635" y="2108835"/>
            <a:ext cx="165735" cy="165735"/>
          </a:xfrm>
          <a:prstGeom prst="rect">
            <a:avLst/>
          </a:prstGeom>
          <a:solidFill>
            <a:srgbClr val="2A2140"/>
          </a:solidFill>
          <a:ln w="12700">
            <a:solidFill>
              <a:srgbClr val="2A2140"/>
            </a:solidFill>
            <a:prstDash val="solid"/>
          </a:ln>
        </p:spPr>
      </p:sp>
      <p:sp>
        <p:nvSpPr>
          <p:cNvPr id="36" name="Shape 33"/>
          <p:cNvSpPr/>
          <p:nvPr/>
        </p:nvSpPr>
        <p:spPr>
          <a:xfrm>
            <a:off x="2960370" y="2108835"/>
            <a:ext cx="165735" cy="165735"/>
          </a:xfrm>
          <a:prstGeom prst="rect">
            <a:avLst/>
          </a:prstGeom>
          <a:solidFill>
            <a:srgbClr val="2A2140"/>
          </a:solidFill>
          <a:ln w="12700">
            <a:solidFill>
              <a:srgbClr val="2A2140"/>
            </a:solidFill>
            <a:prstDash val="solid"/>
          </a:ln>
        </p:spPr>
      </p:sp>
      <p:sp>
        <p:nvSpPr>
          <p:cNvPr id="37" name="Shape 34"/>
          <p:cNvSpPr/>
          <p:nvPr/>
        </p:nvSpPr>
        <p:spPr>
          <a:xfrm>
            <a:off x="971550" y="2274570"/>
            <a:ext cx="165735" cy="165735"/>
          </a:xfrm>
          <a:prstGeom prst="rect">
            <a:avLst/>
          </a:prstGeom>
          <a:solidFill>
            <a:srgbClr val="2A2140"/>
          </a:solidFill>
          <a:ln w="12700">
            <a:solidFill>
              <a:srgbClr val="2A2140"/>
            </a:solidFill>
            <a:prstDash val="solid"/>
          </a:ln>
        </p:spPr>
      </p:sp>
      <p:sp>
        <p:nvSpPr>
          <p:cNvPr id="38" name="Shape 35"/>
          <p:cNvSpPr/>
          <p:nvPr/>
        </p:nvSpPr>
        <p:spPr>
          <a:xfrm>
            <a:off x="1137285" y="2274570"/>
            <a:ext cx="165735" cy="165735"/>
          </a:xfrm>
          <a:prstGeom prst="rect">
            <a:avLst/>
          </a:prstGeom>
          <a:solidFill>
            <a:srgbClr val="2A2140"/>
          </a:solidFill>
          <a:ln w="12700">
            <a:solidFill>
              <a:srgbClr val="2A2140"/>
            </a:solidFill>
            <a:prstDash val="solid"/>
          </a:ln>
        </p:spPr>
      </p:sp>
      <p:sp>
        <p:nvSpPr>
          <p:cNvPr id="39" name="Shape 36"/>
          <p:cNvSpPr/>
          <p:nvPr/>
        </p:nvSpPr>
        <p:spPr>
          <a:xfrm>
            <a:off x="1303020" y="2274570"/>
            <a:ext cx="165735" cy="165735"/>
          </a:xfrm>
          <a:prstGeom prst="rect">
            <a:avLst/>
          </a:prstGeom>
          <a:solidFill>
            <a:srgbClr val="2A2140"/>
          </a:solidFill>
          <a:ln w="12700">
            <a:solidFill>
              <a:srgbClr val="2A2140"/>
            </a:solidFill>
            <a:prstDash val="solid"/>
          </a:ln>
        </p:spPr>
      </p:sp>
      <p:sp>
        <p:nvSpPr>
          <p:cNvPr id="40" name="Shape 37"/>
          <p:cNvSpPr/>
          <p:nvPr/>
        </p:nvSpPr>
        <p:spPr>
          <a:xfrm>
            <a:off x="1468755" y="2274570"/>
            <a:ext cx="165735" cy="165735"/>
          </a:xfrm>
          <a:prstGeom prst="rect">
            <a:avLst/>
          </a:prstGeom>
          <a:solidFill>
            <a:srgbClr val="2A2140"/>
          </a:solidFill>
          <a:ln w="12700">
            <a:solidFill>
              <a:srgbClr val="2A2140"/>
            </a:solidFill>
            <a:prstDash val="solid"/>
          </a:ln>
        </p:spPr>
      </p:sp>
      <p:sp>
        <p:nvSpPr>
          <p:cNvPr id="41" name="Shape 38"/>
          <p:cNvSpPr/>
          <p:nvPr/>
        </p:nvSpPr>
        <p:spPr>
          <a:xfrm>
            <a:off x="1634490" y="2274570"/>
            <a:ext cx="165735" cy="165735"/>
          </a:xfrm>
          <a:prstGeom prst="rect">
            <a:avLst/>
          </a:prstGeom>
          <a:solidFill>
            <a:srgbClr val="2A2140"/>
          </a:solidFill>
          <a:ln w="12700">
            <a:solidFill>
              <a:srgbClr val="2A2140"/>
            </a:solidFill>
            <a:prstDash val="solid"/>
          </a:ln>
        </p:spPr>
      </p:sp>
      <p:sp>
        <p:nvSpPr>
          <p:cNvPr id="42" name="Shape 39"/>
          <p:cNvSpPr/>
          <p:nvPr/>
        </p:nvSpPr>
        <p:spPr>
          <a:xfrm>
            <a:off x="1800225" y="2274570"/>
            <a:ext cx="165735" cy="165735"/>
          </a:xfrm>
          <a:prstGeom prst="rect">
            <a:avLst/>
          </a:prstGeom>
          <a:solidFill>
            <a:srgbClr val="2A2140"/>
          </a:solidFill>
          <a:ln w="12700">
            <a:solidFill>
              <a:srgbClr val="2A2140"/>
            </a:solidFill>
            <a:prstDash val="solid"/>
          </a:ln>
        </p:spPr>
      </p:sp>
      <p:sp>
        <p:nvSpPr>
          <p:cNvPr id="43" name="Shape 40"/>
          <p:cNvSpPr/>
          <p:nvPr/>
        </p:nvSpPr>
        <p:spPr>
          <a:xfrm>
            <a:off x="1965960" y="2274570"/>
            <a:ext cx="165735" cy="165735"/>
          </a:xfrm>
          <a:prstGeom prst="rect">
            <a:avLst/>
          </a:prstGeom>
          <a:solidFill>
            <a:srgbClr val="2A2140"/>
          </a:solidFill>
          <a:ln w="12700">
            <a:solidFill>
              <a:srgbClr val="2A2140"/>
            </a:solidFill>
            <a:prstDash val="solid"/>
          </a:ln>
        </p:spPr>
      </p:sp>
      <p:sp>
        <p:nvSpPr>
          <p:cNvPr id="44" name="Shape 41"/>
          <p:cNvSpPr/>
          <p:nvPr/>
        </p:nvSpPr>
        <p:spPr>
          <a:xfrm>
            <a:off x="2131695" y="2274570"/>
            <a:ext cx="165735" cy="165735"/>
          </a:xfrm>
          <a:prstGeom prst="rect">
            <a:avLst/>
          </a:prstGeom>
          <a:solidFill>
            <a:srgbClr val="2A2140"/>
          </a:solidFill>
          <a:ln w="12700">
            <a:solidFill>
              <a:srgbClr val="2A2140"/>
            </a:solidFill>
            <a:prstDash val="solid"/>
          </a:ln>
        </p:spPr>
      </p:sp>
      <p:sp>
        <p:nvSpPr>
          <p:cNvPr id="45" name="Shape 42"/>
          <p:cNvSpPr/>
          <p:nvPr/>
        </p:nvSpPr>
        <p:spPr>
          <a:xfrm>
            <a:off x="2297430" y="2274570"/>
            <a:ext cx="165735" cy="165735"/>
          </a:xfrm>
          <a:prstGeom prst="rect">
            <a:avLst/>
          </a:prstGeom>
          <a:solidFill>
            <a:srgbClr val="2A2140"/>
          </a:solidFill>
          <a:ln w="12700">
            <a:solidFill>
              <a:srgbClr val="2A2140"/>
            </a:solidFill>
            <a:prstDash val="solid"/>
          </a:ln>
        </p:spPr>
      </p:sp>
      <p:sp>
        <p:nvSpPr>
          <p:cNvPr id="46" name="Shape 43"/>
          <p:cNvSpPr/>
          <p:nvPr/>
        </p:nvSpPr>
        <p:spPr>
          <a:xfrm>
            <a:off x="2463165" y="2274570"/>
            <a:ext cx="165735" cy="165735"/>
          </a:xfrm>
          <a:prstGeom prst="rect">
            <a:avLst/>
          </a:prstGeom>
          <a:solidFill>
            <a:srgbClr val="2A2140"/>
          </a:solidFill>
          <a:ln w="12700">
            <a:solidFill>
              <a:srgbClr val="2A2140"/>
            </a:solidFill>
            <a:prstDash val="solid"/>
          </a:ln>
        </p:spPr>
      </p:sp>
      <p:sp>
        <p:nvSpPr>
          <p:cNvPr id="47" name="Shape 44"/>
          <p:cNvSpPr/>
          <p:nvPr/>
        </p:nvSpPr>
        <p:spPr>
          <a:xfrm>
            <a:off x="2628900" y="2274570"/>
            <a:ext cx="165735" cy="165735"/>
          </a:xfrm>
          <a:prstGeom prst="rect">
            <a:avLst/>
          </a:prstGeom>
          <a:solidFill>
            <a:srgbClr val="2A2140"/>
          </a:solidFill>
          <a:ln w="12700">
            <a:solidFill>
              <a:srgbClr val="2A2140"/>
            </a:solidFill>
            <a:prstDash val="solid"/>
          </a:ln>
        </p:spPr>
      </p:sp>
      <p:sp>
        <p:nvSpPr>
          <p:cNvPr id="48" name="Shape 45"/>
          <p:cNvSpPr/>
          <p:nvPr/>
        </p:nvSpPr>
        <p:spPr>
          <a:xfrm>
            <a:off x="2794635" y="2274570"/>
            <a:ext cx="165735" cy="165735"/>
          </a:xfrm>
          <a:prstGeom prst="rect">
            <a:avLst/>
          </a:prstGeom>
          <a:solidFill>
            <a:srgbClr val="2A2140"/>
          </a:solidFill>
          <a:ln w="12700">
            <a:solidFill>
              <a:srgbClr val="2A2140"/>
            </a:solidFill>
            <a:prstDash val="solid"/>
          </a:ln>
        </p:spPr>
      </p:sp>
      <p:sp>
        <p:nvSpPr>
          <p:cNvPr id="49" name="Shape 46"/>
          <p:cNvSpPr/>
          <p:nvPr/>
        </p:nvSpPr>
        <p:spPr>
          <a:xfrm>
            <a:off x="2960370" y="2274570"/>
            <a:ext cx="165735" cy="165735"/>
          </a:xfrm>
          <a:prstGeom prst="rect">
            <a:avLst/>
          </a:prstGeom>
          <a:solidFill>
            <a:srgbClr val="2A2140"/>
          </a:solidFill>
          <a:ln w="12700">
            <a:solidFill>
              <a:srgbClr val="2A2140"/>
            </a:solidFill>
            <a:prstDash val="solid"/>
          </a:ln>
        </p:spPr>
      </p:sp>
      <p:sp>
        <p:nvSpPr>
          <p:cNvPr id="50" name="Shape 47"/>
          <p:cNvSpPr/>
          <p:nvPr/>
        </p:nvSpPr>
        <p:spPr>
          <a:xfrm>
            <a:off x="971550" y="2440305"/>
            <a:ext cx="165735" cy="165735"/>
          </a:xfrm>
          <a:prstGeom prst="rect">
            <a:avLst/>
          </a:prstGeom>
          <a:solidFill>
            <a:srgbClr val="2A2140"/>
          </a:solidFill>
          <a:ln w="12700">
            <a:solidFill>
              <a:srgbClr val="2A2140"/>
            </a:solidFill>
            <a:prstDash val="solid"/>
          </a:ln>
        </p:spPr>
      </p:sp>
      <p:sp>
        <p:nvSpPr>
          <p:cNvPr id="51" name="Shape 48"/>
          <p:cNvSpPr/>
          <p:nvPr/>
        </p:nvSpPr>
        <p:spPr>
          <a:xfrm>
            <a:off x="1303020" y="2440305"/>
            <a:ext cx="165735" cy="165735"/>
          </a:xfrm>
          <a:prstGeom prst="rect">
            <a:avLst/>
          </a:prstGeom>
          <a:solidFill>
            <a:srgbClr val="2A2140"/>
          </a:solidFill>
          <a:ln w="12700">
            <a:solidFill>
              <a:srgbClr val="2A2140"/>
            </a:solidFill>
            <a:prstDash val="solid"/>
          </a:ln>
        </p:spPr>
      </p:sp>
      <p:sp>
        <p:nvSpPr>
          <p:cNvPr id="52" name="Shape 49"/>
          <p:cNvSpPr/>
          <p:nvPr/>
        </p:nvSpPr>
        <p:spPr>
          <a:xfrm>
            <a:off x="1468755" y="2440305"/>
            <a:ext cx="165735" cy="165735"/>
          </a:xfrm>
          <a:prstGeom prst="rect">
            <a:avLst/>
          </a:prstGeom>
          <a:solidFill>
            <a:srgbClr val="2A2140"/>
          </a:solidFill>
          <a:ln w="12700">
            <a:solidFill>
              <a:srgbClr val="2A2140"/>
            </a:solidFill>
            <a:prstDash val="solid"/>
          </a:ln>
        </p:spPr>
      </p:sp>
      <p:sp>
        <p:nvSpPr>
          <p:cNvPr id="53" name="Shape 50"/>
          <p:cNvSpPr/>
          <p:nvPr/>
        </p:nvSpPr>
        <p:spPr>
          <a:xfrm>
            <a:off x="1634490" y="2440305"/>
            <a:ext cx="165735" cy="165735"/>
          </a:xfrm>
          <a:prstGeom prst="rect">
            <a:avLst/>
          </a:prstGeom>
          <a:solidFill>
            <a:srgbClr val="2A2140"/>
          </a:solidFill>
          <a:ln w="12700">
            <a:solidFill>
              <a:srgbClr val="2A2140"/>
            </a:solidFill>
            <a:prstDash val="solid"/>
          </a:ln>
        </p:spPr>
      </p:sp>
      <p:sp>
        <p:nvSpPr>
          <p:cNvPr id="54" name="Shape 51"/>
          <p:cNvSpPr/>
          <p:nvPr/>
        </p:nvSpPr>
        <p:spPr>
          <a:xfrm>
            <a:off x="1800225" y="2440305"/>
            <a:ext cx="165735" cy="165735"/>
          </a:xfrm>
          <a:prstGeom prst="rect">
            <a:avLst/>
          </a:prstGeom>
          <a:solidFill>
            <a:srgbClr val="2A2140"/>
          </a:solidFill>
          <a:ln w="12700">
            <a:solidFill>
              <a:srgbClr val="2A2140"/>
            </a:solidFill>
            <a:prstDash val="solid"/>
          </a:ln>
        </p:spPr>
      </p:sp>
      <p:sp>
        <p:nvSpPr>
          <p:cNvPr id="55" name="Shape 52"/>
          <p:cNvSpPr/>
          <p:nvPr/>
        </p:nvSpPr>
        <p:spPr>
          <a:xfrm>
            <a:off x="1965960" y="2440305"/>
            <a:ext cx="165735" cy="165735"/>
          </a:xfrm>
          <a:prstGeom prst="rect">
            <a:avLst/>
          </a:prstGeom>
          <a:solidFill>
            <a:srgbClr val="2A2140"/>
          </a:solidFill>
          <a:ln w="12700">
            <a:solidFill>
              <a:srgbClr val="2A2140"/>
            </a:solidFill>
            <a:prstDash val="solid"/>
          </a:ln>
        </p:spPr>
      </p:sp>
      <p:sp>
        <p:nvSpPr>
          <p:cNvPr id="56" name="Shape 53"/>
          <p:cNvSpPr/>
          <p:nvPr/>
        </p:nvSpPr>
        <p:spPr>
          <a:xfrm>
            <a:off x="2131695" y="2440305"/>
            <a:ext cx="165735" cy="165735"/>
          </a:xfrm>
          <a:prstGeom prst="rect">
            <a:avLst/>
          </a:prstGeom>
          <a:solidFill>
            <a:srgbClr val="2A2140"/>
          </a:solidFill>
          <a:ln w="12700">
            <a:solidFill>
              <a:srgbClr val="2A2140"/>
            </a:solidFill>
            <a:prstDash val="solid"/>
          </a:ln>
        </p:spPr>
      </p:sp>
      <p:sp>
        <p:nvSpPr>
          <p:cNvPr id="57" name="Shape 54"/>
          <p:cNvSpPr/>
          <p:nvPr/>
        </p:nvSpPr>
        <p:spPr>
          <a:xfrm>
            <a:off x="2297430" y="2440305"/>
            <a:ext cx="165735" cy="165735"/>
          </a:xfrm>
          <a:prstGeom prst="rect">
            <a:avLst/>
          </a:prstGeom>
          <a:solidFill>
            <a:srgbClr val="2A2140"/>
          </a:solidFill>
          <a:ln w="12700">
            <a:solidFill>
              <a:srgbClr val="2A2140"/>
            </a:solidFill>
            <a:prstDash val="solid"/>
          </a:ln>
        </p:spPr>
      </p:sp>
      <p:sp>
        <p:nvSpPr>
          <p:cNvPr id="58" name="Shape 55"/>
          <p:cNvSpPr/>
          <p:nvPr/>
        </p:nvSpPr>
        <p:spPr>
          <a:xfrm>
            <a:off x="2463165" y="2440305"/>
            <a:ext cx="165735" cy="165735"/>
          </a:xfrm>
          <a:prstGeom prst="rect">
            <a:avLst/>
          </a:prstGeom>
          <a:solidFill>
            <a:srgbClr val="2A2140"/>
          </a:solidFill>
          <a:ln w="12700">
            <a:solidFill>
              <a:srgbClr val="2A2140"/>
            </a:solidFill>
            <a:prstDash val="solid"/>
          </a:ln>
        </p:spPr>
      </p:sp>
      <p:sp>
        <p:nvSpPr>
          <p:cNvPr id="59" name="Shape 56"/>
          <p:cNvSpPr/>
          <p:nvPr/>
        </p:nvSpPr>
        <p:spPr>
          <a:xfrm>
            <a:off x="2628900" y="2440305"/>
            <a:ext cx="165735" cy="165735"/>
          </a:xfrm>
          <a:prstGeom prst="rect">
            <a:avLst/>
          </a:prstGeom>
          <a:solidFill>
            <a:srgbClr val="2A2140"/>
          </a:solidFill>
          <a:ln w="12700">
            <a:solidFill>
              <a:srgbClr val="2A2140"/>
            </a:solidFill>
            <a:prstDash val="solid"/>
          </a:ln>
        </p:spPr>
      </p:sp>
      <p:sp>
        <p:nvSpPr>
          <p:cNvPr id="60" name="Shape 57"/>
          <p:cNvSpPr/>
          <p:nvPr/>
        </p:nvSpPr>
        <p:spPr>
          <a:xfrm>
            <a:off x="2794635" y="2440305"/>
            <a:ext cx="165735" cy="165735"/>
          </a:xfrm>
          <a:prstGeom prst="rect">
            <a:avLst/>
          </a:prstGeom>
          <a:solidFill>
            <a:srgbClr val="2A2140"/>
          </a:solidFill>
          <a:ln w="12700">
            <a:solidFill>
              <a:srgbClr val="2A2140"/>
            </a:solidFill>
            <a:prstDash val="solid"/>
          </a:ln>
        </p:spPr>
      </p:sp>
      <p:sp>
        <p:nvSpPr>
          <p:cNvPr id="61" name="Shape 58"/>
          <p:cNvSpPr/>
          <p:nvPr/>
        </p:nvSpPr>
        <p:spPr>
          <a:xfrm>
            <a:off x="2960370" y="2440305"/>
            <a:ext cx="165735" cy="165735"/>
          </a:xfrm>
          <a:prstGeom prst="rect">
            <a:avLst/>
          </a:prstGeom>
          <a:solidFill>
            <a:srgbClr val="2A2140"/>
          </a:solidFill>
          <a:ln w="12700">
            <a:solidFill>
              <a:srgbClr val="2A2140"/>
            </a:solidFill>
            <a:prstDash val="solid"/>
          </a:ln>
        </p:spPr>
      </p:sp>
      <p:sp>
        <p:nvSpPr>
          <p:cNvPr id="62" name="Shape 59"/>
          <p:cNvSpPr/>
          <p:nvPr/>
        </p:nvSpPr>
        <p:spPr>
          <a:xfrm>
            <a:off x="971550" y="2606040"/>
            <a:ext cx="165735" cy="165735"/>
          </a:xfrm>
          <a:prstGeom prst="rect">
            <a:avLst/>
          </a:prstGeom>
          <a:solidFill>
            <a:srgbClr val="2A2140"/>
          </a:solidFill>
          <a:ln w="12700">
            <a:solidFill>
              <a:srgbClr val="2A2140"/>
            </a:solidFill>
            <a:prstDash val="solid"/>
          </a:ln>
        </p:spPr>
      </p:sp>
      <p:sp>
        <p:nvSpPr>
          <p:cNvPr id="63" name="Shape 60"/>
          <p:cNvSpPr/>
          <p:nvPr/>
        </p:nvSpPr>
        <p:spPr>
          <a:xfrm>
            <a:off x="1137285" y="2606040"/>
            <a:ext cx="165735" cy="165735"/>
          </a:xfrm>
          <a:prstGeom prst="rect">
            <a:avLst/>
          </a:prstGeom>
          <a:solidFill>
            <a:srgbClr val="2A2140"/>
          </a:solidFill>
          <a:ln w="12700">
            <a:solidFill>
              <a:srgbClr val="2A2140"/>
            </a:solidFill>
            <a:prstDash val="solid"/>
          </a:ln>
        </p:spPr>
      </p:sp>
      <p:sp>
        <p:nvSpPr>
          <p:cNvPr id="64" name="Shape 61"/>
          <p:cNvSpPr/>
          <p:nvPr/>
        </p:nvSpPr>
        <p:spPr>
          <a:xfrm>
            <a:off x="1468755" y="2606040"/>
            <a:ext cx="165735" cy="165735"/>
          </a:xfrm>
          <a:prstGeom prst="rect">
            <a:avLst/>
          </a:prstGeom>
          <a:solidFill>
            <a:srgbClr val="2A2140"/>
          </a:solidFill>
          <a:ln w="12700">
            <a:solidFill>
              <a:srgbClr val="2A2140"/>
            </a:solidFill>
            <a:prstDash val="solid"/>
          </a:ln>
        </p:spPr>
      </p:sp>
      <p:sp>
        <p:nvSpPr>
          <p:cNvPr id="65" name="Shape 62"/>
          <p:cNvSpPr/>
          <p:nvPr/>
        </p:nvSpPr>
        <p:spPr>
          <a:xfrm>
            <a:off x="1634490" y="2606040"/>
            <a:ext cx="165735" cy="165735"/>
          </a:xfrm>
          <a:prstGeom prst="rect">
            <a:avLst/>
          </a:prstGeom>
          <a:solidFill>
            <a:srgbClr val="2A2140"/>
          </a:solidFill>
          <a:ln w="12700">
            <a:solidFill>
              <a:srgbClr val="2A2140"/>
            </a:solidFill>
            <a:prstDash val="solid"/>
          </a:ln>
        </p:spPr>
      </p:sp>
      <p:sp>
        <p:nvSpPr>
          <p:cNvPr id="66" name="Shape 63"/>
          <p:cNvSpPr/>
          <p:nvPr/>
        </p:nvSpPr>
        <p:spPr>
          <a:xfrm>
            <a:off x="1800225" y="2606040"/>
            <a:ext cx="165735" cy="165735"/>
          </a:xfrm>
          <a:prstGeom prst="rect">
            <a:avLst/>
          </a:prstGeom>
          <a:solidFill>
            <a:srgbClr val="2A2140"/>
          </a:solidFill>
          <a:ln w="12700">
            <a:solidFill>
              <a:srgbClr val="2A2140"/>
            </a:solidFill>
            <a:prstDash val="solid"/>
          </a:ln>
        </p:spPr>
      </p:sp>
      <p:sp>
        <p:nvSpPr>
          <p:cNvPr id="67" name="Shape 64"/>
          <p:cNvSpPr/>
          <p:nvPr/>
        </p:nvSpPr>
        <p:spPr>
          <a:xfrm>
            <a:off x="1965960" y="2606040"/>
            <a:ext cx="165735" cy="165735"/>
          </a:xfrm>
          <a:prstGeom prst="rect">
            <a:avLst/>
          </a:prstGeom>
          <a:solidFill>
            <a:srgbClr val="2A2140"/>
          </a:solidFill>
          <a:ln w="12700">
            <a:solidFill>
              <a:srgbClr val="2A2140"/>
            </a:solidFill>
            <a:prstDash val="solid"/>
          </a:ln>
        </p:spPr>
      </p:sp>
      <p:sp>
        <p:nvSpPr>
          <p:cNvPr id="68" name="Shape 65"/>
          <p:cNvSpPr/>
          <p:nvPr/>
        </p:nvSpPr>
        <p:spPr>
          <a:xfrm>
            <a:off x="2131695" y="2606040"/>
            <a:ext cx="165735" cy="165735"/>
          </a:xfrm>
          <a:prstGeom prst="rect">
            <a:avLst/>
          </a:prstGeom>
          <a:solidFill>
            <a:srgbClr val="2A2140"/>
          </a:solidFill>
          <a:ln w="12700">
            <a:solidFill>
              <a:srgbClr val="2A2140"/>
            </a:solidFill>
            <a:prstDash val="solid"/>
          </a:ln>
        </p:spPr>
      </p:sp>
      <p:sp>
        <p:nvSpPr>
          <p:cNvPr id="69" name="Shape 66"/>
          <p:cNvSpPr/>
          <p:nvPr/>
        </p:nvSpPr>
        <p:spPr>
          <a:xfrm>
            <a:off x="2297430" y="2606040"/>
            <a:ext cx="165735" cy="165735"/>
          </a:xfrm>
          <a:prstGeom prst="rect">
            <a:avLst/>
          </a:prstGeom>
          <a:solidFill>
            <a:srgbClr val="2A2140"/>
          </a:solidFill>
          <a:ln w="12700">
            <a:solidFill>
              <a:srgbClr val="2A2140"/>
            </a:solidFill>
            <a:prstDash val="solid"/>
          </a:ln>
        </p:spPr>
      </p:sp>
      <p:sp>
        <p:nvSpPr>
          <p:cNvPr id="70" name="Shape 67"/>
          <p:cNvSpPr/>
          <p:nvPr/>
        </p:nvSpPr>
        <p:spPr>
          <a:xfrm>
            <a:off x="2463165" y="2606040"/>
            <a:ext cx="165735" cy="165735"/>
          </a:xfrm>
          <a:prstGeom prst="rect">
            <a:avLst/>
          </a:prstGeom>
          <a:solidFill>
            <a:srgbClr val="2A2140"/>
          </a:solidFill>
          <a:ln w="12700">
            <a:solidFill>
              <a:srgbClr val="2A2140"/>
            </a:solidFill>
            <a:prstDash val="solid"/>
          </a:ln>
        </p:spPr>
      </p:sp>
      <p:sp>
        <p:nvSpPr>
          <p:cNvPr id="71" name="Shape 68"/>
          <p:cNvSpPr/>
          <p:nvPr/>
        </p:nvSpPr>
        <p:spPr>
          <a:xfrm>
            <a:off x="2628900" y="2606040"/>
            <a:ext cx="165735" cy="165735"/>
          </a:xfrm>
          <a:prstGeom prst="rect">
            <a:avLst/>
          </a:prstGeom>
          <a:solidFill>
            <a:srgbClr val="2A2140"/>
          </a:solidFill>
          <a:ln w="12700">
            <a:solidFill>
              <a:srgbClr val="2A2140"/>
            </a:solidFill>
            <a:prstDash val="solid"/>
          </a:ln>
        </p:spPr>
      </p:sp>
      <p:sp>
        <p:nvSpPr>
          <p:cNvPr id="72" name="Shape 69"/>
          <p:cNvSpPr/>
          <p:nvPr/>
        </p:nvSpPr>
        <p:spPr>
          <a:xfrm>
            <a:off x="2794635" y="2606040"/>
            <a:ext cx="165735" cy="165735"/>
          </a:xfrm>
          <a:prstGeom prst="rect">
            <a:avLst/>
          </a:prstGeom>
          <a:solidFill>
            <a:srgbClr val="2A2140"/>
          </a:solidFill>
          <a:ln w="12700">
            <a:solidFill>
              <a:srgbClr val="2A2140"/>
            </a:solidFill>
            <a:prstDash val="solid"/>
          </a:ln>
        </p:spPr>
      </p:sp>
      <p:sp>
        <p:nvSpPr>
          <p:cNvPr id="73" name="Shape 70"/>
          <p:cNvSpPr/>
          <p:nvPr/>
        </p:nvSpPr>
        <p:spPr>
          <a:xfrm>
            <a:off x="2960370" y="2606040"/>
            <a:ext cx="165735" cy="165735"/>
          </a:xfrm>
          <a:prstGeom prst="rect">
            <a:avLst/>
          </a:prstGeom>
          <a:solidFill>
            <a:srgbClr val="2A2140"/>
          </a:solidFill>
          <a:ln w="12700">
            <a:solidFill>
              <a:srgbClr val="2A2140"/>
            </a:solidFill>
            <a:prstDash val="solid"/>
          </a:ln>
        </p:spPr>
      </p:sp>
      <p:sp>
        <p:nvSpPr>
          <p:cNvPr id="74" name="Shape 71"/>
          <p:cNvSpPr/>
          <p:nvPr/>
        </p:nvSpPr>
        <p:spPr>
          <a:xfrm>
            <a:off x="805815" y="2771775"/>
            <a:ext cx="165735" cy="165735"/>
          </a:xfrm>
          <a:prstGeom prst="rect">
            <a:avLst/>
          </a:prstGeom>
          <a:solidFill>
            <a:srgbClr val="2A2140"/>
          </a:solidFill>
          <a:ln w="12700">
            <a:solidFill>
              <a:srgbClr val="2A2140"/>
            </a:solidFill>
            <a:prstDash val="solid"/>
          </a:ln>
        </p:spPr>
      </p:sp>
      <p:sp>
        <p:nvSpPr>
          <p:cNvPr id="75" name="Shape 72"/>
          <p:cNvSpPr/>
          <p:nvPr/>
        </p:nvSpPr>
        <p:spPr>
          <a:xfrm>
            <a:off x="971550" y="2771775"/>
            <a:ext cx="165735" cy="165735"/>
          </a:xfrm>
          <a:prstGeom prst="rect">
            <a:avLst/>
          </a:prstGeom>
          <a:solidFill>
            <a:srgbClr val="2A2140"/>
          </a:solidFill>
          <a:ln w="12700">
            <a:solidFill>
              <a:srgbClr val="2A2140"/>
            </a:solidFill>
            <a:prstDash val="solid"/>
          </a:ln>
        </p:spPr>
      </p:sp>
      <p:sp>
        <p:nvSpPr>
          <p:cNvPr id="76" name="Shape 73"/>
          <p:cNvSpPr/>
          <p:nvPr/>
        </p:nvSpPr>
        <p:spPr>
          <a:xfrm>
            <a:off x="1137285" y="2771775"/>
            <a:ext cx="165735" cy="165735"/>
          </a:xfrm>
          <a:prstGeom prst="rect">
            <a:avLst/>
          </a:prstGeom>
          <a:solidFill>
            <a:srgbClr val="2A2140"/>
          </a:solidFill>
          <a:ln w="12700">
            <a:solidFill>
              <a:srgbClr val="2A2140"/>
            </a:solidFill>
            <a:prstDash val="solid"/>
          </a:ln>
        </p:spPr>
      </p:sp>
      <p:sp>
        <p:nvSpPr>
          <p:cNvPr id="77" name="Shape 74"/>
          <p:cNvSpPr/>
          <p:nvPr/>
        </p:nvSpPr>
        <p:spPr>
          <a:xfrm>
            <a:off x="1303020" y="2771775"/>
            <a:ext cx="165735" cy="165735"/>
          </a:xfrm>
          <a:prstGeom prst="rect">
            <a:avLst/>
          </a:prstGeom>
          <a:solidFill>
            <a:srgbClr val="2A2140"/>
          </a:solidFill>
          <a:ln w="12700">
            <a:solidFill>
              <a:srgbClr val="2A2140"/>
            </a:solidFill>
            <a:prstDash val="solid"/>
          </a:ln>
        </p:spPr>
      </p:sp>
      <p:sp>
        <p:nvSpPr>
          <p:cNvPr id="78" name="Shape 75"/>
          <p:cNvSpPr/>
          <p:nvPr/>
        </p:nvSpPr>
        <p:spPr>
          <a:xfrm>
            <a:off x="1468755" y="2771775"/>
            <a:ext cx="165735" cy="165735"/>
          </a:xfrm>
          <a:prstGeom prst="rect">
            <a:avLst/>
          </a:prstGeom>
          <a:solidFill>
            <a:srgbClr val="2A2140"/>
          </a:solidFill>
          <a:ln w="12700">
            <a:solidFill>
              <a:srgbClr val="2A2140"/>
            </a:solidFill>
            <a:prstDash val="solid"/>
          </a:ln>
        </p:spPr>
      </p:sp>
      <p:sp>
        <p:nvSpPr>
          <p:cNvPr id="79" name="Shape 76"/>
          <p:cNvSpPr/>
          <p:nvPr/>
        </p:nvSpPr>
        <p:spPr>
          <a:xfrm>
            <a:off x="1634490" y="2771775"/>
            <a:ext cx="165735" cy="165735"/>
          </a:xfrm>
          <a:prstGeom prst="rect">
            <a:avLst/>
          </a:prstGeom>
          <a:solidFill>
            <a:srgbClr val="2A2140"/>
          </a:solidFill>
          <a:ln w="12700">
            <a:solidFill>
              <a:srgbClr val="2A2140"/>
            </a:solidFill>
            <a:prstDash val="solid"/>
          </a:ln>
        </p:spPr>
      </p:sp>
      <p:sp>
        <p:nvSpPr>
          <p:cNvPr id="80" name="Shape 77"/>
          <p:cNvSpPr/>
          <p:nvPr/>
        </p:nvSpPr>
        <p:spPr>
          <a:xfrm>
            <a:off x="1800225" y="2771775"/>
            <a:ext cx="165735" cy="165735"/>
          </a:xfrm>
          <a:prstGeom prst="rect">
            <a:avLst/>
          </a:prstGeom>
          <a:solidFill>
            <a:srgbClr val="2A2140"/>
          </a:solidFill>
          <a:ln w="12700">
            <a:solidFill>
              <a:srgbClr val="2A2140"/>
            </a:solidFill>
            <a:prstDash val="solid"/>
          </a:ln>
        </p:spPr>
      </p:sp>
      <p:sp>
        <p:nvSpPr>
          <p:cNvPr id="81" name="Shape 78"/>
          <p:cNvSpPr/>
          <p:nvPr/>
        </p:nvSpPr>
        <p:spPr>
          <a:xfrm>
            <a:off x="1965960" y="2771775"/>
            <a:ext cx="165735" cy="165735"/>
          </a:xfrm>
          <a:prstGeom prst="rect">
            <a:avLst/>
          </a:prstGeom>
          <a:solidFill>
            <a:srgbClr val="2A2140"/>
          </a:solidFill>
          <a:ln w="12700">
            <a:solidFill>
              <a:srgbClr val="2A2140"/>
            </a:solidFill>
            <a:prstDash val="solid"/>
          </a:ln>
        </p:spPr>
      </p:sp>
      <p:sp>
        <p:nvSpPr>
          <p:cNvPr id="82" name="Shape 79"/>
          <p:cNvSpPr/>
          <p:nvPr/>
        </p:nvSpPr>
        <p:spPr>
          <a:xfrm>
            <a:off x="2131695" y="2771775"/>
            <a:ext cx="165735" cy="165735"/>
          </a:xfrm>
          <a:prstGeom prst="rect">
            <a:avLst/>
          </a:prstGeom>
          <a:solidFill>
            <a:srgbClr val="2A2140"/>
          </a:solidFill>
          <a:ln w="12700">
            <a:solidFill>
              <a:srgbClr val="2A2140"/>
            </a:solidFill>
            <a:prstDash val="solid"/>
          </a:ln>
        </p:spPr>
      </p:sp>
      <p:sp>
        <p:nvSpPr>
          <p:cNvPr id="83" name="Shape 80"/>
          <p:cNvSpPr/>
          <p:nvPr/>
        </p:nvSpPr>
        <p:spPr>
          <a:xfrm>
            <a:off x="2297430" y="2771775"/>
            <a:ext cx="165735" cy="165735"/>
          </a:xfrm>
          <a:prstGeom prst="rect">
            <a:avLst/>
          </a:prstGeom>
          <a:solidFill>
            <a:srgbClr val="2A2140"/>
          </a:solidFill>
          <a:ln w="12700">
            <a:solidFill>
              <a:srgbClr val="2A2140"/>
            </a:solidFill>
            <a:prstDash val="solid"/>
          </a:ln>
        </p:spPr>
      </p:sp>
      <p:sp>
        <p:nvSpPr>
          <p:cNvPr id="84" name="Shape 81"/>
          <p:cNvSpPr/>
          <p:nvPr/>
        </p:nvSpPr>
        <p:spPr>
          <a:xfrm>
            <a:off x="2463165" y="2771775"/>
            <a:ext cx="165735" cy="165735"/>
          </a:xfrm>
          <a:prstGeom prst="rect">
            <a:avLst/>
          </a:prstGeom>
          <a:solidFill>
            <a:srgbClr val="2A2140"/>
          </a:solidFill>
          <a:ln w="12700">
            <a:solidFill>
              <a:srgbClr val="2A2140"/>
            </a:solidFill>
            <a:prstDash val="solid"/>
          </a:ln>
        </p:spPr>
      </p:sp>
      <p:sp>
        <p:nvSpPr>
          <p:cNvPr id="85" name="Shape 82"/>
          <p:cNvSpPr/>
          <p:nvPr/>
        </p:nvSpPr>
        <p:spPr>
          <a:xfrm>
            <a:off x="2628900" y="2771775"/>
            <a:ext cx="165735" cy="165735"/>
          </a:xfrm>
          <a:prstGeom prst="rect">
            <a:avLst/>
          </a:prstGeom>
          <a:solidFill>
            <a:srgbClr val="2A2140"/>
          </a:solidFill>
          <a:ln w="12700">
            <a:solidFill>
              <a:srgbClr val="2A2140"/>
            </a:solidFill>
            <a:prstDash val="solid"/>
          </a:ln>
        </p:spPr>
      </p:sp>
      <p:sp>
        <p:nvSpPr>
          <p:cNvPr id="86" name="Shape 83"/>
          <p:cNvSpPr/>
          <p:nvPr/>
        </p:nvSpPr>
        <p:spPr>
          <a:xfrm>
            <a:off x="2794635" y="2771775"/>
            <a:ext cx="165735" cy="165735"/>
          </a:xfrm>
          <a:prstGeom prst="rect">
            <a:avLst/>
          </a:prstGeom>
          <a:solidFill>
            <a:srgbClr val="2A2140"/>
          </a:solidFill>
          <a:ln w="12700">
            <a:solidFill>
              <a:srgbClr val="2A2140"/>
            </a:solidFill>
            <a:prstDash val="solid"/>
          </a:ln>
        </p:spPr>
      </p:sp>
      <p:sp>
        <p:nvSpPr>
          <p:cNvPr id="87" name="Shape 84"/>
          <p:cNvSpPr/>
          <p:nvPr/>
        </p:nvSpPr>
        <p:spPr>
          <a:xfrm>
            <a:off x="2960370" y="2771775"/>
            <a:ext cx="165735" cy="165735"/>
          </a:xfrm>
          <a:prstGeom prst="rect">
            <a:avLst/>
          </a:prstGeom>
          <a:solidFill>
            <a:srgbClr val="2A2140"/>
          </a:solidFill>
          <a:ln w="12700">
            <a:solidFill>
              <a:srgbClr val="2A2140"/>
            </a:solidFill>
            <a:prstDash val="solid"/>
          </a:ln>
        </p:spPr>
      </p:sp>
      <p:sp>
        <p:nvSpPr>
          <p:cNvPr id="88" name="Shape 85"/>
          <p:cNvSpPr/>
          <p:nvPr/>
        </p:nvSpPr>
        <p:spPr>
          <a:xfrm>
            <a:off x="971550" y="2937510"/>
            <a:ext cx="165735" cy="165735"/>
          </a:xfrm>
          <a:prstGeom prst="rect">
            <a:avLst/>
          </a:prstGeom>
          <a:solidFill>
            <a:srgbClr val="2A2140"/>
          </a:solidFill>
          <a:ln w="12700">
            <a:solidFill>
              <a:srgbClr val="2A2140"/>
            </a:solidFill>
            <a:prstDash val="solid"/>
          </a:ln>
        </p:spPr>
      </p:sp>
      <p:sp>
        <p:nvSpPr>
          <p:cNvPr id="89" name="Shape 86"/>
          <p:cNvSpPr/>
          <p:nvPr/>
        </p:nvSpPr>
        <p:spPr>
          <a:xfrm>
            <a:off x="1137285" y="2937510"/>
            <a:ext cx="165735" cy="165735"/>
          </a:xfrm>
          <a:prstGeom prst="rect">
            <a:avLst/>
          </a:prstGeom>
          <a:solidFill>
            <a:srgbClr val="2A2140"/>
          </a:solidFill>
          <a:ln w="12700">
            <a:solidFill>
              <a:srgbClr val="2A2140"/>
            </a:solidFill>
            <a:prstDash val="solid"/>
          </a:ln>
        </p:spPr>
      </p:sp>
      <p:sp>
        <p:nvSpPr>
          <p:cNvPr id="90" name="Shape 87"/>
          <p:cNvSpPr/>
          <p:nvPr/>
        </p:nvSpPr>
        <p:spPr>
          <a:xfrm>
            <a:off x="1303020" y="2937510"/>
            <a:ext cx="165735" cy="165735"/>
          </a:xfrm>
          <a:prstGeom prst="rect">
            <a:avLst/>
          </a:prstGeom>
          <a:solidFill>
            <a:srgbClr val="2A2140"/>
          </a:solidFill>
          <a:ln w="12700">
            <a:solidFill>
              <a:srgbClr val="2A2140"/>
            </a:solidFill>
            <a:prstDash val="solid"/>
          </a:ln>
        </p:spPr>
      </p:sp>
      <p:sp>
        <p:nvSpPr>
          <p:cNvPr id="91" name="Shape 88"/>
          <p:cNvSpPr/>
          <p:nvPr/>
        </p:nvSpPr>
        <p:spPr>
          <a:xfrm>
            <a:off x="1468755" y="2937510"/>
            <a:ext cx="165735" cy="165735"/>
          </a:xfrm>
          <a:prstGeom prst="rect">
            <a:avLst/>
          </a:prstGeom>
          <a:solidFill>
            <a:srgbClr val="2A2140"/>
          </a:solidFill>
          <a:ln w="12700">
            <a:solidFill>
              <a:srgbClr val="2A2140"/>
            </a:solidFill>
            <a:prstDash val="solid"/>
          </a:ln>
        </p:spPr>
      </p:sp>
      <p:sp>
        <p:nvSpPr>
          <p:cNvPr id="92" name="Shape 89"/>
          <p:cNvSpPr/>
          <p:nvPr/>
        </p:nvSpPr>
        <p:spPr>
          <a:xfrm>
            <a:off x="1634490" y="2937510"/>
            <a:ext cx="165735" cy="165735"/>
          </a:xfrm>
          <a:prstGeom prst="rect">
            <a:avLst/>
          </a:prstGeom>
          <a:solidFill>
            <a:srgbClr val="2A2140"/>
          </a:solidFill>
          <a:ln w="12700">
            <a:solidFill>
              <a:srgbClr val="2A2140"/>
            </a:solidFill>
            <a:prstDash val="solid"/>
          </a:ln>
        </p:spPr>
      </p:sp>
      <p:sp>
        <p:nvSpPr>
          <p:cNvPr id="93" name="Shape 90"/>
          <p:cNvSpPr/>
          <p:nvPr/>
        </p:nvSpPr>
        <p:spPr>
          <a:xfrm>
            <a:off x="1800225" y="2937510"/>
            <a:ext cx="165735" cy="165735"/>
          </a:xfrm>
          <a:prstGeom prst="rect">
            <a:avLst/>
          </a:prstGeom>
          <a:solidFill>
            <a:srgbClr val="2A2140"/>
          </a:solidFill>
          <a:ln w="12700">
            <a:solidFill>
              <a:srgbClr val="2A2140"/>
            </a:solidFill>
            <a:prstDash val="solid"/>
          </a:ln>
        </p:spPr>
      </p:sp>
      <p:sp>
        <p:nvSpPr>
          <p:cNvPr id="94" name="Shape 91"/>
          <p:cNvSpPr/>
          <p:nvPr/>
        </p:nvSpPr>
        <p:spPr>
          <a:xfrm>
            <a:off x="1965960" y="2937510"/>
            <a:ext cx="165735" cy="165735"/>
          </a:xfrm>
          <a:prstGeom prst="rect">
            <a:avLst/>
          </a:prstGeom>
          <a:solidFill>
            <a:srgbClr val="2A2140"/>
          </a:solidFill>
          <a:ln w="12700">
            <a:solidFill>
              <a:srgbClr val="2A2140"/>
            </a:solidFill>
            <a:prstDash val="solid"/>
          </a:ln>
        </p:spPr>
      </p:sp>
      <p:sp>
        <p:nvSpPr>
          <p:cNvPr id="95" name="Shape 92"/>
          <p:cNvSpPr/>
          <p:nvPr/>
        </p:nvSpPr>
        <p:spPr>
          <a:xfrm>
            <a:off x="2131695" y="2937510"/>
            <a:ext cx="165735" cy="165735"/>
          </a:xfrm>
          <a:prstGeom prst="rect">
            <a:avLst/>
          </a:prstGeom>
          <a:solidFill>
            <a:srgbClr val="2A2140"/>
          </a:solidFill>
          <a:ln w="12700">
            <a:solidFill>
              <a:srgbClr val="2A2140"/>
            </a:solidFill>
            <a:prstDash val="solid"/>
          </a:ln>
        </p:spPr>
      </p:sp>
      <p:sp>
        <p:nvSpPr>
          <p:cNvPr id="96" name="Shape 93"/>
          <p:cNvSpPr/>
          <p:nvPr/>
        </p:nvSpPr>
        <p:spPr>
          <a:xfrm>
            <a:off x="2297430" y="2937510"/>
            <a:ext cx="165735" cy="165735"/>
          </a:xfrm>
          <a:prstGeom prst="rect">
            <a:avLst/>
          </a:prstGeom>
          <a:solidFill>
            <a:srgbClr val="2A2140"/>
          </a:solidFill>
          <a:ln w="12700">
            <a:solidFill>
              <a:srgbClr val="2A2140"/>
            </a:solidFill>
            <a:prstDash val="solid"/>
          </a:ln>
        </p:spPr>
      </p:sp>
      <p:sp>
        <p:nvSpPr>
          <p:cNvPr id="97" name="Shape 94"/>
          <p:cNvSpPr/>
          <p:nvPr/>
        </p:nvSpPr>
        <p:spPr>
          <a:xfrm>
            <a:off x="2463165" y="2937510"/>
            <a:ext cx="165735" cy="165735"/>
          </a:xfrm>
          <a:prstGeom prst="rect">
            <a:avLst/>
          </a:prstGeom>
          <a:solidFill>
            <a:srgbClr val="2A2140"/>
          </a:solidFill>
          <a:ln w="12700">
            <a:solidFill>
              <a:srgbClr val="2A2140"/>
            </a:solidFill>
            <a:prstDash val="solid"/>
          </a:ln>
        </p:spPr>
      </p:sp>
      <p:sp>
        <p:nvSpPr>
          <p:cNvPr id="98" name="Shape 95"/>
          <p:cNvSpPr/>
          <p:nvPr/>
        </p:nvSpPr>
        <p:spPr>
          <a:xfrm>
            <a:off x="2628900" y="2937510"/>
            <a:ext cx="165735" cy="165735"/>
          </a:xfrm>
          <a:prstGeom prst="rect">
            <a:avLst/>
          </a:prstGeom>
          <a:solidFill>
            <a:srgbClr val="2A2140"/>
          </a:solidFill>
          <a:ln w="12700">
            <a:solidFill>
              <a:srgbClr val="2A2140"/>
            </a:solidFill>
            <a:prstDash val="solid"/>
          </a:ln>
        </p:spPr>
      </p:sp>
      <p:sp>
        <p:nvSpPr>
          <p:cNvPr id="99" name="Shape 96"/>
          <p:cNvSpPr/>
          <p:nvPr/>
        </p:nvSpPr>
        <p:spPr>
          <a:xfrm>
            <a:off x="2794635" y="2937510"/>
            <a:ext cx="165735" cy="165735"/>
          </a:xfrm>
          <a:prstGeom prst="rect">
            <a:avLst/>
          </a:prstGeom>
          <a:solidFill>
            <a:srgbClr val="2A2140"/>
          </a:solidFill>
          <a:ln w="12700">
            <a:solidFill>
              <a:srgbClr val="2A2140"/>
            </a:solidFill>
            <a:prstDash val="solid"/>
          </a:ln>
        </p:spPr>
      </p:sp>
      <p:sp>
        <p:nvSpPr>
          <p:cNvPr id="100" name="Shape 97"/>
          <p:cNvSpPr/>
          <p:nvPr/>
        </p:nvSpPr>
        <p:spPr>
          <a:xfrm>
            <a:off x="971550" y="3103245"/>
            <a:ext cx="165735" cy="165735"/>
          </a:xfrm>
          <a:prstGeom prst="rect">
            <a:avLst/>
          </a:prstGeom>
          <a:solidFill>
            <a:srgbClr val="2A2140"/>
          </a:solidFill>
          <a:ln w="12700">
            <a:solidFill>
              <a:srgbClr val="2A2140"/>
            </a:solidFill>
            <a:prstDash val="solid"/>
          </a:ln>
        </p:spPr>
      </p:sp>
      <p:sp>
        <p:nvSpPr>
          <p:cNvPr id="101" name="Shape 98"/>
          <p:cNvSpPr/>
          <p:nvPr/>
        </p:nvSpPr>
        <p:spPr>
          <a:xfrm>
            <a:off x="1137285" y="3103245"/>
            <a:ext cx="165735" cy="165735"/>
          </a:xfrm>
          <a:prstGeom prst="rect">
            <a:avLst/>
          </a:prstGeom>
          <a:solidFill>
            <a:srgbClr val="2A2140"/>
          </a:solidFill>
          <a:ln w="12700">
            <a:solidFill>
              <a:srgbClr val="2A2140"/>
            </a:solidFill>
            <a:prstDash val="solid"/>
          </a:ln>
        </p:spPr>
      </p:sp>
      <p:sp>
        <p:nvSpPr>
          <p:cNvPr id="102" name="Shape 99"/>
          <p:cNvSpPr/>
          <p:nvPr/>
        </p:nvSpPr>
        <p:spPr>
          <a:xfrm>
            <a:off x="1303020" y="3103245"/>
            <a:ext cx="165735" cy="165735"/>
          </a:xfrm>
          <a:prstGeom prst="rect">
            <a:avLst/>
          </a:prstGeom>
          <a:solidFill>
            <a:srgbClr val="2A2140"/>
          </a:solidFill>
          <a:ln w="12700">
            <a:solidFill>
              <a:srgbClr val="2A2140"/>
            </a:solidFill>
            <a:prstDash val="solid"/>
          </a:ln>
        </p:spPr>
      </p:sp>
      <p:sp>
        <p:nvSpPr>
          <p:cNvPr id="103" name="Shape 100"/>
          <p:cNvSpPr/>
          <p:nvPr/>
        </p:nvSpPr>
        <p:spPr>
          <a:xfrm>
            <a:off x="1468755" y="3103245"/>
            <a:ext cx="165735" cy="165735"/>
          </a:xfrm>
          <a:prstGeom prst="rect">
            <a:avLst/>
          </a:prstGeom>
          <a:solidFill>
            <a:srgbClr val="2A2140"/>
          </a:solidFill>
          <a:ln w="12700">
            <a:solidFill>
              <a:srgbClr val="2A2140"/>
            </a:solidFill>
            <a:prstDash val="solid"/>
          </a:ln>
        </p:spPr>
      </p:sp>
      <p:sp>
        <p:nvSpPr>
          <p:cNvPr id="104" name="Shape 101"/>
          <p:cNvSpPr/>
          <p:nvPr/>
        </p:nvSpPr>
        <p:spPr>
          <a:xfrm>
            <a:off x="1634490" y="3103245"/>
            <a:ext cx="165735" cy="165735"/>
          </a:xfrm>
          <a:prstGeom prst="rect">
            <a:avLst/>
          </a:prstGeom>
          <a:solidFill>
            <a:srgbClr val="2A2140"/>
          </a:solidFill>
          <a:ln w="12700">
            <a:solidFill>
              <a:srgbClr val="2A2140"/>
            </a:solidFill>
            <a:prstDash val="solid"/>
          </a:ln>
        </p:spPr>
      </p:sp>
      <p:sp>
        <p:nvSpPr>
          <p:cNvPr id="105" name="Shape 102"/>
          <p:cNvSpPr/>
          <p:nvPr/>
        </p:nvSpPr>
        <p:spPr>
          <a:xfrm>
            <a:off x="1800225" y="3103245"/>
            <a:ext cx="165735" cy="165735"/>
          </a:xfrm>
          <a:prstGeom prst="rect">
            <a:avLst/>
          </a:prstGeom>
          <a:solidFill>
            <a:srgbClr val="2A2140"/>
          </a:solidFill>
          <a:ln w="12700">
            <a:solidFill>
              <a:srgbClr val="2A2140"/>
            </a:solidFill>
            <a:prstDash val="solid"/>
          </a:ln>
        </p:spPr>
      </p:sp>
      <p:sp>
        <p:nvSpPr>
          <p:cNvPr id="106" name="Shape 103"/>
          <p:cNvSpPr/>
          <p:nvPr/>
        </p:nvSpPr>
        <p:spPr>
          <a:xfrm>
            <a:off x="1965960" y="3103245"/>
            <a:ext cx="165735" cy="165735"/>
          </a:xfrm>
          <a:prstGeom prst="rect">
            <a:avLst/>
          </a:prstGeom>
          <a:solidFill>
            <a:srgbClr val="2A2140"/>
          </a:solidFill>
          <a:ln w="12700">
            <a:solidFill>
              <a:srgbClr val="2A2140"/>
            </a:solidFill>
            <a:prstDash val="solid"/>
          </a:ln>
        </p:spPr>
      </p:sp>
      <p:sp>
        <p:nvSpPr>
          <p:cNvPr id="107" name="Shape 104"/>
          <p:cNvSpPr/>
          <p:nvPr/>
        </p:nvSpPr>
        <p:spPr>
          <a:xfrm>
            <a:off x="2131695" y="3103245"/>
            <a:ext cx="165735" cy="165735"/>
          </a:xfrm>
          <a:prstGeom prst="rect">
            <a:avLst/>
          </a:prstGeom>
          <a:solidFill>
            <a:srgbClr val="2A2140"/>
          </a:solidFill>
          <a:ln w="12700">
            <a:solidFill>
              <a:srgbClr val="2A2140"/>
            </a:solidFill>
            <a:prstDash val="solid"/>
          </a:ln>
        </p:spPr>
      </p:sp>
      <p:sp>
        <p:nvSpPr>
          <p:cNvPr id="108" name="Shape 105"/>
          <p:cNvSpPr/>
          <p:nvPr/>
        </p:nvSpPr>
        <p:spPr>
          <a:xfrm>
            <a:off x="2297430" y="3103245"/>
            <a:ext cx="165735" cy="165735"/>
          </a:xfrm>
          <a:prstGeom prst="rect">
            <a:avLst/>
          </a:prstGeom>
          <a:solidFill>
            <a:srgbClr val="2A2140"/>
          </a:solidFill>
          <a:ln w="12700">
            <a:solidFill>
              <a:srgbClr val="2A2140"/>
            </a:solidFill>
            <a:prstDash val="solid"/>
          </a:ln>
        </p:spPr>
      </p:sp>
      <p:sp>
        <p:nvSpPr>
          <p:cNvPr id="109" name="Shape 106"/>
          <p:cNvSpPr/>
          <p:nvPr/>
        </p:nvSpPr>
        <p:spPr>
          <a:xfrm>
            <a:off x="2463165" y="3103245"/>
            <a:ext cx="165735" cy="165735"/>
          </a:xfrm>
          <a:prstGeom prst="rect">
            <a:avLst/>
          </a:prstGeom>
          <a:solidFill>
            <a:srgbClr val="2A2140"/>
          </a:solidFill>
          <a:ln w="12700">
            <a:solidFill>
              <a:srgbClr val="2A2140"/>
            </a:solidFill>
            <a:prstDash val="solid"/>
          </a:ln>
        </p:spPr>
      </p:sp>
      <p:sp>
        <p:nvSpPr>
          <p:cNvPr id="110" name="Shape 107"/>
          <p:cNvSpPr/>
          <p:nvPr/>
        </p:nvSpPr>
        <p:spPr>
          <a:xfrm>
            <a:off x="2628900" y="3103245"/>
            <a:ext cx="165735" cy="165735"/>
          </a:xfrm>
          <a:prstGeom prst="rect">
            <a:avLst/>
          </a:prstGeom>
          <a:solidFill>
            <a:srgbClr val="2A2140"/>
          </a:solidFill>
          <a:ln w="12700">
            <a:solidFill>
              <a:srgbClr val="2A2140"/>
            </a:solidFill>
            <a:prstDash val="solid"/>
          </a:ln>
        </p:spPr>
      </p:sp>
      <p:sp>
        <p:nvSpPr>
          <p:cNvPr id="111" name="Shape 108"/>
          <p:cNvSpPr/>
          <p:nvPr/>
        </p:nvSpPr>
        <p:spPr>
          <a:xfrm>
            <a:off x="971550" y="3268980"/>
            <a:ext cx="165735" cy="165735"/>
          </a:xfrm>
          <a:prstGeom prst="rect">
            <a:avLst/>
          </a:prstGeom>
          <a:solidFill>
            <a:srgbClr val="2A2140"/>
          </a:solidFill>
          <a:ln w="12700">
            <a:solidFill>
              <a:srgbClr val="2A2140"/>
            </a:solidFill>
            <a:prstDash val="solid"/>
          </a:ln>
        </p:spPr>
      </p:sp>
      <p:sp>
        <p:nvSpPr>
          <p:cNvPr id="112" name="Shape 109"/>
          <p:cNvSpPr/>
          <p:nvPr/>
        </p:nvSpPr>
        <p:spPr>
          <a:xfrm>
            <a:off x="1137285" y="3268980"/>
            <a:ext cx="165735" cy="165735"/>
          </a:xfrm>
          <a:prstGeom prst="rect">
            <a:avLst/>
          </a:prstGeom>
          <a:solidFill>
            <a:srgbClr val="2A2140"/>
          </a:solidFill>
          <a:ln w="12700">
            <a:solidFill>
              <a:srgbClr val="2A2140"/>
            </a:solidFill>
            <a:prstDash val="solid"/>
          </a:ln>
        </p:spPr>
      </p:sp>
      <p:sp>
        <p:nvSpPr>
          <p:cNvPr id="113" name="Shape 110"/>
          <p:cNvSpPr/>
          <p:nvPr/>
        </p:nvSpPr>
        <p:spPr>
          <a:xfrm>
            <a:off x="1468755" y="3268980"/>
            <a:ext cx="165735" cy="165735"/>
          </a:xfrm>
          <a:prstGeom prst="rect">
            <a:avLst/>
          </a:prstGeom>
          <a:solidFill>
            <a:srgbClr val="2A2140"/>
          </a:solidFill>
          <a:ln w="12700">
            <a:solidFill>
              <a:srgbClr val="2A2140"/>
            </a:solidFill>
            <a:prstDash val="solid"/>
          </a:ln>
        </p:spPr>
      </p:sp>
      <p:sp>
        <p:nvSpPr>
          <p:cNvPr id="114" name="Shape 111"/>
          <p:cNvSpPr/>
          <p:nvPr/>
        </p:nvSpPr>
        <p:spPr>
          <a:xfrm>
            <a:off x="1634490" y="3268980"/>
            <a:ext cx="165735" cy="165735"/>
          </a:xfrm>
          <a:prstGeom prst="rect">
            <a:avLst/>
          </a:prstGeom>
          <a:solidFill>
            <a:srgbClr val="2A2140"/>
          </a:solidFill>
          <a:ln w="12700">
            <a:solidFill>
              <a:srgbClr val="2A2140"/>
            </a:solidFill>
            <a:prstDash val="solid"/>
          </a:ln>
        </p:spPr>
      </p:sp>
      <p:sp>
        <p:nvSpPr>
          <p:cNvPr id="115" name="Shape 112"/>
          <p:cNvSpPr/>
          <p:nvPr/>
        </p:nvSpPr>
        <p:spPr>
          <a:xfrm>
            <a:off x="1800225" y="3268980"/>
            <a:ext cx="165735" cy="165735"/>
          </a:xfrm>
          <a:prstGeom prst="rect">
            <a:avLst/>
          </a:prstGeom>
          <a:solidFill>
            <a:srgbClr val="2A2140"/>
          </a:solidFill>
          <a:ln w="12700">
            <a:solidFill>
              <a:srgbClr val="2A2140"/>
            </a:solidFill>
            <a:prstDash val="solid"/>
          </a:ln>
        </p:spPr>
      </p:sp>
      <p:sp>
        <p:nvSpPr>
          <p:cNvPr id="116" name="Shape 113"/>
          <p:cNvSpPr/>
          <p:nvPr/>
        </p:nvSpPr>
        <p:spPr>
          <a:xfrm>
            <a:off x="1965960" y="3268980"/>
            <a:ext cx="165735" cy="165735"/>
          </a:xfrm>
          <a:prstGeom prst="rect">
            <a:avLst/>
          </a:prstGeom>
          <a:solidFill>
            <a:srgbClr val="2A2140"/>
          </a:solidFill>
          <a:ln w="12700">
            <a:solidFill>
              <a:srgbClr val="2A2140"/>
            </a:solidFill>
            <a:prstDash val="solid"/>
          </a:ln>
        </p:spPr>
      </p:sp>
      <p:sp>
        <p:nvSpPr>
          <p:cNvPr id="117" name="Shape 114"/>
          <p:cNvSpPr/>
          <p:nvPr/>
        </p:nvSpPr>
        <p:spPr>
          <a:xfrm>
            <a:off x="2131695" y="3268980"/>
            <a:ext cx="165735" cy="165735"/>
          </a:xfrm>
          <a:prstGeom prst="rect">
            <a:avLst/>
          </a:prstGeom>
          <a:solidFill>
            <a:srgbClr val="2A2140"/>
          </a:solidFill>
          <a:ln w="12700">
            <a:solidFill>
              <a:srgbClr val="2A2140"/>
            </a:solidFill>
            <a:prstDash val="solid"/>
          </a:ln>
        </p:spPr>
      </p:sp>
      <p:sp>
        <p:nvSpPr>
          <p:cNvPr id="118" name="Shape 115"/>
          <p:cNvSpPr/>
          <p:nvPr/>
        </p:nvSpPr>
        <p:spPr>
          <a:xfrm>
            <a:off x="2297430" y="3268980"/>
            <a:ext cx="165735" cy="165735"/>
          </a:xfrm>
          <a:prstGeom prst="rect">
            <a:avLst/>
          </a:prstGeom>
          <a:solidFill>
            <a:srgbClr val="2A2140"/>
          </a:solidFill>
          <a:ln w="12700">
            <a:solidFill>
              <a:srgbClr val="2A2140"/>
            </a:solidFill>
            <a:prstDash val="solid"/>
          </a:ln>
        </p:spPr>
      </p:sp>
      <p:sp>
        <p:nvSpPr>
          <p:cNvPr id="119" name="Shape 116"/>
          <p:cNvSpPr/>
          <p:nvPr/>
        </p:nvSpPr>
        <p:spPr>
          <a:xfrm>
            <a:off x="2463165" y="3268980"/>
            <a:ext cx="165735" cy="165735"/>
          </a:xfrm>
          <a:prstGeom prst="rect">
            <a:avLst/>
          </a:prstGeom>
          <a:solidFill>
            <a:srgbClr val="2A2140"/>
          </a:solidFill>
          <a:ln w="12700">
            <a:solidFill>
              <a:srgbClr val="2A2140"/>
            </a:solidFill>
            <a:prstDash val="solid"/>
          </a:ln>
        </p:spPr>
      </p:sp>
      <p:sp>
        <p:nvSpPr>
          <p:cNvPr id="120" name="Shape 117"/>
          <p:cNvSpPr/>
          <p:nvPr/>
        </p:nvSpPr>
        <p:spPr>
          <a:xfrm>
            <a:off x="1137285" y="3434715"/>
            <a:ext cx="165735" cy="165735"/>
          </a:xfrm>
          <a:prstGeom prst="rect">
            <a:avLst/>
          </a:prstGeom>
          <a:solidFill>
            <a:srgbClr val="2A2140"/>
          </a:solidFill>
          <a:ln w="12700">
            <a:solidFill>
              <a:srgbClr val="2A2140"/>
            </a:solidFill>
            <a:prstDash val="solid"/>
          </a:ln>
        </p:spPr>
      </p:sp>
      <p:sp>
        <p:nvSpPr>
          <p:cNvPr id="121" name="Shape 118"/>
          <p:cNvSpPr/>
          <p:nvPr/>
        </p:nvSpPr>
        <p:spPr>
          <a:xfrm>
            <a:off x="1303020" y="3434715"/>
            <a:ext cx="165735" cy="165735"/>
          </a:xfrm>
          <a:prstGeom prst="rect">
            <a:avLst/>
          </a:prstGeom>
          <a:solidFill>
            <a:srgbClr val="2A2140"/>
          </a:solidFill>
          <a:ln w="12700">
            <a:solidFill>
              <a:srgbClr val="2A2140"/>
            </a:solidFill>
            <a:prstDash val="solid"/>
          </a:ln>
        </p:spPr>
      </p:sp>
      <p:sp>
        <p:nvSpPr>
          <p:cNvPr id="122" name="Shape 119"/>
          <p:cNvSpPr/>
          <p:nvPr/>
        </p:nvSpPr>
        <p:spPr>
          <a:xfrm>
            <a:off x="1468755" y="3434715"/>
            <a:ext cx="165735" cy="165735"/>
          </a:xfrm>
          <a:prstGeom prst="rect">
            <a:avLst/>
          </a:prstGeom>
          <a:solidFill>
            <a:srgbClr val="2A2140"/>
          </a:solidFill>
          <a:ln w="12700">
            <a:solidFill>
              <a:srgbClr val="2A2140"/>
            </a:solidFill>
            <a:prstDash val="solid"/>
          </a:ln>
        </p:spPr>
      </p:sp>
      <p:sp>
        <p:nvSpPr>
          <p:cNvPr id="123" name="Shape 120"/>
          <p:cNvSpPr/>
          <p:nvPr/>
        </p:nvSpPr>
        <p:spPr>
          <a:xfrm>
            <a:off x="1800225" y="3434715"/>
            <a:ext cx="165735" cy="165735"/>
          </a:xfrm>
          <a:prstGeom prst="rect">
            <a:avLst/>
          </a:prstGeom>
          <a:solidFill>
            <a:srgbClr val="2A2140"/>
          </a:solidFill>
          <a:ln w="12700">
            <a:solidFill>
              <a:srgbClr val="2A2140"/>
            </a:solidFill>
            <a:prstDash val="solid"/>
          </a:ln>
        </p:spPr>
      </p:sp>
      <p:sp>
        <p:nvSpPr>
          <p:cNvPr id="124" name="Shape 121"/>
          <p:cNvSpPr/>
          <p:nvPr/>
        </p:nvSpPr>
        <p:spPr>
          <a:xfrm>
            <a:off x="1965960" y="3434715"/>
            <a:ext cx="165735" cy="165735"/>
          </a:xfrm>
          <a:prstGeom prst="rect">
            <a:avLst/>
          </a:prstGeom>
          <a:solidFill>
            <a:srgbClr val="2A2140"/>
          </a:solidFill>
          <a:ln w="12700">
            <a:solidFill>
              <a:srgbClr val="2A2140"/>
            </a:solidFill>
            <a:prstDash val="solid"/>
          </a:ln>
        </p:spPr>
      </p:sp>
      <p:sp>
        <p:nvSpPr>
          <p:cNvPr id="125" name="Shape 122"/>
          <p:cNvSpPr/>
          <p:nvPr/>
        </p:nvSpPr>
        <p:spPr>
          <a:xfrm>
            <a:off x="2131695" y="3434715"/>
            <a:ext cx="165735" cy="165735"/>
          </a:xfrm>
          <a:prstGeom prst="rect">
            <a:avLst/>
          </a:prstGeom>
          <a:solidFill>
            <a:srgbClr val="2A2140"/>
          </a:solidFill>
          <a:ln w="12700">
            <a:solidFill>
              <a:srgbClr val="2A2140"/>
            </a:solidFill>
            <a:prstDash val="solid"/>
          </a:ln>
        </p:spPr>
      </p:sp>
      <p:sp>
        <p:nvSpPr>
          <p:cNvPr id="126" name="Shape 123"/>
          <p:cNvSpPr/>
          <p:nvPr/>
        </p:nvSpPr>
        <p:spPr>
          <a:xfrm>
            <a:off x="2297430" y="3434715"/>
            <a:ext cx="165735" cy="165735"/>
          </a:xfrm>
          <a:prstGeom prst="rect">
            <a:avLst/>
          </a:prstGeom>
          <a:solidFill>
            <a:srgbClr val="2A2140"/>
          </a:solidFill>
          <a:ln w="12700">
            <a:solidFill>
              <a:srgbClr val="2A2140"/>
            </a:solidFill>
            <a:prstDash val="solid"/>
          </a:ln>
        </p:spPr>
      </p:sp>
      <p:sp>
        <p:nvSpPr>
          <p:cNvPr id="127" name="Text 124"/>
          <p:cNvSpPr/>
          <p:nvPr/>
        </p:nvSpPr>
        <p:spPr>
          <a:xfrm>
            <a:off x="3429000" y="2331720"/>
            <a:ext cx="548640" cy="457200"/>
          </a:xfrm>
          <a:prstGeom prst="rect">
            <a:avLst/>
          </a:prstGeom>
          <a:noFill/>
          <a:ln/>
        </p:spPr>
        <p:txBody>
          <a:bodyPr wrap="square" rtlCol="0" anchor="ctr"/>
          <a:lstStyle/>
          <a:p>
            <a:pPr algn="ctr" indent="0" marL="0">
              <a:buNone/>
            </a:pPr>
            <a:r>
              <a:rPr lang="en-US" sz="2800" dirty="0">
                <a:solidFill>
                  <a:srgbClr val="6F6785"/>
                </a:solidFill>
                <a:latin typeface="Segoe UI Black" pitchFamily="34" charset="0"/>
                <a:ea typeface="Segoe UI Black" pitchFamily="34" charset="-122"/>
                <a:cs typeface="Segoe UI Black" pitchFamily="34" charset="-120"/>
              </a:rPr>
              <a:t>→</a:t>
            </a:r>
            <a:endParaRPr lang="en-US" sz="2800" dirty="0"/>
          </a:p>
        </p:txBody>
      </p:sp>
      <p:sp>
        <p:nvSpPr>
          <p:cNvPr id="128" name="Shape 125"/>
          <p:cNvSpPr/>
          <p:nvPr/>
        </p:nvSpPr>
        <p:spPr>
          <a:xfrm>
            <a:off x="4114800" y="1344168"/>
            <a:ext cx="4572000" cy="2880360"/>
          </a:xfrm>
          <a:prstGeom prst="roundRect">
            <a:avLst>
              <a:gd name="adj" fmla="val 5714"/>
            </a:avLst>
          </a:prstGeom>
          <a:solidFill>
            <a:srgbClr val="F0E4D0"/>
          </a:solidFill>
          <a:ln w="12700">
            <a:solidFill>
              <a:srgbClr val="F0E4D0"/>
            </a:solidFill>
            <a:prstDash val="solid"/>
          </a:ln>
        </p:spPr>
      </p:sp>
      <p:sp>
        <p:nvSpPr>
          <p:cNvPr id="129" name="Shape 126"/>
          <p:cNvSpPr/>
          <p:nvPr/>
        </p:nvSpPr>
        <p:spPr>
          <a:xfrm>
            <a:off x="4114800" y="1280160"/>
            <a:ext cx="4572000" cy="2880360"/>
          </a:xfrm>
          <a:prstGeom prst="roundRect">
            <a:avLst>
              <a:gd name="adj" fmla="val 5714"/>
            </a:avLst>
          </a:prstGeom>
          <a:solidFill>
            <a:srgbClr val="FFFFFF"/>
          </a:solidFill>
          <a:ln w="12700">
            <a:solidFill>
              <a:srgbClr val="FFFFFF"/>
            </a:solidFill>
            <a:prstDash val="solid"/>
          </a:ln>
        </p:spPr>
      </p:sp>
      <p:sp>
        <p:nvSpPr>
          <p:cNvPr id="130" name="Text 127"/>
          <p:cNvSpPr/>
          <p:nvPr/>
        </p:nvSpPr>
        <p:spPr>
          <a:xfrm>
            <a:off x="4297680" y="1371600"/>
            <a:ext cx="4206240" cy="1325880"/>
          </a:xfrm>
          <a:prstGeom prst="rect">
            <a:avLst/>
          </a:prstGeom>
          <a:noFill/>
          <a:ln/>
        </p:spPr>
        <p:txBody>
          <a:bodyPr wrap="square" rtlCol="0" anchor="t"/>
          <a:lstStyle/>
          <a:p>
            <a:pPr indent="0" marL="0">
              <a:buNone/>
            </a:pPr>
            <a:r>
              <a:rPr lang="en-US" sz="1050" dirty="0">
                <a:solidFill>
                  <a:srgbClr val="2A2140"/>
                </a:solidFill>
                <a:latin typeface="Consolas" pitchFamily="34" charset="0"/>
                <a:ea typeface="Consolas" pitchFamily="34" charset="-122"/>
                <a:cs typeface="Consolas" pitchFamily="34" charset="-120"/>
              </a:rPr>
              <a:t>0  0  0  1  1  1  1  1  1  1  1  1  1  1  1  0</a:t>
            </a:r>
            <a:endParaRPr lang="en-US" sz="1050" dirty="0"/>
          </a:p>
          <a:p>
            <a:pPr indent="0" marL="0">
              <a:buNone/>
            </a:pPr>
            <a:r>
              <a:rPr lang="en-US" sz="1050" dirty="0">
                <a:solidFill>
                  <a:srgbClr val="2A2140"/>
                </a:solidFill>
                <a:latin typeface="Consolas" pitchFamily="34" charset="0"/>
                <a:ea typeface="Consolas" pitchFamily="34" charset="-122"/>
                <a:cs typeface="Consolas" pitchFamily="34" charset="-120"/>
              </a:rPr>
              <a:t>0  0  1  1  1  1  1  1  1  1  1  1  1  1  1  0</a:t>
            </a:r>
            <a:endParaRPr lang="en-US" sz="1050" dirty="0"/>
          </a:p>
          <a:p>
            <a:pPr indent="0" marL="0">
              <a:buNone/>
            </a:pPr>
            <a:r>
              <a:rPr lang="en-US" sz="1050" dirty="0">
                <a:solidFill>
                  <a:srgbClr val="2A2140"/>
                </a:solidFill>
                <a:latin typeface="Consolas" pitchFamily="34" charset="0"/>
                <a:ea typeface="Consolas" pitchFamily="34" charset="-122"/>
                <a:cs typeface="Consolas" pitchFamily="34" charset="-120"/>
              </a:rPr>
              <a:t>0  0  1  0  1  1  1  1  1  1  1  1  1  1  1  0</a:t>
            </a:r>
            <a:endParaRPr lang="en-US" sz="1050" dirty="0"/>
          </a:p>
          <a:p>
            <a:pPr indent="0" marL="0">
              <a:buNone/>
            </a:pPr>
            <a:r>
              <a:rPr lang="en-US" sz="1050" dirty="0">
                <a:solidFill>
                  <a:srgbClr val="2A2140"/>
                </a:solidFill>
                <a:latin typeface="Consolas" pitchFamily="34" charset="0"/>
                <a:ea typeface="Consolas" pitchFamily="34" charset="-122"/>
                <a:cs typeface="Consolas" pitchFamily="34" charset="-120"/>
              </a:rPr>
              <a:t>0  0  1  1  0  1  1  1  1  1  1  1  1  1  1  0</a:t>
            </a:r>
            <a:endParaRPr lang="en-US" sz="1050" dirty="0"/>
          </a:p>
          <a:p>
            <a:pPr indent="0" marL="0">
              <a:buNone/>
            </a:pPr>
            <a:r>
              <a:rPr lang="en-US" sz="1050" dirty="0">
                <a:solidFill>
                  <a:srgbClr val="2A2140"/>
                </a:solidFill>
                <a:latin typeface="Consolas" pitchFamily="34" charset="0"/>
                <a:ea typeface="Consolas" pitchFamily="34" charset="-122"/>
                <a:cs typeface="Consolas" pitchFamily="34" charset="-120"/>
              </a:rPr>
              <a:t>0  1  1  1  1  1  1  1  1  1  1  1  1  1  1  0</a:t>
            </a:r>
            <a:endParaRPr lang="en-US" sz="1050" dirty="0"/>
          </a:p>
          <a:p>
            <a:pPr indent="0" marL="0">
              <a:buNone/>
            </a:pPr>
            <a:r>
              <a:rPr lang="en-US" sz="1050" dirty="0">
                <a:solidFill>
                  <a:srgbClr val="2A2140"/>
                </a:solidFill>
                <a:latin typeface="Consolas" pitchFamily="34" charset="0"/>
                <a:ea typeface="Consolas" pitchFamily="34" charset="-122"/>
                <a:cs typeface="Consolas" pitchFamily="34" charset="-120"/>
              </a:rPr>
              <a:t>0  0  1  1  1  1  1  1  1  1  1  1  1  1  0  0</a:t>
            </a:r>
            <a:endParaRPr lang="en-US" sz="1050" dirty="0"/>
          </a:p>
        </p:txBody>
      </p:sp>
      <p:sp>
        <p:nvSpPr>
          <p:cNvPr id="131" name="Text 128"/>
          <p:cNvSpPr/>
          <p:nvPr/>
        </p:nvSpPr>
        <p:spPr>
          <a:xfrm>
            <a:off x="4297680" y="2697480"/>
            <a:ext cx="4206240" cy="320040"/>
          </a:xfrm>
          <a:prstGeom prst="rect">
            <a:avLst/>
          </a:prstGeom>
          <a:noFill/>
          <a:ln/>
        </p:spPr>
        <p:txBody>
          <a:bodyPr wrap="square" rtlCol="0" anchor="t"/>
          <a:lstStyle/>
          <a:p>
            <a:pPr indent="0" marL="0">
              <a:spcAft>
                <a:spcPts val="600"/>
              </a:spcAft>
              <a:buNone/>
            </a:pPr>
            <a:r>
              <a:rPr lang="en-US" sz="1150" dirty="0">
                <a:solidFill>
                  <a:srgbClr val="6F6785"/>
                </a:solidFill>
                <a:latin typeface="Calibri" pitchFamily="34" charset="0"/>
                <a:ea typeface="Calibri" pitchFamily="34" charset="-122"/>
                <a:cs typeface="Calibri" pitchFamily="34" charset="-120"/>
              </a:rPr>
              <a:t>…and 10 more rows like these.</a:t>
            </a:r>
            <a:endParaRPr lang="en-US" sz="1150" dirty="0"/>
          </a:p>
        </p:txBody>
      </p:sp>
      <p:sp>
        <p:nvSpPr>
          <p:cNvPr id="132" name="Text 129"/>
          <p:cNvSpPr/>
          <p:nvPr/>
        </p:nvSpPr>
        <p:spPr>
          <a:xfrm>
            <a:off x="4297680" y="3017520"/>
            <a:ext cx="4206240" cy="1051560"/>
          </a:xfrm>
          <a:prstGeom prst="rect">
            <a:avLst/>
          </a:prstGeom>
          <a:noFill/>
          <a:ln/>
        </p:spPr>
        <p:txBody>
          <a:bodyPr wrap="square" rtlCol="0" anchor="t"/>
          <a:lstStyle/>
          <a:p>
            <a:pPr indent="0" marL="0">
              <a:spcAft>
                <a:spcPts val="600"/>
              </a:spcAft>
              <a:buNone/>
            </a:pPr>
            <a:r>
              <a:rPr lang="en-US" sz="1300" dirty="0">
                <a:solidFill>
                  <a:srgbClr val="2A2140"/>
                </a:solidFill>
                <a:latin typeface="Calibri" pitchFamily="34" charset="0"/>
                <a:ea typeface="Calibri" pitchFamily="34" charset="-122"/>
                <a:cs typeface="Calibri" pitchFamily="34" charset="-120"/>
              </a:rPr>
              <a:t>16 × 16 = 256 numbers, each between 0 (white) and 1 (black). That is all the machine ever gets. No colour, no smell, no “mango”.</a:t>
            </a:r>
            <a:endParaRPr lang="en-US" sz="1300" dirty="0"/>
          </a:p>
        </p:txBody>
      </p:sp>
      <p:sp>
        <p:nvSpPr>
          <p:cNvPr id="133" name="Text 130"/>
          <p:cNvSpPr/>
          <p:nvPr/>
        </p:nvSpPr>
        <p:spPr>
          <a:xfrm>
            <a:off x="457200" y="4315968"/>
            <a:ext cx="8229600" cy="457200"/>
          </a:xfrm>
          <a:prstGeom prst="rect">
            <a:avLst/>
          </a:prstGeom>
          <a:noFill/>
          <a:ln/>
        </p:spPr>
        <p:txBody>
          <a:bodyPr wrap="square" rtlCol="0" anchor="t"/>
          <a:lstStyle/>
          <a:p>
            <a:pPr indent="0" marL="0">
              <a:buNone/>
            </a:pPr>
            <a:r>
              <a:rPr lang="en-US" sz="1250" dirty="0">
                <a:solidFill>
                  <a:srgbClr val="6F6785"/>
                </a:solidFill>
                <a:latin typeface="Calibri" pitchFamily="34" charset="0"/>
                <a:ea typeface="Calibri" pitchFamily="34" charset="-122"/>
                <a:cs typeface="Calibri" pitchFamily="34" charset="-120"/>
              </a:rPr>
              <a:t>Your drawing is also moved to the middle and scaled, so drawing in a corner doesn't matter.</a:t>
            </a:r>
            <a:endParaRPr lang="en-US" sz="125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Inside the machine.</a:t>
            </a:r>
            <a:endParaRPr lang="en-US" sz="3400" dirty="0"/>
          </a:p>
        </p:txBody>
      </p:sp>
      <p:sp>
        <p:nvSpPr>
          <p:cNvPr id="4" name="Shape 1"/>
          <p:cNvSpPr/>
          <p:nvPr/>
        </p:nvSpPr>
        <p:spPr>
          <a:xfrm>
            <a:off x="914400" y="1280160"/>
            <a:ext cx="182880" cy="182880"/>
          </a:xfrm>
          <a:prstGeom prst="ellipse">
            <a:avLst/>
          </a:prstGeom>
          <a:solidFill>
            <a:srgbClr val="2A2140"/>
          </a:solidFill>
          <a:ln w="12700">
            <a:solidFill>
              <a:srgbClr val="2A2140"/>
            </a:solidFill>
            <a:prstDash val="solid"/>
          </a:ln>
        </p:spPr>
      </p:sp>
      <p:sp>
        <p:nvSpPr>
          <p:cNvPr id="5" name="Shape 2"/>
          <p:cNvSpPr/>
          <p:nvPr/>
        </p:nvSpPr>
        <p:spPr>
          <a:xfrm>
            <a:off x="914400" y="1529542"/>
            <a:ext cx="182880" cy="182880"/>
          </a:xfrm>
          <a:prstGeom prst="ellipse">
            <a:avLst/>
          </a:prstGeom>
          <a:solidFill>
            <a:srgbClr val="2A2140"/>
          </a:solidFill>
          <a:ln w="12700">
            <a:solidFill>
              <a:srgbClr val="2A2140"/>
            </a:solidFill>
            <a:prstDash val="solid"/>
          </a:ln>
        </p:spPr>
      </p:sp>
      <p:sp>
        <p:nvSpPr>
          <p:cNvPr id="6" name="Shape 3"/>
          <p:cNvSpPr/>
          <p:nvPr/>
        </p:nvSpPr>
        <p:spPr>
          <a:xfrm>
            <a:off x="914400" y="1778924"/>
            <a:ext cx="182880" cy="182880"/>
          </a:xfrm>
          <a:prstGeom prst="ellipse">
            <a:avLst/>
          </a:prstGeom>
          <a:solidFill>
            <a:srgbClr val="2A2140"/>
          </a:solidFill>
          <a:ln w="12700">
            <a:solidFill>
              <a:srgbClr val="2A2140"/>
            </a:solidFill>
            <a:prstDash val="solid"/>
          </a:ln>
        </p:spPr>
      </p:sp>
      <p:sp>
        <p:nvSpPr>
          <p:cNvPr id="7" name="Shape 4"/>
          <p:cNvSpPr/>
          <p:nvPr/>
        </p:nvSpPr>
        <p:spPr>
          <a:xfrm>
            <a:off x="914400" y="2028305"/>
            <a:ext cx="182880" cy="182880"/>
          </a:xfrm>
          <a:prstGeom prst="ellipse">
            <a:avLst/>
          </a:prstGeom>
          <a:solidFill>
            <a:srgbClr val="2A2140"/>
          </a:solidFill>
          <a:ln w="12700">
            <a:solidFill>
              <a:srgbClr val="2A2140"/>
            </a:solidFill>
            <a:prstDash val="solid"/>
          </a:ln>
        </p:spPr>
      </p:sp>
      <p:sp>
        <p:nvSpPr>
          <p:cNvPr id="8" name="Shape 5"/>
          <p:cNvSpPr/>
          <p:nvPr/>
        </p:nvSpPr>
        <p:spPr>
          <a:xfrm>
            <a:off x="914400" y="2277687"/>
            <a:ext cx="182880" cy="182880"/>
          </a:xfrm>
          <a:prstGeom prst="ellipse">
            <a:avLst/>
          </a:prstGeom>
          <a:solidFill>
            <a:srgbClr val="2A2140"/>
          </a:solidFill>
          <a:ln w="12700">
            <a:solidFill>
              <a:srgbClr val="2A2140"/>
            </a:solidFill>
            <a:prstDash val="solid"/>
          </a:ln>
        </p:spPr>
      </p:sp>
      <p:sp>
        <p:nvSpPr>
          <p:cNvPr id="9" name="Shape 6"/>
          <p:cNvSpPr/>
          <p:nvPr/>
        </p:nvSpPr>
        <p:spPr>
          <a:xfrm>
            <a:off x="914400" y="2527069"/>
            <a:ext cx="182880" cy="182880"/>
          </a:xfrm>
          <a:prstGeom prst="ellipse">
            <a:avLst/>
          </a:prstGeom>
          <a:solidFill>
            <a:srgbClr val="6F6785"/>
          </a:solidFill>
          <a:ln w="12700">
            <a:solidFill>
              <a:srgbClr val="2A2140"/>
            </a:solidFill>
            <a:prstDash val="solid"/>
          </a:ln>
        </p:spPr>
      </p:sp>
      <p:sp>
        <p:nvSpPr>
          <p:cNvPr id="10" name="Shape 7"/>
          <p:cNvSpPr/>
          <p:nvPr/>
        </p:nvSpPr>
        <p:spPr>
          <a:xfrm>
            <a:off x="914400" y="2776451"/>
            <a:ext cx="182880" cy="182880"/>
          </a:xfrm>
          <a:prstGeom prst="ellipse">
            <a:avLst/>
          </a:prstGeom>
          <a:solidFill>
            <a:srgbClr val="6F6785"/>
          </a:solidFill>
          <a:ln w="12700">
            <a:solidFill>
              <a:srgbClr val="2A2140"/>
            </a:solidFill>
            <a:prstDash val="solid"/>
          </a:ln>
        </p:spPr>
      </p:sp>
      <p:sp>
        <p:nvSpPr>
          <p:cNvPr id="11" name="Shape 8"/>
          <p:cNvSpPr/>
          <p:nvPr/>
        </p:nvSpPr>
        <p:spPr>
          <a:xfrm>
            <a:off x="914400" y="3025833"/>
            <a:ext cx="182880" cy="182880"/>
          </a:xfrm>
          <a:prstGeom prst="ellipse">
            <a:avLst/>
          </a:prstGeom>
          <a:solidFill>
            <a:srgbClr val="2A2140"/>
          </a:solidFill>
          <a:ln w="12700">
            <a:solidFill>
              <a:srgbClr val="2A2140"/>
            </a:solidFill>
            <a:prstDash val="solid"/>
          </a:ln>
        </p:spPr>
      </p:sp>
      <p:sp>
        <p:nvSpPr>
          <p:cNvPr id="12" name="Shape 9"/>
          <p:cNvSpPr/>
          <p:nvPr/>
        </p:nvSpPr>
        <p:spPr>
          <a:xfrm>
            <a:off x="914400" y="3275215"/>
            <a:ext cx="182880" cy="182880"/>
          </a:xfrm>
          <a:prstGeom prst="ellipse">
            <a:avLst/>
          </a:prstGeom>
          <a:solidFill>
            <a:srgbClr val="2A2140"/>
          </a:solidFill>
          <a:ln w="12700">
            <a:solidFill>
              <a:srgbClr val="2A2140"/>
            </a:solidFill>
            <a:prstDash val="solid"/>
          </a:ln>
        </p:spPr>
      </p:sp>
      <p:sp>
        <p:nvSpPr>
          <p:cNvPr id="13" name="Shape 10"/>
          <p:cNvSpPr/>
          <p:nvPr/>
        </p:nvSpPr>
        <p:spPr>
          <a:xfrm>
            <a:off x="914400" y="3524596"/>
            <a:ext cx="182880" cy="182880"/>
          </a:xfrm>
          <a:prstGeom prst="ellipse">
            <a:avLst/>
          </a:prstGeom>
          <a:solidFill>
            <a:srgbClr val="2A2140"/>
          </a:solidFill>
          <a:ln w="12700">
            <a:solidFill>
              <a:srgbClr val="2A2140"/>
            </a:solidFill>
            <a:prstDash val="solid"/>
          </a:ln>
        </p:spPr>
      </p:sp>
      <p:sp>
        <p:nvSpPr>
          <p:cNvPr id="14" name="Shape 11"/>
          <p:cNvSpPr/>
          <p:nvPr/>
        </p:nvSpPr>
        <p:spPr>
          <a:xfrm>
            <a:off x="914400" y="3773978"/>
            <a:ext cx="182880" cy="182880"/>
          </a:xfrm>
          <a:prstGeom prst="ellipse">
            <a:avLst/>
          </a:prstGeom>
          <a:solidFill>
            <a:srgbClr val="2A2140"/>
          </a:solidFill>
          <a:ln w="12700">
            <a:solidFill>
              <a:srgbClr val="2A2140"/>
            </a:solidFill>
            <a:prstDash val="solid"/>
          </a:ln>
        </p:spPr>
      </p:sp>
      <p:sp>
        <p:nvSpPr>
          <p:cNvPr id="15" name="Shape 12"/>
          <p:cNvSpPr/>
          <p:nvPr/>
        </p:nvSpPr>
        <p:spPr>
          <a:xfrm>
            <a:off x="914400" y="4023360"/>
            <a:ext cx="182880" cy="182880"/>
          </a:xfrm>
          <a:prstGeom prst="ellipse">
            <a:avLst/>
          </a:prstGeom>
          <a:solidFill>
            <a:srgbClr val="2A2140"/>
          </a:solidFill>
          <a:ln w="12700">
            <a:solidFill>
              <a:srgbClr val="2A2140"/>
            </a:solidFill>
            <a:prstDash val="solid"/>
          </a:ln>
        </p:spPr>
      </p:sp>
      <p:sp>
        <p:nvSpPr>
          <p:cNvPr id="16" name="Shape 13"/>
          <p:cNvSpPr/>
          <p:nvPr/>
        </p:nvSpPr>
        <p:spPr>
          <a:xfrm>
            <a:off x="3977640" y="1417320"/>
            <a:ext cx="457200" cy="457200"/>
          </a:xfrm>
          <a:prstGeom prst="ellipse">
            <a:avLst/>
          </a:prstGeom>
          <a:solidFill>
            <a:srgbClr val="3BA7F5"/>
          </a:solidFill>
          <a:ln w="19050">
            <a:solidFill>
              <a:srgbClr val="2378BD"/>
            </a:solidFill>
            <a:prstDash val="solid"/>
          </a:ln>
        </p:spPr>
      </p:sp>
      <p:sp>
        <p:nvSpPr>
          <p:cNvPr id="17" name="Shape 14"/>
          <p:cNvSpPr/>
          <p:nvPr/>
        </p:nvSpPr>
        <p:spPr>
          <a:xfrm>
            <a:off x="1005840" y="1371600"/>
            <a:ext cx="2971800" cy="274320"/>
          </a:xfrm>
          <a:prstGeom prst="line">
            <a:avLst/>
          </a:prstGeom>
          <a:noFill/>
          <a:ln w="9525">
            <a:solidFill>
              <a:srgbClr val="F0E4D0"/>
            </a:solidFill>
            <a:prstDash val="solid"/>
          </a:ln>
        </p:spPr>
      </p:sp>
      <p:sp>
        <p:nvSpPr>
          <p:cNvPr id="18" name="Shape 15"/>
          <p:cNvSpPr/>
          <p:nvPr/>
        </p:nvSpPr>
        <p:spPr>
          <a:xfrm>
            <a:off x="1005840" y="1620982"/>
            <a:ext cx="2971800" cy="24938"/>
          </a:xfrm>
          <a:prstGeom prst="line">
            <a:avLst/>
          </a:prstGeom>
          <a:noFill/>
          <a:ln w="9525">
            <a:solidFill>
              <a:srgbClr val="F0E4D0"/>
            </a:solidFill>
            <a:prstDash val="solid"/>
          </a:ln>
        </p:spPr>
      </p:sp>
      <p:sp>
        <p:nvSpPr>
          <p:cNvPr id="19" name="Shape 16"/>
          <p:cNvSpPr/>
          <p:nvPr/>
        </p:nvSpPr>
        <p:spPr>
          <a:xfrm flipV="1">
            <a:off x="1005840" y="1645920"/>
            <a:ext cx="2971800" cy="224444"/>
          </a:xfrm>
          <a:prstGeom prst="line">
            <a:avLst/>
          </a:prstGeom>
          <a:noFill/>
          <a:ln w="9525">
            <a:solidFill>
              <a:srgbClr val="F0E4D0"/>
            </a:solidFill>
            <a:prstDash val="solid"/>
          </a:ln>
        </p:spPr>
      </p:sp>
      <p:sp>
        <p:nvSpPr>
          <p:cNvPr id="20" name="Shape 17"/>
          <p:cNvSpPr/>
          <p:nvPr/>
        </p:nvSpPr>
        <p:spPr>
          <a:xfrm flipV="1">
            <a:off x="1005840" y="1645920"/>
            <a:ext cx="2971800" cy="473825"/>
          </a:xfrm>
          <a:prstGeom prst="line">
            <a:avLst/>
          </a:prstGeom>
          <a:noFill/>
          <a:ln w="9525">
            <a:solidFill>
              <a:srgbClr val="F0E4D0"/>
            </a:solidFill>
            <a:prstDash val="solid"/>
          </a:ln>
        </p:spPr>
      </p:sp>
      <p:sp>
        <p:nvSpPr>
          <p:cNvPr id="21" name="Shape 18"/>
          <p:cNvSpPr/>
          <p:nvPr/>
        </p:nvSpPr>
        <p:spPr>
          <a:xfrm flipV="1">
            <a:off x="1005840" y="1645920"/>
            <a:ext cx="2971800" cy="723207"/>
          </a:xfrm>
          <a:prstGeom prst="line">
            <a:avLst/>
          </a:prstGeom>
          <a:noFill/>
          <a:ln w="9525">
            <a:solidFill>
              <a:srgbClr val="F0E4D0"/>
            </a:solidFill>
            <a:prstDash val="solid"/>
          </a:ln>
        </p:spPr>
      </p:sp>
      <p:sp>
        <p:nvSpPr>
          <p:cNvPr id="22" name="Shape 19"/>
          <p:cNvSpPr/>
          <p:nvPr/>
        </p:nvSpPr>
        <p:spPr>
          <a:xfrm flipV="1">
            <a:off x="1005840" y="1645920"/>
            <a:ext cx="2971800" cy="972589"/>
          </a:xfrm>
          <a:prstGeom prst="line">
            <a:avLst/>
          </a:prstGeom>
          <a:noFill/>
          <a:ln w="9525">
            <a:solidFill>
              <a:srgbClr val="F0E4D0"/>
            </a:solidFill>
            <a:prstDash val="solid"/>
          </a:ln>
        </p:spPr>
      </p:sp>
      <p:sp>
        <p:nvSpPr>
          <p:cNvPr id="23" name="Shape 20"/>
          <p:cNvSpPr/>
          <p:nvPr/>
        </p:nvSpPr>
        <p:spPr>
          <a:xfrm flipV="1">
            <a:off x="1005840" y="1645920"/>
            <a:ext cx="2971800" cy="1221971"/>
          </a:xfrm>
          <a:prstGeom prst="line">
            <a:avLst/>
          </a:prstGeom>
          <a:noFill/>
          <a:ln w="9525">
            <a:solidFill>
              <a:srgbClr val="F0E4D0"/>
            </a:solidFill>
            <a:prstDash val="solid"/>
          </a:ln>
        </p:spPr>
      </p:sp>
      <p:sp>
        <p:nvSpPr>
          <p:cNvPr id="24" name="Shape 21"/>
          <p:cNvSpPr/>
          <p:nvPr/>
        </p:nvSpPr>
        <p:spPr>
          <a:xfrm flipV="1">
            <a:off x="1005840" y="1645920"/>
            <a:ext cx="2971800" cy="1471353"/>
          </a:xfrm>
          <a:prstGeom prst="line">
            <a:avLst/>
          </a:prstGeom>
          <a:noFill/>
          <a:ln w="9525">
            <a:solidFill>
              <a:srgbClr val="F0E4D0"/>
            </a:solidFill>
            <a:prstDash val="solid"/>
          </a:ln>
        </p:spPr>
      </p:sp>
      <p:sp>
        <p:nvSpPr>
          <p:cNvPr id="25" name="Shape 22"/>
          <p:cNvSpPr/>
          <p:nvPr/>
        </p:nvSpPr>
        <p:spPr>
          <a:xfrm flipV="1">
            <a:off x="1005840" y="1645920"/>
            <a:ext cx="2971800" cy="1720735"/>
          </a:xfrm>
          <a:prstGeom prst="line">
            <a:avLst/>
          </a:prstGeom>
          <a:noFill/>
          <a:ln w="9525">
            <a:solidFill>
              <a:srgbClr val="F0E4D0"/>
            </a:solidFill>
            <a:prstDash val="solid"/>
          </a:ln>
        </p:spPr>
      </p:sp>
      <p:sp>
        <p:nvSpPr>
          <p:cNvPr id="26" name="Shape 23"/>
          <p:cNvSpPr/>
          <p:nvPr/>
        </p:nvSpPr>
        <p:spPr>
          <a:xfrm flipV="1">
            <a:off x="1005840" y="1645920"/>
            <a:ext cx="2971800" cy="1970116"/>
          </a:xfrm>
          <a:prstGeom prst="line">
            <a:avLst/>
          </a:prstGeom>
          <a:noFill/>
          <a:ln w="9525">
            <a:solidFill>
              <a:srgbClr val="F0E4D0"/>
            </a:solidFill>
            <a:prstDash val="solid"/>
          </a:ln>
        </p:spPr>
      </p:sp>
      <p:sp>
        <p:nvSpPr>
          <p:cNvPr id="27" name="Shape 24"/>
          <p:cNvSpPr/>
          <p:nvPr/>
        </p:nvSpPr>
        <p:spPr>
          <a:xfrm flipV="1">
            <a:off x="1005840" y="1645920"/>
            <a:ext cx="2971800" cy="2219498"/>
          </a:xfrm>
          <a:prstGeom prst="line">
            <a:avLst/>
          </a:prstGeom>
          <a:noFill/>
          <a:ln w="9525">
            <a:solidFill>
              <a:srgbClr val="F0E4D0"/>
            </a:solidFill>
            <a:prstDash val="solid"/>
          </a:ln>
        </p:spPr>
      </p:sp>
      <p:sp>
        <p:nvSpPr>
          <p:cNvPr id="28" name="Shape 25"/>
          <p:cNvSpPr/>
          <p:nvPr/>
        </p:nvSpPr>
        <p:spPr>
          <a:xfrm flipV="1">
            <a:off x="1005840" y="1645920"/>
            <a:ext cx="2971800" cy="2468880"/>
          </a:xfrm>
          <a:prstGeom prst="line">
            <a:avLst/>
          </a:prstGeom>
          <a:noFill/>
          <a:ln w="9525">
            <a:solidFill>
              <a:srgbClr val="F0E4D0"/>
            </a:solidFill>
            <a:prstDash val="solid"/>
          </a:ln>
        </p:spPr>
      </p:sp>
      <p:sp>
        <p:nvSpPr>
          <p:cNvPr id="29" name="Shape 26"/>
          <p:cNvSpPr/>
          <p:nvPr/>
        </p:nvSpPr>
        <p:spPr>
          <a:xfrm>
            <a:off x="4434840" y="1645920"/>
            <a:ext cx="2697480" cy="1097280"/>
          </a:xfrm>
          <a:prstGeom prst="line">
            <a:avLst/>
          </a:prstGeom>
          <a:noFill/>
          <a:ln w="12700">
            <a:solidFill>
              <a:srgbClr val="F0E4D0"/>
            </a:solidFill>
            <a:prstDash val="solid"/>
          </a:ln>
        </p:spPr>
      </p:sp>
      <p:sp>
        <p:nvSpPr>
          <p:cNvPr id="30" name="Shape 27"/>
          <p:cNvSpPr/>
          <p:nvPr/>
        </p:nvSpPr>
        <p:spPr>
          <a:xfrm>
            <a:off x="3977640" y="1965960"/>
            <a:ext cx="457200" cy="457200"/>
          </a:xfrm>
          <a:prstGeom prst="ellipse">
            <a:avLst/>
          </a:prstGeom>
          <a:solidFill>
            <a:srgbClr val="3BA7F5"/>
          </a:solidFill>
          <a:ln w="19050">
            <a:solidFill>
              <a:srgbClr val="2378BD"/>
            </a:solidFill>
            <a:prstDash val="solid"/>
          </a:ln>
        </p:spPr>
      </p:sp>
      <p:sp>
        <p:nvSpPr>
          <p:cNvPr id="31" name="Shape 28"/>
          <p:cNvSpPr/>
          <p:nvPr/>
        </p:nvSpPr>
        <p:spPr>
          <a:xfrm>
            <a:off x="1005840" y="1371600"/>
            <a:ext cx="2971800" cy="822960"/>
          </a:xfrm>
          <a:prstGeom prst="line">
            <a:avLst/>
          </a:prstGeom>
          <a:noFill/>
          <a:ln w="9525">
            <a:solidFill>
              <a:srgbClr val="F0E4D0"/>
            </a:solidFill>
            <a:prstDash val="solid"/>
          </a:ln>
        </p:spPr>
      </p:sp>
      <p:sp>
        <p:nvSpPr>
          <p:cNvPr id="32" name="Shape 29"/>
          <p:cNvSpPr/>
          <p:nvPr/>
        </p:nvSpPr>
        <p:spPr>
          <a:xfrm>
            <a:off x="1005840" y="1620982"/>
            <a:ext cx="2971800" cy="573578"/>
          </a:xfrm>
          <a:prstGeom prst="line">
            <a:avLst/>
          </a:prstGeom>
          <a:noFill/>
          <a:ln w="9525">
            <a:solidFill>
              <a:srgbClr val="F0E4D0"/>
            </a:solidFill>
            <a:prstDash val="solid"/>
          </a:ln>
        </p:spPr>
      </p:sp>
      <p:sp>
        <p:nvSpPr>
          <p:cNvPr id="33" name="Shape 30"/>
          <p:cNvSpPr/>
          <p:nvPr/>
        </p:nvSpPr>
        <p:spPr>
          <a:xfrm>
            <a:off x="1005840" y="1870364"/>
            <a:ext cx="2971800" cy="324196"/>
          </a:xfrm>
          <a:prstGeom prst="line">
            <a:avLst/>
          </a:prstGeom>
          <a:noFill/>
          <a:ln w="9525">
            <a:solidFill>
              <a:srgbClr val="F0E4D0"/>
            </a:solidFill>
            <a:prstDash val="solid"/>
          </a:ln>
        </p:spPr>
      </p:sp>
      <p:sp>
        <p:nvSpPr>
          <p:cNvPr id="34" name="Shape 31"/>
          <p:cNvSpPr/>
          <p:nvPr/>
        </p:nvSpPr>
        <p:spPr>
          <a:xfrm>
            <a:off x="1005840" y="2119745"/>
            <a:ext cx="2971800" cy="74815"/>
          </a:xfrm>
          <a:prstGeom prst="line">
            <a:avLst/>
          </a:prstGeom>
          <a:noFill/>
          <a:ln w="9525">
            <a:solidFill>
              <a:srgbClr val="F0E4D0"/>
            </a:solidFill>
            <a:prstDash val="solid"/>
          </a:ln>
        </p:spPr>
      </p:sp>
      <p:sp>
        <p:nvSpPr>
          <p:cNvPr id="35" name="Shape 32"/>
          <p:cNvSpPr/>
          <p:nvPr/>
        </p:nvSpPr>
        <p:spPr>
          <a:xfrm flipV="1">
            <a:off x="1005840" y="2194560"/>
            <a:ext cx="2971800" cy="174567"/>
          </a:xfrm>
          <a:prstGeom prst="line">
            <a:avLst/>
          </a:prstGeom>
          <a:noFill/>
          <a:ln w="9525">
            <a:solidFill>
              <a:srgbClr val="F0E4D0"/>
            </a:solidFill>
            <a:prstDash val="solid"/>
          </a:ln>
        </p:spPr>
      </p:sp>
      <p:sp>
        <p:nvSpPr>
          <p:cNvPr id="36" name="Shape 33"/>
          <p:cNvSpPr/>
          <p:nvPr/>
        </p:nvSpPr>
        <p:spPr>
          <a:xfrm flipV="1">
            <a:off x="1005840" y="2194560"/>
            <a:ext cx="2971800" cy="423949"/>
          </a:xfrm>
          <a:prstGeom prst="line">
            <a:avLst/>
          </a:prstGeom>
          <a:noFill/>
          <a:ln w="9525">
            <a:solidFill>
              <a:srgbClr val="F0E4D0"/>
            </a:solidFill>
            <a:prstDash val="solid"/>
          </a:ln>
        </p:spPr>
      </p:sp>
      <p:sp>
        <p:nvSpPr>
          <p:cNvPr id="37" name="Shape 34"/>
          <p:cNvSpPr/>
          <p:nvPr/>
        </p:nvSpPr>
        <p:spPr>
          <a:xfrm flipV="1">
            <a:off x="1005840" y="2194560"/>
            <a:ext cx="2971800" cy="673331"/>
          </a:xfrm>
          <a:prstGeom prst="line">
            <a:avLst/>
          </a:prstGeom>
          <a:noFill/>
          <a:ln w="9525">
            <a:solidFill>
              <a:srgbClr val="F0E4D0"/>
            </a:solidFill>
            <a:prstDash val="solid"/>
          </a:ln>
        </p:spPr>
      </p:sp>
      <p:sp>
        <p:nvSpPr>
          <p:cNvPr id="38" name="Shape 35"/>
          <p:cNvSpPr/>
          <p:nvPr/>
        </p:nvSpPr>
        <p:spPr>
          <a:xfrm flipV="1">
            <a:off x="1005840" y="2194560"/>
            <a:ext cx="2971800" cy="922713"/>
          </a:xfrm>
          <a:prstGeom prst="line">
            <a:avLst/>
          </a:prstGeom>
          <a:noFill/>
          <a:ln w="9525">
            <a:solidFill>
              <a:srgbClr val="F0E4D0"/>
            </a:solidFill>
            <a:prstDash val="solid"/>
          </a:ln>
        </p:spPr>
      </p:sp>
      <p:sp>
        <p:nvSpPr>
          <p:cNvPr id="39" name="Shape 36"/>
          <p:cNvSpPr/>
          <p:nvPr/>
        </p:nvSpPr>
        <p:spPr>
          <a:xfrm flipV="1">
            <a:off x="1005840" y="2194560"/>
            <a:ext cx="2971800" cy="1172095"/>
          </a:xfrm>
          <a:prstGeom prst="line">
            <a:avLst/>
          </a:prstGeom>
          <a:noFill/>
          <a:ln w="9525">
            <a:solidFill>
              <a:srgbClr val="F0E4D0"/>
            </a:solidFill>
            <a:prstDash val="solid"/>
          </a:ln>
        </p:spPr>
      </p:sp>
      <p:sp>
        <p:nvSpPr>
          <p:cNvPr id="40" name="Shape 37"/>
          <p:cNvSpPr/>
          <p:nvPr/>
        </p:nvSpPr>
        <p:spPr>
          <a:xfrm flipV="1">
            <a:off x="1005840" y="2194560"/>
            <a:ext cx="2971800" cy="1421476"/>
          </a:xfrm>
          <a:prstGeom prst="line">
            <a:avLst/>
          </a:prstGeom>
          <a:noFill/>
          <a:ln w="9525">
            <a:solidFill>
              <a:srgbClr val="F0E4D0"/>
            </a:solidFill>
            <a:prstDash val="solid"/>
          </a:ln>
        </p:spPr>
      </p:sp>
      <p:sp>
        <p:nvSpPr>
          <p:cNvPr id="41" name="Shape 38"/>
          <p:cNvSpPr/>
          <p:nvPr/>
        </p:nvSpPr>
        <p:spPr>
          <a:xfrm flipV="1">
            <a:off x="1005840" y="2194560"/>
            <a:ext cx="2971800" cy="1670858"/>
          </a:xfrm>
          <a:prstGeom prst="line">
            <a:avLst/>
          </a:prstGeom>
          <a:noFill/>
          <a:ln w="9525">
            <a:solidFill>
              <a:srgbClr val="F0E4D0"/>
            </a:solidFill>
            <a:prstDash val="solid"/>
          </a:ln>
        </p:spPr>
      </p:sp>
      <p:sp>
        <p:nvSpPr>
          <p:cNvPr id="42" name="Shape 39"/>
          <p:cNvSpPr/>
          <p:nvPr/>
        </p:nvSpPr>
        <p:spPr>
          <a:xfrm flipV="1">
            <a:off x="1005840" y="2194560"/>
            <a:ext cx="2971800" cy="1920240"/>
          </a:xfrm>
          <a:prstGeom prst="line">
            <a:avLst/>
          </a:prstGeom>
          <a:noFill/>
          <a:ln w="9525">
            <a:solidFill>
              <a:srgbClr val="F0E4D0"/>
            </a:solidFill>
            <a:prstDash val="solid"/>
          </a:ln>
        </p:spPr>
      </p:sp>
      <p:sp>
        <p:nvSpPr>
          <p:cNvPr id="43" name="Shape 40"/>
          <p:cNvSpPr/>
          <p:nvPr/>
        </p:nvSpPr>
        <p:spPr>
          <a:xfrm>
            <a:off x="4434840" y="2194560"/>
            <a:ext cx="2697480" cy="548640"/>
          </a:xfrm>
          <a:prstGeom prst="line">
            <a:avLst/>
          </a:prstGeom>
          <a:noFill/>
          <a:ln w="12700">
            <a:solidFill>
              <a:srgbClr val="F0E4D0"/>
            </a:solidFill>
            <a:prstDash val="solid"/>
          </a:ln>
        </p:spPr>
      </p:sp>
      <p:sp>
        <p:nvSpPr>
          <p:cNvPr id="44" name="Shape 41"/>
          <p:cNvSpPr/>
          <p:nvPr/>
        </p:nvSpPr>
        <p:spPr>
          <a:xfrm>
            <a:off x="3977640" y="2514600"/>
            <a:ext cx="457200" cy="457200"/>
          </a:xfrm>
          <a:prstGeom prst="ellipse">
            <a:avLst/>
          </a:prstGeom>
          <a:solidFill>
            <a:srgbClr val="3BA7F5"/>
          </a:solidFill>
          <a:ln w="19050">
            <a:solidFill>
              <a:srgbClr val="2378BD"/>
            </a:solidFill>
            <a:prstDash val="solid"/>
          </a:ln>
        </p:spPr>
      </p:sp>
      <p:sp>
        <p:nvSpPr>
          <p:cNvPr id="45" name="Shape 42"/>
          <p:cNvSpPr/>
          <p:nvPr/>
        </p:nvSpPr>
        <p:spPr>
          <a:xfrm>
            <a:off x="1005840" y="1371600"/>
            <a:ext cx="2971800" cy="1371600"/>
          </a:xfrm>
          <a:prstGeom prst="line">
            <a:avLst/>
          </a:prstGeom>
          <a:noFill/>
          <a:ln w="9525">
            <a:solidFill>
              <a:srgbClr val="F0E4D0"/>
            </a:solidFill>
            <a:prstDash val="solid"/>
          </a:ln>
        </p:spPr>
      </p:sp>
      <p:sp>
        <p:nvSpPr>
          <p:cNvPr id="46" name="Shape 43"/>
          <p:cNvSpPr/>
          <p:nvPr/>
        </p:nvSpPr>
        <p:spPr>
          <a:xfrm>
            <a:off x="1005840" y="1620982"/>
            <a:ext cx="2971800" cy="1122218"/>
          </a:xfrm>
          <a:prstGeom prst="line">
            <a:avLst/>
          </a:prstGeom>
          <a:noFill/>
          <a:ln w="9525">
            <a:solidFill>
              <a:srgbClr val="F0E4D0"/>
            </a:solidFill>
            <a:prstDash val="solid"/>
          </a:ln>
        </p:spPr>
      </p:sp>
      <p:sp>
        <p:nvSpPr>
          <p:cNvPr id="47" name="Shape 44"/>
          <p:cNvSpPr/>
          <p:nvPr/>
        </p:nvSpPr>
        <p:spPr>
          <a:xfrm>
            <a:off x="1005840" y="1870364"/>
            <a:ext cx="2971800" cy="872836"/>
          </a:xfrm>
          <a:prstGeom prst="line">
            <a:avLst/>
          </a:prstGeom>
          <a:noFill/>
          <a:ln w="9525">
            <a:solidFill>
              <a:srgbClr val="F0E4D0"/>
            </a:solidFill>
            <a:prstDash val="solid"/>
          </a:ln>
        </p:spPr>
      </p:sp>
      <p:sp>
        <p:nvSpPr>
          <p:cNvPr id="48" name="Shape 45"/>
          <p:cNvSpPr/>
          <p:nvPr/>
        </p:nvSpPr>
        <p:spPr>
          <a:xfrm>
            <a:off x="1005840" y="2119745"/>
            <a:ext cx="2971800" cy="623455"/>
          </a:xfrm>
          <a:prstGeom prst="line">
            <a:avLst/>
          </a:prstGeom>
          <a:noFill/>
          <a:ln w="9525">
            <a:solidFill>
              <a:srgbClr val="F0E4D0"/>
            </a:solidFill>
            <a:prstDash val="solid"/>
          </a:ln>
        </p:spPr>
      </p:sp>
      <p:sp>
        <p:nvSpPr>
          <p:cNvPr id="49" name="Shape 46"/>
          <p:cNvSpPr/>
          <p:nvPr/>
        </p:nvSpPr>
        <p:spPr>
          <a:xfrm>
            <a:off x="1005840" y="2369127"/>
            <a:ext cx="2971800" cy="374073"/>
          </a:xfrm>
          <a:prstGeom prst="line">
            <a:avLst/>
          </a:prstGeom>
          <a:noFill/>
          <a:ln w="9525">
            <a:solidFill>
              <a:srgbClr val="F0E4D0"/>
            </a:solidFill>
            <a:prstDash val="solid"/>
          </a:ln>
        </p:spPr>
      </p:sp>
      <p:sp>
        <p:nvSpPr>
          <p:cNvPr id="50" name="Shape 47"/>
          <p:cNvSpPr/>
          <p:nvPr/>
        </p:nvSpPr>
        <p:spPr>
          <a:xfrm>
            <a:off x="1005840" y="2618509"/>
            <a:ext cx="2971800" cy="124691"/>
          </a:xfrm>
          <a:prstGeom prst="line">
            <a:avLst/>
          </a:prstGeom>
          <a:noFill/>
          <a:ln w="9525">
            <a:solidFill>
              <a:srgbClr val="F0E4D0"/>
            </a:solidFill>
            <a:prstDash val="solid"/>
          </a:ln>
        </p:spPr>
      </p:sp>
      <p:sp>
        <p:nvSpPr>
          <p:cNvPr id="51" name="Shape 48"/>
          <p:cNvSpPr/>
          <p:nvPr/>
        </p:nvSpPr>
        <p:spPr>
          <a:xfrm flipV="1">
            <a:off x="1005840" y="2743200"/>
            <a:ext cx="2971800" cy="124691"/>
          </a:xfrm>
          <a:prstGeom prst="line">
            <a:avLst/>
          </a:prstGeom>
          <a:noFill/>
          <a:ln w="9525">
            <a:solidFill>
              <a:srgbClr val="F0E4D0"/>
            </a:solidFill>
            <a:prstDash val="solid"/>
          </a:ln>
        </p:spPr>
      </p:sp>
      <p:sp>
        <p:nvSpPr>
          <p:cNvPr id="52" name="Shape 49"/>
          <p:cNvSpPr/>
          <p:nvPr/>
        </p:nvSpPr>
        <p:spPr>
          <a:xfrm flipV="1">
            <a:off x="1005840" y="2743200"/>
            <a:ext cx="2971800" cy="374073"/>
          </a:xfrm>
          <a:prstGeom prst="line">
            <a:avLst/>
          </a:prstGeom>
          <a:noFill/>
          <a:ln w="9525">
            <a:solidFill>
              <a:srgbClr val="F0E4D0"/>
            </a:solidFill>
            <a:prstDash val="solid"/>
          </a:ln>
        </p:spPr>
      </p:sp>
      <p:sp>
        <p:nvSpPr>
          <p:cNvPr id="53" name="Shape 50"/>
          <p:cNvSpPr/>
          <p:nvPr/>
        </p:nvSpPr>
        <p:spPr>
          <a:xfrm flipV="1">
            <a:off x="1005840" y="2743200"/>
            <a:ext cx="2971800" cy="623455"/>
          </a:xfrm>
          <a:prstGeom prst="line">
            <a:avLst/>
          </a:prstGeom>
          <a:noFill/>
          <a:ln w="9525">
            <a:solidFill>
              <a:srgbClr val="F0E4D0"/>
            </a:solidFill>
            <a:prstDash val="solid"/>
          </a:ln>
        </p:spPr>
      </p:sp>
      <p:sp>
        <p:nvSpPr>
          <p:cNvPr id="54" name="Shape 51"/>
          <p:cNvSpPr/>
          <p:nvPr/>
        </p:nvSpPr>
        <p:spPr>
          <a:xfrm flipV="1">
            <a:off x="1005840" y="2743200"/>
            <a:ext cx="2971800" cy="872836"/>
          </a:xfrm>
          <a:prstGeom prst="line">
            <a:avLst/>
          </a:prstGeom>
          <a:noFill/>
          <a:ln w="9525">
            <a:solidFill>
              <a:srgbClr val="F0E4D0"/>
            </a:solidFill>
            <a:prstDash val="solid"/>
          </a:ln>
        </p:spPr>
      </p:sp>
      <p:sp>
        <p:nvSpPr>
          <p:cNvPr id="55" name="Shape 52"/>
          <p:cNvSpPr/>
          <p:nvPr/>
        </p:nvSpPr>
        <p:spPr>
          <a:xfrm flipV="1">
            <a:off x="1005840" y="2743200"/>
            <a:ext cx="2971800" cy="1122218"/>
          </a:xfrm>
          <a:prstGeom prst="line">
            <a:avLst/>
          </a:prstGeom>
          <a:noFill/>
          <a:ln w="9525">
            <a:solidFill>
              <a:srgbClr val="F0E4D0"/>
            </a:solidFill>
            <a:prstDash val="solid"/>
          </a:ln>
        </p:spPr>
      </p:sp>
      <p:sp>
        <p:nvSpPr>
          <p:cNvPr id="56" name="Shape 53"/>
          <p:cNvSpPr/>
          <p:nvPr/>
        </p:nvSpPr>
        <p:spPr>
          <a:xfrm flipV="1">
            <a:off x="1005840" y="2743200"/>
            <a:ext cx="2971800" cy="1371600"/>
          </a:xfrm>
          <a:prstGeom prst="line">
            <a:avLst/>
          </a:prstGeom>
          <a:noFill/>
          <a:ln w="9525">
            <a:solidFill>
              <a:srgbClr val="F0E4D0"/>
            </a:solidFill>
            <a:prstDash val="solid"/>
          </a:ln>
        </p:spPr>
      </p:sp>
      <p:sp>
        <p:nvSpPr>
          <p:cNvPr id="57" name="Shape 54"/>
          <p:cNvSpPr/>
          <p:nvPr/>
        </p:nvSpPr>
        <p:spPr>
          <a:xfrm>
            <a:off x="4434840" y="2743200"/>
            <a:ext cx="2697480" cy="914"/>
          </a:xfrm>
          <a:prstGeom prst="line">
            <a:avLst/>
          </a:prstGeom>
          <a:noFill/>
          <a:ln w="12700">
            <a:solidFill>
              <a:srgbClr val="F0E4D0"/>
            </a:solidFill>
            <a:prstDash val="solid"/>
          </a:ln>
        </p:spPr>
      </p:sp>
      <p:sp>
        <p:nvSpPr>
          <p:cNvPr id="58" name="Shape 55"/>
          <p:cNvSpPr/>
          <p:nvPr/>
        </p:nvSpPr>
        <p:spPr>
          <a:xfrm>
            <a:off x="3977640" y="3063240"/>
            <a:ext cx="457200" cy="457200"/>
          </a:xfrm>
          <a:prstGeom prst="ellipse">
            <a:avLst/>
          </a:prstGeom>
          <a:solidFill>
            <a:srgbClr val="3BA7F5"/>
          </a:solidFill>
          <a:ln w="19050">
            <a:solidFill>
              <a:srgbClr val="2378BD"/>
            </a:solidFill>
            <a:prstDash val="solid"/>
          </a:ln>
        </p:spPr>
      </p:sp>
      <p:sp>
        <p:nvSpPr>
          <p:cNvPr id="59" name="Shape 56"/>
          <p:cNvSpPr/>
          <p:nvPr/>
        </p:nvSpPr>
        <p:spPr>
          <a:xfrm>
            <a:off x="1005840" y="1371600"/>
            <a:ext cx="2971800" cy="1920240"/>
          </a:xfrm>
          <a:prstGeom prst="line">
            <a:avLst/>
          </a:prstGeom>
          <a:noFill/>
          <a:ln w="9525">
            <a:solidFill>
              <a:srgbClr val="F0E4D0"/>
            </a:solidFill>
            <a:prstDash val="solid"/>
          </a:ln>
        </p:spPr>
      </p:sp>
      <p:sp>
        <p:nvSpPr>
          <p:cNvPr id="60" name="Shape 57"/>
          <p:cNvSpPr/>
          <p:nvPr/>
        </p:nvSpPr>
        <p:spPr>
          <a:xfrm>
            <a:off x="1005840" y="1620982"/>
            <a:ext cx="2971800" cy="1670858"/>
          </a:xfrm>
          <a:prstGeom prst="line">
            <a:avLst/>
          </a:prstGeom>
          <a:noFill/>
          <a:ln w="9525">
            <a:solidFill>
              <a:srgbClr val="F0E4D0"/>
            </a:solidFill>
            <a:prstDash val="solid"/>
          </a:ln>
        </p:spPr>
      </p:sp>
      <p:sp>
        <p:nvSpPr>
          <p:cNvPr id="61" name="Shape 58"/>
          <p:cNvSpPr/>
          <p:nvPr/>
        </p:nvSpPr>
        <p:spPr>
          <a:xfrm>
            <a:off x="1005840" y="1870364"/>
            <a:ext cx="2971800" cy="1421476"/>
          </a:xfrm>
          <a:prstGeom prst="line">
            <a:avLst/>
          </a:prstGeom>
          <a:noFill/>
          <a:ln w="9525">
            <a:solidFill>
              <a:srgbClr val="F0E4D0"/>
            </a:solidFill>
            <a:prstDash val="solid"/>
          </a:ln>
        </p:spPr>
      </p:sp>
      <p:sp>
        <p:nvSpPr>
          <p:cNvPr id="62" name="Shape 59"/>
          <p:cNvSpPr/>
          <p:nvPr/>
        </p:nvSpPr>
        <p:spPr>
          <a:xfrm>
            <a:off x="1005840" y="2119745"/>
            <a:ext cx="2971800" cy="1172095"/>
          </a:xfrm>
          <a:prstGeom prst="line">
            <a:avLst/>
          </a:prstGeom>
          <a:noFill/>
          <a:ln w="9525">
            <a:solidFill>
              <a:srgbClr val="F0E4D0"/>
            </a:solidFill>
            <a:prstDash val="solid"/>
          </a:ln>
        </p:spPr>
      </p:sp>
      <p:sp>
        <p:nvSpPr>
          <p:cNvPr id="63" name="Shape 60"/>
          <p:cNvSpPr/>
          <p:nvPr/>
        </p:nvSpPr>
        <p:spPr>
          <a:xfrm>
            <a:off x="1005840" y="2369127"/>
            <a:ext cx="2971800" cy="922713"/>
          </a:xfrm>
          <a:prstGeom prst="line">
            <a:avLst/>
          </a:prstGeom>
          <a:noFill/>
          <a:ln w="9525">
            <a:solidFill>
              <a:srgbClr val="F0E4D0"/>
            </a:solidFill>
            <a:prstDash val="solid"/>
          </a:ln>
        </p:spPr>
      </p:sp>
      <p:sp>
        <p:nvSpPr>
          <p:cNvPr id="64" name="Shape 61"/>
          <p:cNvSpPr/>
          <p:nvPr/>
        </p:nvSpPr>
        <p:spPr>
          <a:xfrm>
            <a:off x="1005840" y="2618509"/>
            <a:ext cx="2971800" cy="673331"/>
          </a:xfrm>
          <a:prstGeom prst="line">
            <a:avLst/>
          </a:prstGeom>
          <a:noFill/>
          <a:ln w="9525">
            <a:solidFill>
              <a:srgbClr val="F0E4D0"/>
            </a:solidFill>
            <a:prstDash val="solid"/>
          </a:ln>
        </p:spPr>
      </p:sp>
      <p:sp>
        <p:nvSpPr>
          <p:cNvPr id="65" name="Shape 62"/>
          <p:cNvSpPr/>
          <p:nvPr/>
        </p:nvSpPr>
        <p:spPr>
          <a:xfrm>
            <a:off x="1005840" y="2867891"/>
            <a:ext cx="2971800" cy="423949"/>
          </a:xfrm>
          <a:prstGeom prst="line">
            <a:avLst/>
          </a:prstGeom>
          <a:noFill/>
          <a:ln w="9525">
            <a:solidFill>
              <a:srgbClr val="F0E4D0"/>
            </a:solidFill>
            <a:prstDash val="solid"/>
          </a:ln>
        </p:spPr>
      </p:sp>
      <p:sp>
        <p:nvSpPr>
          <p:cNvPr id="66" name="Shape 63"/>
          <p:cNvSpPr/>
          <p:nvPr/>
        </p:nvSpPr>
        <p:spPr>
          <a:xfrm>
            <a:off x="1005840" y="3117273"/>
            <a:ext cx="2971800" cy="174567"/>
          </a:xfrm>
          <a:prstGeom prst="line">
            <a:avLst/>
          </a:prstGeom>
          <a:noFill/>
          <a:ln w="9525">
            <a:solidFill>
              <a:srgbClr val="F0E4D0"/>
            </a:solidFill>
            <a:prstDash val="solid"/>
          </a:ln>
        </p:spPr>
      </p:sp>
      <p:sp>
        <p:nvSpPr>
          <p:cNvPr id="67" name="Shape 64"/>
          <p:cNvSpPr/>
          <p:nvPr/>
        </p:nvSpPr>
        <p:spPr>
          <a:xfrm flipV="1">
            <a:off x="1005840" y="3291840"/>
            <a:ext cx="2971800" cy="74815"/>
          </a:xfrm>
          <a:prstGeom prst="line">
            <a:avLst/>
          </a:prstGeom>
          <a:noFill/>
          <a:ln w="9525">
            <a:solidFill>
              <a:srgbClr val="F0E4D0"/>
            </a:solidFill>
            <a:prstDash val="solid"/>
          </a:ln>
        </p:spPr>
      </p:sp>
      <p:sp>
        <p:nvSpPr>
          <p:cNvPr id="68" name="Shape 65"/>
          <p:cNvSpPr/>
          <p:nvPr/>
        </p:nvSpPr>
        <p:spPr>
          <a:xfrm flipV="1">
            <a:off x="1005840" y="3291840"/>
            <a:ext cx="2971800" cy="324196"/>
          </a:xfrm>
          <a:prstGeom prst="line">
            <a:avLst/>
          </a:prstGeom>
          <a:noFill/>
          <a:ln w="9525">
            <a:solidFill>
              <a:srgbClr val="F0E4D0"/>
            </a:solidFill>
            <a:prstDash val="solid"/>
          </a:ln>
        </p:spPr>
      </p:sp>
      <p:sp>
        <p:nvSpPr>
          <p:cNvPr id="69" name="Shape 66"/>
          <p:cNvSpPr/>
          <p:nvPr/>
        </p:nvSpPr>
        <p:spPr>
          <a:xfrm flipV="1">
            <a:off x="1005840" y="3291840"/>
            <a:ext cx="2971800" cy="573578"/>
          </a:xfrm>
          <a:prstGeom prst="line">
            <a:avLst/>
          </a:prstGeom>
          <a:noFill/>
          <a:ln w="9525">
            <a:solidFill>
              <a:srgbClr val="F0E4D0"/>
            </a:solidFill>
            <a:prstDash val="solid"/>
          </a:ln>
        </p:spPr>
      </p:sp>
      <p:sp>
        <p:nvSpPr>
          <p:cNvPr id="70" name="Shape 67"/>
          <p:cNvSpPr/>
          <p:nvPr/>
        </p:nvSpPr>
        <p:spPr>
          <a:xfrm flipV="1">
            <a:off x="1005840" y="3291840"/>
            <a:ext cx="2971800" cy="822960"/>
          </a:xfrm>
          <a:prstGeom prst="line">
            <a:avLst/>
          </a:prstGeom>
          <a:noFill/>
          <a:ln w="9525">
            <a:solidFill>
              <a:srgbClr val="F0E4D0"/>
            </a:solidFill>
            <a:prstDash val="solid"/>
          </a:ln>
        </p:spPr>
      </p:sp>
      <p:sp>
        <p:nvSpPr>
          <p:cNvPr id="71" name="Shape 68"/>
          <p:cNvSpPr/>
          <p:nvPr/>
        </p:nvSpPr>
        <p:spPr>
          <a:xfrm flipV="1">
            <a:off x="4434840" y="2743200"/>
            <a:ext cx="2697480" cy="548640"/>
          </a:xfrm>
          <a:prstGeom prst="line">
            <a:avLst/>
          </a:prstGeom>
          <a:noFill/>
          <a:ln w="12700">
            <a:solidFill>
              <a:srgbClr val="F0E4D0"/>
            </a:solidFill>
            <a:prstDash val="solid"/>
          </a:ln>
        </p:spPr>
      </p:sp>
      <p:sp>
        <p:nvSpPr>
          <p:cNvPr id="72" name="Shape 69"/>
          <p:cNvSpPr/>
          <p:nvPr/>
        </p:nvSpPr>
        <p:spPr>
          <a:xfrm>
            <a:off x="3977640" y="3611880"/>
            <a:ext cx="457200" cy="457200"/>
          </a:xfrm>
          <a:prstGeom prst="ellipse">
            <a:avLst/>
          </a:prstGeom>
          <a:solidFill>
            <a:srgbClr val="3BA7F5"/>
          </a:solidFill>
          <a:ln w="19050">
            <a:solidFill>
              <a:srgbClr val="2378BD"/>
            </a:solidFill>
            <a:prstDash val="solid"/>
          </a:ln>
        </p:spPr>
      </p:sp>
      <p:sp>
        <p:nvSpPr>
          <p:cNvPr id="73" name="Shape 70"/>
          <p:cNvSpPr/>
          <p:nvPr/>
        </p:nvSpPr>
        <p:spPr>
          <a:xfrm>
            <a:off x="1005840" y="1371600"/>
            <a:ext cx="2971800" cy="2468880"/>
          </a:xfrm>
          <a:prstGeom prst="line">
            <a:avLst/>
          </a:prstGeom>
          <a:noFill/>
          <a:ln w="9525">
            <a:solidFill>
              <a:srgbClr val="F0E4D0"/>
            </a:solidFill>
            <a:prstDash val="solid"/>
          </a:ln>
        </p:spPr>
      </p:sp>
      <p:sp>
        <p:nvSpPr>
          <p:cNvPr id="74" name="Shape 71"/>
          <p:cNvSpPr/>
          <p:nvPr/>
        </p:nvSpPr>
        <p:spPr>
          <a:xfrm>
            <a:off x="1005840" y="1620982"/>
            <a:ext cx="2971800" cy="2219498"/>
          </a:xfrm>
          <a:prstGeom prst="line">
            <a:avLst/>
          </a:prstGeom>
          <a:noFill/>
          <a:ln w="9525">
            <a:solidFill>
              <a:srgbClr val="F0E4D0"/>
            </a:solidFill>
            <a:prstDash val="solid"/>
          </a:ln>
        </p:spPr>
      </p:sp>
      <p:sp>
        <p:nvSpPr>
          <p:cNvPr id="75" name="Shape 72"/>
          <p:cNvSpPr/>
          <p:nvPr/>
        </p:nvSpPr>
        <p:spPr>
          <a:xfrm>
            <a:off x="1005840" y="1870364"/>
            <a:ext cx="2971800" cy="1970116"/>
          </a:xfrm>
          <a:prstGeom prst="line">
            <a:avLst/>
          </a:prstGeom>
          <a:noFill/>
          <a:ln w="9525">
            <a:solidFill>
              <a:srgbClr val="F0E4D0"/>
            </a:solidFill>
            <a:prstDash val="solid"/>
          </a:ln>
        </p:spPr>
      </p:sp>
      <p:sp>
        <p:nvSpPr>
          <p:cNvPr id="76" name="Shape 73"/>
          <p:cNvSpPr/>
          <p:nvPr/>
        </p:nvSpPr>
        <p:spPr>
          <a:xfrm>
            <a:off x="1005840" y="2119745"/>
            <a:ext cx="2971800" cy="1720735"/>
          </a:xfrm>
          <a:prstGeom prst="line">
            <a:avLst/>
          </a:prstGeom>
          <a:noFill/>
          <a:ln w="9525">
            <a:solidFill>
              <a:srgbClr val="F0E4D0"/>
            </a:solidFill>
            <a:prstDash val="solid"/>
          </a:ln>
        </p:spPr>
      </p:sp>
      <p:sp>
        <p:nvSpPr>
          <p:cNvPr id="77" name="Shape 74"/>
          <p:cNvSpPr/>
          <p:nvPr/>
        </p:nvSpPr>
        <p:spPr>
          <a:xfrm>
            <a:off x="1005840" y="2369127"/>
            <a:ext cx="2971800" cy="1471353"/>
          </a:xfrm>
          <a:prstGeom prst="line">
            <a:avLst/>
          </a:prstGeom>
          <a:noFill/>
          <a:ln w="9525">
            <a:solidFill>
              <a:srgbClr val="F0E4D0"/>
            </a:solidFill>
            <a:prstDash val="solid"/>
          </a:ln>
        </p:spPr>
      </p:sp>
      <p:sp>
        <p:nvSpPr>
          <p:cNvPr id="78" name="Shape 75"/>
          <p:cNvSpPr/>
          <p:nvPr/>
        </p:nvSpPr>
        <p:spPr>
          <a:xfrm>
            <a:off x="1005840" y="2618509"/>
            <a:ext cx="2971800" cy="1221971"/>
          </a:xfrm>
          <a:prstGeom prst="line">
            <a:avLst/>
          </a:prstGeom>
          <a:noFill/>
          <a:ln w="9525">
            <a:solidFill>
              <a:srgbClr val="F0E4D0"/>
            </a:solidFill>
            <a:prstDash val="solid"/>
          </a:ln>
        </p:spPr>
      </p:sp>
      <p:sp>
        <p:nvSpPr>
          <p:cNvPr id="79" name="Shape 76"/>
          <p:cNvSpPr/>
          <p:nvPr/>
        </p:nvSpPr>
        <p:spPr>
          <a:xfrm>
            <a:off x="1005840" y="2867891"/>
            <a:ext cx="2971800" cy="972589"/>
          </a:xfrm>
          <a:prstGeom prst="line">
            <a:avLst/>
          </a:prstGeom>
          <a:noFill/>
          <a:ln w="9525">
            <a:solidFill>
              <a:srgbClr val="F0E4D0"/>
            </a:solidFill>
            <a:prstDash val="solid"/>
          </a:ln>
        </p:spPr>
      </p:sp>
      <p:sp>
        <p:nvSpPr>
          <p:cNvPr id="80" name="Shape 77"/>
          <p:cNvSpPr/>
          <p:nvPr/>
        </p:nvSpPr>
        <p:spPr>
          <a:xfrm>
            <a:off x="1005840" y="3117273"/>
            <a:ext cx="2971800" cy="723207"/>
          </a:xfrm>
          <a:prstGeom prst="line">
            <a:avLst/>
          </a:prstGeom>
          <a:noFill/>
          <a:ln w="9525">
            <a:solidFill>
              <a:srgbClr val="F0E4D0"/>
            </a:solidFill>
            <a:prstDash val="solid"/>
          </a:ln>
        </p:spPr>
      </p:sp>
      <p:sp>
        <p:nvSpPr>
          <p:cNvPr id="81" name="Shape 78"/>
          <p:cNvSpPr/>
          <p:nvPr/>
        </p:nvSpPr>
        <p:spPr>
          <a:xfrm>
            <a:off x="1005840" y="3366655"/>
            <a:ext cx="2971800" cy="473825"/>
          </a:xfrm>
          <a:prstGeom prst="line">
            <a:avLst/>
          </a:prstGeom>
          <a:noFill/>
          <a:ln w="9525">
            <a:solidFill>
              <a:srgbClr val="F0E4D0"/>
            </a:solidFill>
            <a:prstDash val="solid"/>
          </a:ln>
        </p:spPr>
      </p:sp>
      <p:sp>
        <p:nvSpPr>
          <p:cNvPr id="82" name="Shape 79"/>
          <p:cNvSpPr/>
          <p:nvPr/>
        </p:nvSpPr>
        <p:spPr>
          <a:xfrm>
            <a:off x="1005840" y="3616036"/>
            <a:ext cx="2971800" cy="224444"/>
          </a:xfrm>
          <a:prstGeom prst="line">
            <a:avLst/>
          </a:prstGeom>
          <a:noFill/>
          <a:ln w="9525">
            <a:solidFill>
              <a:srgbClr val="F0E4D0"/>
            </a:solidFill>
            <a:prstDash val="solid"/>
          </a:ln>
        </p:spPr>
      </p:sp>
      <p:sp>
        <p:nvSpPr>
          <p:cNvPr id="83" name="Shape 80"/>
          <p:cNvSpPr/>
          <p:nvPr/>
        </p:nvSpPr>
        <p:spPr>
          <a:xfrm flipV="1">
            <a:off x="1005840" y="3840480"/>
            <a:ext cx="2971800" cy="24938"/>
          </a:xfrm>
          <a:prstGeom prst="line">
            <a:avLst/>
          </a:prstGeom>
          <a:noFill/>
          <a:ln w="9525">
            <a:solidFill>
              <a:srgbClr val="F0E4D0"/>
            </a:solidFill>
            <a:prstDash val="solid"/>
          </a:ln>
        </p:spPr>
      </p:sp>
      <p:sp>
        <p:nvSpPr>
          <p:cNvPr id="84" name="Shape 81"/>
          <p:cNvSpPr/>
          <p:nvPr/>
        </p:nvSpPr>
        <p:spPr>
          <a:xfrm flipV="1">
            <a:off x="1005840" y="3840480"/>
            <a:ext cx="2971800" cy="274320"/>
          </a:xfrm>
          <a:prstGeom prst="line">
            <a:avLst/>
          </a:prstGeom>
          <a:noFill/>
          <a:ln w="9525">
            <a:solidFill>
              <a:srgbClr val="F0E4D0"/>
            </a:solidFill>
            <a:prstDash val="solid"/>
          </a:ln>
        </p:spPr>
      </p:sp>
      <p:sp>
        <p:nvSpPr>
          <p:cNvPr id="85" name="Shape 82"/>
          <p:cNvSpPr/>
          <p:nvPr/>
        </p:nvSpPr>
        <p:spPr>
          <a:xfrm flipV="1">
            <a:off x="4434840" y="2743200"/>
            <a:ext cx="2697480" cy="1097280"/>
          </a:xfrm>
          <a:prstGeom prst="line">
            <a:avLst/>
          </a:prstGeom>
          <a:noFill/>
          <a:ln w="12700">
            <a:solidFill>
              <a:srgbClr val="F0E4D0"/>
            </a:solidFill>
            <a:prstDash val="solid"/>
          </a:ln>
        </p:spPr>
      </p:sp>
      <p:sp>
        <p:nvSpPr>
          <p:cNvPr id="86" name="Shape 83"/>
          <p:cNvSpPr/>
          <p:nvPr/>
        </p:nvSpPr>
        <p:spPr>
          <a:xfrm>
            <a:off x="7132320" y="2377440"/>
            <a:ext cx="731520" cy="731520"/>
          </a:xfrm>
          <a:prstGeom prst="ellipse">
            <a:avLst/>
          </a:prstGeom>
          <a:solidFill>
            <a:srgbClr val="FF8A3D"/>
          </a:solidFill>
          <a:ln w="25400">
            <a:solidFill>
              <a:srgbClr val="D9651F"/>
            </a:solidFill>
            <a:prstDash val="solid"/>
          </a:ln>
        </p:spPr>
      </p:sp>
      <p:sp>
        <p:nvSpPr>
          <p:cNvPr id="87" name="Text 84"/>
          <p:cNvSpPr/>
          <p:nvPr/>
        </p:nvSpPr>
        <p:spPr>
          <a:xfrm>
            <a:off x="365760" y="4251960"/>
            <a:ext cx="1463040" cy="548640"/>
          </a:xfrm>
          <a:prstGeom prst="rect">
            <a:avLst/>
          </a:prstGeom>
          <a:noFill/>
          <a:ln/>
        </p:spPr>
        <p:txBody>
          <a:bodyPr wrap="square" rtlCol="0" anchor="t"/>
          <a:lstStyle/>
          <a:p>
            <a:pPr algn="ctr" indent="0" marL="0">
              <a:spcAft>
                <a:spcPts val="600"/>
              </a:spcAft>
              <a:buNone/>
            </a:pPr>
            <a:r>
              <a:rPr lang="en-US" sz="1200" b="1" dirty="0">
                <a:solidFill>
                  <a:srgbClr val="2A2140"/>
                </a:solidFill>
                <a:latin typeface="Calibri" pitchFamily="34" charset="0"/>
                <a:ea typeface="Calibri" pitchFamily="34" charset="-122"/>
                <a:cs typeface="Calibri" pitchFamily="34" charset="-120"/>
              </a:rPr>
              <a:t>256 inputs</a:t>
            </a:r>
            <a:endParaRPr lang="en-US" sz="1200" dirty="0"/>
          </a:p>
          <a:p>
            <a:pPr algn="ctr" indent="0" marL="0">
              <a:spcAft>
                <a:spcPts val="600"/>
              </a:spcAft>
              <a:buNone/>
            </a:pPr>
            <a:r>
              <a:rPr lang="en-US" sz="1200" b="1" dirty="0">
                <a:solidFill>
                  <a:srgbClr val="2A2140"/>
                </a:solidFill>
                <a:latin typeface="Calibri" pitchFamily="34" charset="0"/>
                <a:ea typeface="Calibri" pitchFamily="34" charset="-122"/>
                <a:cs typeface="Calibri" pitchFamily="34" charset="-120"/>
              </a:rPr>
              <a:t>one per pixel</a:t>
            </a:r>
            <a:endParaRPr lang="en-US" sz="1200" dirty="0"/>
          </a:p>
        </p:txBody>
      </p:sp>
      <p:sp>
        <p:nvSpPr>
          <p:cNvPr id="88" name="Text 85"/>
          <p:cNvSpPr/>
          <p:nvPr/>
        </p:nvSpPr>
        <p:spPr>
          <a:xfrm>
            <a:off x="3200400" y="4251960"/>
            <a:ext cx="2011680" cy="548640"/>
          </a:xfrm>
          <a:prstGeom prst="rect">
            <a:avLst/>
          </a:prstGeom>
          <a:noFill/>
          <a:ln/>
        </p:spPr>
        <p:txBody>
          <a:bodyPr wrap="square" rtlCol="0" anchor="t"/>
          <a:lstStyle/>
          <a:p>
            <a:pPr algn="ctr" indent="0" marL="0">
              <a:spcAft>
                <a:spcPts val="600"/>
              </a:spcAft>
              <a:buNone/>
            </a:pPr>
            <a:r>
              <a:rPr lang="en-US" sz="1200" b="1" dirty="0">
                <a:solidFill>
                  <a:srgbClr val="2A2140"/>
                </a:solidFill>
                <a:latin typeface="Calibri" pitchFamily="34" charset="0"/>
                <a:ea typeface="Calibri" pitchFamily="34" charset="-122"/>
                <a:cs typeface="Calibri" pitchFamily="34" charset="-120"/>
              </a:rPr>
              <a:t>10 “detectives”</a:t>
            </a:r>
            <a:endParaRPr lang="en-US" sz="1200" dirty="0"/>
          </a:p>
          <a:p>
            <a:pPr algn="ctr" indent="0" marL="0">
              <a:spcAft>
                <a:spcPts val="600"/>
              </a:spcAft>
              <a:buNone/>
            </a:pPr>
            <a:r>
              <a:rPr lang="en-US" sz="1200" b="1" dirty="0">
                <a:solidFill>
                  <a:srgbClr val="2A2140"/>
                </a:solidFill>
                <a:latin typeface="Calibri" pitchFamily="34" charset="0"/>
                <a:ea typeface="Calibri" pitchFamily="34" charset="-122"/>
                <a:cs typeface="Calibri" pitchFamily="34" charset="-120"/>
              </a:rPr>
              <a:t>each learns one pattern</a:t>
            </a:r>
            <a:endParaRPr lang="en-US" sz="1200" dirty="0"/>
          </a:p>
        </p:txBody>
      </p:sp>
      <p:sp>
        <p:nvSpPr>
          <p:cNvPr id="89" name="Text 86"/>
          <p:cNvSpPr/>
          <p:nvPr/>
        </p:nvSpPr>
        <p:spPr>
          <a:xfrm>
            <a:off x="6492240" y="4251960"/>
            <a:ext cx="2011680" cy="548640"/>
          </a:xfrm>
          <a:prstGeom prst="rect">
            <a:avLst/>
          </a:prstGeom>
          <a:noFill/>
          <a:ln/>
        </p:spPr>
        <p:txBody>
          <a:bodyPr wrap="square" rtlCol="0" anchor="t"/>
          <a:lstStyle/>
          <a:p>
            <a:pPr algn="ctr" indent="0" marL="0">
              <a:spcAft>
                <a:spcPts val="600"/>
              </a:spcAft>
              <a:buNone/>
            </a:pPr>
            <a:r>
              <a:rPr lang="en-US" sz="1200" b="1" dirty="0">
                <a:solidFill>
                  <a:srgbClr val="2A2140"/>
                </a:solidFill>
                <a:latin typeface="Calibri" pitchFamily="34" charset="0"/>
                <a:ea typeface="Calibri" pitchFamily="34" charset="-122"/>
                <a:cs typeface="Calibri" pitchFamily="34" charset="-120"/>
              </a:rPr>
              <a:t>1 answer</a:t>
            </a:r>
            <a:endParaRPr lang="en-US" sz="1200" dirty="0"/>
          </a:p>
          <a:p>
            <a:pPr algn="ctr" indent="0" marL="0">
              <a:spcAft>
                <a:spcPts val="600"/>
              </a:spcAft>
              <a:buNone/>
            </a:pPr>
            <a:r>
              <a:rPr lang="en-US" sz="1200" b="1" dirty="0">
                <a:solidFill>
                  <a:srgbClr val="2A2140"/>
                </a:solidFill>
                <a:latin typeface="Calibri" pitchFamily="34" charset="0"/>
                <a:ea typeface="Calibri" pitchFamily="34" charset="-122"/>
                <a:cs typeface="Calibri" pitchFamily="34" charset="-120"/>
              </a:rPr>
              <a:t>mango or cricket ball</a:t>
            </a:r>
            <a:endParaRPr lang="en-US" sz="1200" dirty="0"/>
          </a:p>
        </p:txBody>
      </p:sp>
      <p:sp>
        <p:nvSpPr>
          <p:cNvPr id="90" name="Text 87"/>
          <p:cNvSpPr/>
          <p:nvPr/>
        </p:nvSpPr>
        <p:spPr>
          <a:xfrm>
            <a:off x="914400" y="2606040"/>
            <a:ext cx="365760" cy="274320"/>
          </a:xfrm>
          <a:prstGeom prst="rect">
            <a:avLst/>
          </a:prstGeom>
          <a:noFill/>
          <a:ln/>
        </p:spPr>
        <p:txBody>
          <a:bodyPr wrap="square" rtlCol="0" anchor="t"/>
          <a:lstStyle/>
          <a:p>
            <a:pPr algn="ctr" indent="0" marL="0">
              <a:spcAft>
                <a:spcPts val="600"/>
              </a:spcAft>
              <a:buNone/>
            </a:pPr>
            <a:r>
              <a:rPr lang="en-US" sz="1400" dirty="0">
                <a:solidFill>
                  <a:srgbClr val="6F6785"/>
                </a:solidFill>
                <a:latin typeface="Calibri" pitchFamily="34" charset="0"/>
                <a:ea typeface="Calibri" pitchFamily="34" charset="-122"/>
                <a:cs typeface="Calibri" pitchFamily="34" charset="-120"/>
              </a:rPr>
              <a:t>…</a:t>
            </a:r>
            <a:endParaRPr lang="en-US" sz="1400" dirty="0"/>
          </a:p>
        </p:txBody>
      </p:sp>
      <p:sp>
        <p:nvSpPr>
          <p:cNvPr id="91" name="Shape 88"/>
          <p:cNvSpPr/>
          <p:nvPr/>
        </p:nvSpPr>
        <p:spPr>
          <a:xfrm>
            <a:off x="5120640" y="1252728"/>
            <a:ext cx="3566160" cy="1097280"/>
          </a:xfrm>
          <a:prstGeom prst="roundRect">
            <a:avLst>
              <a:gd name="adj" fmla="val 15000"/>
            </a:avLst>
          </a:prstGeom>
          <a:solidFill>
            <a:srgbClr val="F0E4D0"/>
          </a:solidFill>
          <a:ln w="12700">
            <a:solidFill>
              <a:srgbClr val="F0E4D0"/>
            </a:solidFill>
            <a:prstDash val="solid"/>
          </a:ln>
        </p:spPr>
      </p:sp>
      <p:sp>
        <p:nvSpPr>
          <p:cNvPr id="92" name="Shape 89"/>
          <p:cNvSpPr/>
          <p:nvPr/>
        </p:nvSpPr>
        <p:spPr>
          <a:xfrm>
            <a:off x="5120640" y="1188720"/>
            <a:ext cx="3566160" cy="1097280"/>
          </a:xfrm>
          <a:prstGeom prst="roundRect">
            <a:avLst>
              <a:gd name="adj" fmla="val 15000"/>
            </a:avLst>
          </a:prstGeom>
          <a:solidFill>
            <a:srgbClr val="FFF1DC"/>
          </a:solidFill>
          <a:ln w="12700">
            <a:solidFill>
              <a:srgbClr val="FFF1DC"/>
            </a:solidFill>
            <a:prstDash val="solid"/>
          </a:ln>
        </p:spPr>
      </p:sp>
      <p:sp>
        <p:nvSpPr>
          <p:cNvPr id="93" name="Text 90"/>
          <p:cNvSpPr/>
          <p:nvPr/>
        </p:nvSpPr>
        <p:spPr>
          <a:xfrm>
            <a:off x="5303520" y="1280160"/>
            <a:ext cx="3291840" cy="960120"/>
          </a:xfrm>
          <a:prstGeom prst="rect">
            <a:avLst/>
          </a:prstGeom>
          <a:noFill/>
          <a:ln/>
        </p:spPr>
        <p:txBody>
          <a:bodyPr wrap="square" rtlCol="0" anchor="t"/>
          <a:lstStyle/>
          <a:p>
            <a:pPr indent="0" marL="0">
              <a:spcAft>
                <a:spcPts val="600"/>
              </a:spcAft>
              <a:buNone/>
            </a:pPr>
            <a:r>
              <a:rPr lang="en-US" sz="1300" dirty="0">
                <a:solidFill>
                  <a:srgbClr val="2A2140"/>
                </a:solidFill>
                <a:latin typeface="Calibri" pitchFamily="34" charset="0"/>
                <a:ea typeface="Calibri" pitchFamily="34" charset="-122"/>
                <a:cs typeface="Calibri" pitchFamily="34" charset="-120"/>
              </a:rPr>
              <a:t>Every line has a knob (a “weight”). About 2,600 knobs in total.</a:t>
            </a:r>
            <a:endParaRPr lang="en-US" sz="1300" dirty="0"/>
          </a:p>
          <a:p>
            <a:pPr indent="0" marL="0">
              <a:spcAft>
                <a:spcPts val="600"/>
              </a:spcAft>
              <a:buNone/>
            </a:pPr>
            <a:r>
              <a:rPr lang="en-US" sz="1300" dirty="0">
                <a:solidFill>
                  <a:srgbClr val="2A2140"/>
                </a:solidFill>
                <a:latin typeface="Calibri" pitchFamily="34" charset="0"/>
                <a:ea typeface="Calibri" pitchFamily="34" charset="-122"/>
                <a:cs typeface="Calibri" pitchFamily="34" charset="-120"/>
              </a:rPr>
              <a:t>At the start they are all random. The machine guesses like a coin toss.</a:t>
            </a:r>
            <a:endParaRPr lang="en-US" sz="13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Training = guess, check, nudge.</a:t>
            </a:r>
            <a:endParaRPr lang="en-US" sz="3400" dirty="0"/>
          </a:p>
        </p:txBody>
      </p:sp>
      <p:sp>
        <p:nvSpPr>
          <p:cNvPr id="4" name="Shape 1"/>
          <p:cNvSpPr/>
          <p:nvPr/>
        </p:nvSpPr>
        <p:spPr>
          <a:xfrm>
            <a:off x="457200" y="1389888"/>
            <a:ext cx="2468880" cy="2286000"/>
          </a:xfrm>
          <a:prstGeom prst="roundRect">
            <a:avLst>
              <a:gd name="adj" fmla="val 7200"/>
            </a:avLst>
          </a:prstGeom>
          <a:solidFill>
            <a:srgbClr val="F0E4D0"/>
          </a:solidFill>
          <a:ln w="12700">
            <a:solidFill>
              <a:srgbClr val="F0E4D0"/>
            </a:solidFill>
            <a:prstDash val="solid"/>
          </a:ln>
        </p:spPr>
      </p:sp>
      <p:sp>
        <p:nvSpPr>
          <p:cNvPr id="5" name="Shape 2"/>
          <p:cNvSpPr/>
          <p:nvPr/>
        </p:nvSpPr>
        <p:spPr>
          <a:xfrm>
            <a:off x="457200" y="1325880"/>
            <a:ext cx="2468880" cy="2286000"/>
          </a:xfrm>
          <a:prstGeom prst="roundRect">
            <a:avLst>
              <a:gd name="adj" fmla="val 7200"/>
            </a:avLst>
          </a:prstGeom>
          <a:solidFill>
            <a:srgbClr val="FFFFFF"/>
          </a:solidFill>
          <a:ln w="12700">
            <a:solidFill>
              <a:srgbClr val="FFFFFF"/>
            </a:solidFill>
            <a:prstDash val="solid"/>
          </a:ln>
        </p:spPr>
      </p:sp>
      <p:sp>
        <p:nvSpPr>
          <p:cNvPr id="6" name="Text 3"/>
          <p:cNvSpPr/>
          <p:nvPr/>
        </p:nvSpPr>
        <p:spPr>
          <a:xfrm>
            <a:off x="457200" y="1417320"/>
            <a:ext cx="2468880" cy="6400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7" name="Text 4"/>
          <p:cNvSpPr/>
          <p:nvPr/>
        </p:nvSpPr>
        <p:spPr>
          <a:xfrm>
            <a:off x="457200" y="2011680"/>
            <a:ext cx="2468880" cy="365760"/>
          </a:xfrm>
          <a:prstGeom prst="rect">
            <a:avLst/>
          </a:prstGeom>
          <a:noFill/>
          <a:ln/>
        </p:spPr>
        <p:txBody>
          <a:bodyPr wrap="square" rtlCol="0" anchor="ctr"/>
          <a:lstStyle/>
          <a:p>
            <a:pPr algn="ctr" indent="0" marL="0">
              <a:buNone/>
            </a:pPr>
            <a:r>
              <a:rPr lang="en-US" sz="2000" b="1" dirty="0">
                <a:solidFill>
                  <a:srgbClr val="2378BD"/>
                </a:solidFill>
                <a:latin typeface="Segoe UI Black" pitchFamily="34" charset="0"/>
                <a:ea typeface="Segoe UI Black" pitchFamily="34" charset="-122"/>
                <a:cs typeface="Segoe UI Black" pitchFamily="34" charset="-120"/>
              </a:rPr>
              <a:t>GUESS</a:t>
            </a:r>
            <a:endParaRPr lang="en-US" sz="2000" dirty="0"/>
          </a:p>
        </p:txBody>
      </p:sp>
      <p:sp>
        <p:nvSpPr>
          <p:cNvPr id="8" name="Text 5"/>
          <p:cNvSpPr/>
          <p:nvPr/>
        </p:nvSpPr>
        <p:spPr>
          <a:xfrm>
            <a:off x="640080" y="2423160"/>
            <a:ext cx="2103120" cy="1097280"/>
          </a:xfrm>
          <a:prstGeom prst="rect">
            <a:avLst/>
          </a:prstGeom>
          <a:noFill/>
          <a:ln/>
        </p:spPr>
        <p:txBody>
          <a:bodyPr wrap="square" rtlCol="0" anchor="t"/>
          <a:lstStyle/>
          <a:p>
            <a:pPr algn="ctr" indent="0" marL="0">
              <a:spcAft>
                <a:spcPts val="600"/>
              </a:spcAft>
              <a:buNone/>
            </a:pPr>
            <a:r>
              <a:rPr lang="en-US" sz="1300" dirty="0">
                <a:solidFill>
                  <a:srgbClr val="2A2140"/>
                </a:solidFill>
                <a:latin typeface="Calibri" pitchFamily="34" charset="0"/>
                <a:ea typeface="Calibri" pitchFamily="34" charset="-122"/>
                <a:cs typeface="Calibri" pitchFamily="34" charset="-120"/>
              </a:rPr>
              <a:t>Show it one drawing. It says: “72% cricket ball.”</a:t>
            </a:r>
            <a:endParaRPr lang="en-US" sz="1300" dirty="0"/>
          </a:p>
        </p:txBody>
      </p:sp>
      <p:sp>
        <p:nvSpPr>
          <p:cNvPr id="9" name="Text 6"/>
          <p:cNvSpPr/>
          <p:nvPr/>
        </p:nvSpPr>
        <p:spPr>
          <a:xfrm>
            <a:off x="2944368" y="2240280"/>
            <a:ext cx="365760" cy="457200"/>
          </a:xfrm>
          <a:prstGeom prst="rect">
            <a:avLst/>
          </a:prstGeom>
          <a:noFill/>
          <a:ln/>
        </p:spPr>
        <p:txBody>
          <a:bodyPr wrap="square" rtlCol="0" anchor="ctr"/>
          <a:lstStyle/>
          <a:p>
            <a:pPr algn="ctr" indent="0" marL="0">
              <a:buNone/>
            </a:pPr>
            <a:r>
              <a:rPr lang="en-US" sz="2800" dirty="0">
                <a:solidFill>
                  <a:srgbClr val="6F6785"/>
                </a:solidFill>
                <a:latin typeface="Segoe UI Black" pitchFamily="34" charset="0"/>
                <a:ea typeface="Segoe UI Black" pitchFamily="34" charset="-122"/>
                <a:cs typeface="Segoe UI Black" pitchFamily="34" charset="-120"/>
              </a:rPr>
              <a:t>→</a:t>
            </a:r>
            <a:endParaRPr lang="en-US" sz="2800" dirty="0"/>
          </a:p>
        </p:txBody>
      </p:sp>
      <p:sp>
        <p:nvSpPr>
          <p:cNvPr id="10" name="Shape 7"/>
          <p:cNvSpPr/>
          <p:nvPr/>
        </p:nvSpPr>
        <p:spPr>
          <a:xfrm>
            <a:off x="3337560" y="1389888"/>
            <a:ext cx="2468880" cy="2286000"/>
          </a:xfrm>
          <a:prstGeom prst="roundRect">
            <a:avLst>
              <a:gd name="adj" fmla="val 7200"/>
            </a:avLst>
          </a:prstGeom>
          <a:solidFill>
            <a:srgbClr val="F0E4D0"/>
          </a:solidFill>
          <a:ln w="12700">
            <a:solidFill>
              <a:srgbClr val="F0E4D0"/>
            </a:solidFill>
            <a:prstDash val="solid"/>
          </a:ln>
        </p:spPr>
      </p:sp>
      <p:sp>
        <p:nvSpPr>
          <p:cNvPr id="11" name="Shape 8"/>
          <p:cNvSpPr/>
          <p:nvPr/>
        </p:nvSpPr>
        <p:spPr>
          <a:xfrm>
            <a:off x="3337560" y="1325880"/>
            <a:ext cx="2468880" cy="2286000"/>
          </a:xfrm>
          <a:prstGeom prst="roundRect">
            <a:avLst>
              <a:gd name="adj" fmla="val 7200"/>
            </a:avLst>
          </a:prstGeom>
          <a:solidFill>
            <a:srgbClr val="FFFFFF"/>
          </a:solidFill>
          <a:ln w="12700">
            <a:solidFill>
              <a:srgbClr val="FFFFFF"/>
            </a:solidFill>
            <a:prstDash val="solid"/>
          </a:ln>
        </p:spPr>
      </p:sp>
      <p:sp>
        <p:nvSpPr>
          <p:cNvPr id="12" name="Text 9"/>
          <p:cNvSpPr/>
          <p:nvPr/>
        </p:nvSpPr>
        <p:spPr>
          <a:xfrm>
            <a:off x="3337560" y="1417320"/>
            <a:ext cx="2468880" cy="6400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3" name="Text 10"/>
          <p:cNvSpPr/>
          <p:nvPr/>
        </p:nvSpPr>
        <p:spPr>
          <a:xfrm>
            <a:off x="3337560" y="2011680"/>
            <a:ext cx="2468880" cy="365760"/>
          </a:xfrm>
          <a:prstGeom prst="rect">
            <a:avLst/>
          </a:prstGeom>
          <a:noFill/>
          <a:ln/>
        </p:spPr>
        <p:txBody>
          <a:bodyPr wrap="square" rtlCol="0" anchor="ctr"/>
          <a:lstStyle/>
          <a:p>
            <a:pPr algn="ctr" indent="0" marL="0">
              <a:buNone/>
            </a:pPr>
            <a:r>
              <a:rPr lang="en-US" sz="2000" b="1" dirty="0">
                <a:solidFill>
                  <a:srgbClr val="2378BD"/>
                </a:solidFill>
                <a:latin typeface="Segoe UI Black" pitchFamily="34" charset="0"/>
                <a:ea typeface="Segoe UI Black" pitchFamily="34" charset="-122"/>
                <a:cs typeface="Segoe UI Black" pitchFamily="34" charset="-120"/>
              </a:rPr>
              <a:t>CHECK</a:t>
            </a:r>
            <a:endParaRPr lang="en-US" sz="2000" dirty="0"/>
          </a:p>
        </p:txBody>
      </p:sp>
      <p:sp>
        <p:nvSpPr>
          <p:cNvPr id="14" name="Text 11"/>
          <p:cNvSpPr/>
          <p:nvPr/>
        </p:nvSpPr>
        <p:spPr>
          <a:xfrm>
            <a:off x="3520440" y="2423160"/>
            <a:ext cx="2103120" cy="1097280"/>
          </a:xfrm>
          <a:prstGeom prst="rect">
            <a:avLst/>
          </a:prstGeom>
          <a:noFill/>
          <a:ln/>
        </p:spPr>
        <p:txBody>
          <a:bodyPr wrap="square" rtlCol="0" anchor="t"/>
          <a:lstStyle/>
          <a:p>
            <a:pPr algn="ctr" indent="0" marL="0">
              <a:spcAft>
                <a:spcPts val="600"/>
              </a:spcAft>
              <a:buNone/>
            </a:pPr>
            <a:r>
              <a:rPr lang="en-US" sz="1300" dirty="0">
                <a:solidFill>
                  <a:srgbClr val="2A2140"/>
                </a:solidFill>
                <a:latin typeface="Calibri" pitchFamily="34" charset="0"/>
                <a:ea typeface="Calibri" pitchFamily="34" charset="-122"/>
                <a:cs typeface="Calibri" pitchFamily="34" charset="-120"/>
              </a:rPr>
              <a:t>You labelled it “mango”. So the guess was wrong by a lot.</a:t>
            </a:r>
            <a:endParaRPr lang="en-US" sz="1300" dirty="0"/>
          </a:p>
        </p:txBody>
      </p:sp>
      <p:sp>
        <p:nvSpPr>
          <p:cNvPr id="15" name="Text 12"/>
          <p:cNvSpPr/>
          <p:nvPr/>
        </p:nvSpPr>
        <p:spPr>
          <a:xfrm>
            <a:off x="5824728" y="2240280"/>
            <a:ext cx="365760" cy="457200"/>
          </a:xfrm>
          <a:prstGeom prst="rect">
            <a:avLst/>
          </a:prstGeom>
          <a:noFill/>
          <a:ln/>
        </p:spPr>
        <p:txBody>
          <a:bodyPr wrap="square" rtlCol="0" anchor="ctr"/>
          <a:lstStyle/>
          <a:p>
            <a:pPr algn="ctr" indent="0" marL="0">
              <a:buNone/>
            </a:pPr>
            <a:r>
              <a:rPr lang="en-US" sz="2800" dirty="0">
                <a:solidFill>
                  <a:srgbClr val="6F6785"/>
                </a:solidFill>
                <a:latin typeface="Segoe UI Black" pitchFamily="34" charset="0"/>
                <a:ea typeface="Segoe UI Black" pitchFamily="34" charset="-122"/>
                <a:cs typeface="Segoe UI Black" pitchFamily="34" charset="-120"/>
              </a:rPr>
              <a:t>→</a:t>
            </a:r>
            <a:endParaRPr lang="en-US" sz="2800" dirty="0"/>
          </a:p>
        </p:txBody>
      </p:sp>
      <p:sp>
        <p:nvSpPr>
          <p:cNvPr id="16" name="Shape 13"/>
          <p:cNvSpPr/>
          <p:nvPr/>
        </p:nvSpPr>
        <p:spPr>
          <a:xfrm>
            <a:off x="6217920" y="1389888"/>
            <a:ext cx="2468880" cy="2286000"/>
          </a:xfrm>
          <a:prstGeom prst="roundRect">
            <a:avLst>
              <a:gd name="adj" fmla="val 7200"/>
            </a:avLst>
          </a:prstGeom>
          <a:solidFill>
            <a:srgbClr val="F0E4D0"/>
          </a:solidFill>
          <a:ln w="12700">
            <a:solidFill>
              <a:srgbClr val="F0E4D0"/>
            </a:solidFill>
            <a:prstDash val="solid"/>
          </a:ln>
        </p:spPr>
      </p:sp>
      <p:sp>
        <p:nvSpPr>
          <p:cNvPr id="17" name="Shape 14"/>
          <p:cNvSpPr/>
          <p:nvPr/>
        </p:nvSpPr>
        <p:spPr>
          <a:xfrm>
            <a:off x="6217920" y="1325880"/>
            <a:ext cx="2468880" cy="2286000"/>
          </a:xfrm>
          <a:prstGeom prst="roundRect">
            <a:avLst>
              <a:gd name="adj" fmla="val 7200"/>
            </a:avLst>
          </a:prstGeom>
          <a:solidFill>
            <a:srgbClr val="FFFFFF"/>
          </a:solidFill>
          <a:ln w="12700">
            <a:solidFill>
              <a:srgbClr val="FFFFFF"/>
            </a:solidFill>
            <a:prstDash val="solid"/>
          </a:ln>
        </p:spPr>
      </p:sp>
      <p:sp>
        <p:nvSpPr>
          <p:cNvPr id="18" name="Text 15"/>
          <p:cNvSpPr/>
          <p:nvPr/>
        </p:nvSpPr>
        <p:spPr>
          <a:xfrm>
            <a:off x="6217920" y="1417320"/>
            <a:ext cx="2468880" cy="6400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9" name="Text 16"/>
          <p:cNvSpPr/>
          <p:nvPr/>
        </p:nvSpPr>
        <p:spPr>
          <a:xfrm>
            <a:off x="6217920" y="2011680"/>
            <a:ext cx="2468880" cy="365760"/>
          </a:xfrm>
          <a:prstGeom prst="rect">
            <a:avLst/>
          </a:prstGeom>
          <a:noFill/>
          <a:ln/>
        </p:spPr>
        <p:txBody>
          <a:bodyPr wrap="square" rtlCol="0" anchor="ctr"/>
          <a:lstStyle/>
          <a:p>
            <a:pPr algn="ctr" indent="0" marL="0">
              <a:buNone/>
            </a:pPr>
            <a:r>
              <a:rPr lang="en-US" sz="2000" b="1" dirty="0">
                <a:solidFill>
                  <a:srgbClr val="2378BD"/>
                </a:solidFill>
                <a:latin typeface="Segoe UI Black" pitchFamily="34" charset="0"/>
                <a:ea typeface="Segoe UI Black" pitchFamily="34" charset="-122"/>
                <a:cs typeface="Segoe UI Black" pitchFamily="34" charset="-120"/>
              </a:rPr>
              <a:t>NUDGE</a:t>
            </a:r>
            <a:endParaRPr lang="en-US" sz="2000" dirty="0"/>
          </a:p>
        </p:txBody>
      </p:sp>
      <p:sp>
        <p:nvSpPr>
          <p:cNvPr id="20" name="Text 17"/>
          <p:cNvSpPr/>
          <p:nvPr/>
        </p:nvSpPr>
        <p:spPr>
          <a:xfrm>
            <a:off x="6400800" y="2423160"/>
            <a:ext cx="2103120" cy="1097280"/>
          </a:xfrm>
          <a:prstGeom prst="rect">
            <a:avLst/>
          </a:prstGeom>
          <a:noFill/>
          <a:ln/>
        </p:spPr>
        <p:txBody>
          <a:bodyPr wrap="square" rtlCol="0" anchor="t"/>
          <a:lstStyle/>
          <a:p>
            <a:pPr algn="ctr" indent="0" marL="0">
              <a:spcAft>
                <a:spcPts val="600"/>
              </a:spcAft>
              <a:buNone/>
            </a:pPr>
            <a:r>
              <a:rPr lang="en-US" sz="1300" dirty="0">
                <a:solidFill>
                  <a:srgbClr val="2A2140"/>
                </a:solidFill>
                <a:latin typeface="Calibri" pitchFamily="34" charset="0"/>
                <a:ea typeface="Calibri" pitchFamily="34" charset="-122"/>
                <a:cs typeface="Calibri" pitchFamily="34" charset="-120"/>
              </a:rPr>
              <a:t>Turn every knob a tiny bit in the direction that would have made it less wrong.</a:t>
            </a:r>
            <a:endParaRPr lang="en-US" sz="1300" dirty="0"/>
          </a:p>
        </p:txBody>
      </p:sp>
      <p:sp>
        <p:nvSpPr>
          <p:cNvPr id="21" name="Text 18"/>
          <p:cNvSpPr/>
          <p:nvPr/>
        </p:nvSpPr>
        <p:spPr>
          <a:xfrm>
            <a:off x="457200" y="3703320"/>
            <a:ext cx="8229600" cy="365760"/>
          </a:xfrm>
          <a:prstGeom prst="rect">
            <a:avLst/>
          </a:prstGeom>
          <a:noFill/>
          <a:ln/>
        </p:spPr>
        <p:txBody>
          <a:bodyPr wrap="square" rtlCol="0" anchor="ctr"/>
          <a:lstStyle/>
          <a:p>
            <a:pPr algn="ctr" indent="0" marL="0">
              <a:buNone/>
            </a:pPr>
            <a:r>
              <a:rPr lang="en-US" sz="1400" dirty="0">
                <a:solidFill>
                  <a:srgbClr val="6F6785"/>
                </a:solidFill>
                <a:latin typeface="Calibri" pitchFamily="34" charset="0"/>
                <a:ea typeface="Calibri" pitchFamily="34" charset="-122"/>
                <a:cs typeface="Calibri" pitchFamily="34" charset="-120"/>
              </a:rPr>
              <a:t>↺  repeat with the next drawing</a:t>
            </a:r>
            <a:endParaRPr lang="en-US" sz="1400" dirty="0"/>
          </a:p>
        </p:txBody>
      </p:sp>
      <p:sp>
        <p:nvSpPr>
          <p:cNvPr id="22" name="Text 19"/>
          <p:cNvSpPr/>
          <p:nvPr/>
        </p:nvSpPr>
        <p:spPr>
          <a:xfrm>
            <a:off x="2011680" y="4160520"/>
            <a:ext cx="5120640" cy="329184"/>
          </a:xfrm>
          <a:prstGeom prst="roundRect">
            <a:avLst>
              <a:gd name="adj" fmla="val 50000"/>
            </a:avLst>
          </a:prstGeom>
          <a:solidFill>
            <a:srgbClr val="2FA866"/>
          </a:solidFill>
          <a:ln>
            <a:solidFill>
              <a:srgbClr val="2FA866"/>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240 LAPS OVER 10 DRAWINGS · ABOUT 1 SECOND ON A PHONE</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The answer is a confidence.</a:t>
            </a:r>
            <a:endParaRPr lang="en-US" sz="3400" dirty="0"/>
          </a:p>
        </p:txBody>
      </p:sp>
      <p:sp>
        <p:nvSpPr>
          <p:cNvPr id="4" name="Shape 1"/>
          <p:cNvSpPr/>
          <p:nvPr/>
        </p:nvSpPr>
        <p:spPr>
          <a:xfrm>
            <a:off x="2194560" y="1435608"/>
            <a:ext cx="4754880" cy="1280160"/>
          </a:xfrm>
          <a:prstGeom prst="roundRect">
            <a:avLst>
              <a:gd name="adj" fmla="val 12857"/>
            </a:avLst>
          </a:prstGeom>
          <a:solidFill>
            <a:srgbClr val="F0E4D0"/>
          </a:solidFill>
          <a:ln w="12700">
            <a:solidFill>
              <a:srgbClr val="F0E4D0"/>
            </a:solidFill>
            <a:prstDash val="solid"/>
          </a:ln>
        </p:spPr>
      </p:sp>
      <p:sp>
        <p:nvSpPr>
          <p:cNvPr id="5" name="Shape 2"/>
          <p:cNvSpPr/>
          <p:nvPr/>
        </p:nvSpPr>
        <p:spPr>
          <a:xfrm>
            <a:off x="2194560" y="1371600"/>
            <a:ext cx="4754880" cy="1280160"/>
          </a:xfrm>
          <a:prstGeom prst="roundRect">
            <a:avLst>
              <a:gd name="adj" fmla="val 12857"/>
            </a:avLst>
          </a:prstGeom>
          <a:solidFill>
            <a:srgbClr val="FFFFFF"/>
          </a:solidFill>
          <a:ln w="12700">
            <a:solidFill>
              <a:srgbClr val="FFFFFF"/>
            </a:solidFill>
            <a:prstDash val="solid"/>
          </a:ln>
        </p:spPr>
      </p:sp>
      <p:sp>
        <p:nvSpPr>
          <p:cNvPr id="6" name="Shape 3"/>
          <p:cNvSpPr/>
          <p:nvPr/>
        </p:nvSpPr>
        <p:spPr>
          <a:xfrm>
            <a:off x="2331720" y="1508760"/>
            <a:ext cx="4480560" cy="1005840"/>
          </a:xfrm>
          <a:prstGeom prst="roundRect">
            <a:avLst>
              <a:gd name="adj" fmla="val 13636"/>
            </a:avLst>
          </a:prstGeom>
          <a:solidFill>
            <a:srgbClr val="FFF1DC"/>
          </a:solidFill>
          <a:ln w="38100">
            <a:solidFill>
              <a:srgbClr val="3BA7F5"/>
            </a:solidFill>
            <a:prstDash val="solid"/>
          </a:ln>
        </p:spPr>
      </p:sp>
      <p:sp>
        <p:nvSpPr>
          <p:cNvPr id="7" name="Text 4"/>
          <p:cNvSpPr/>
          <p:nvPr/>
        </p:nvSpPr>
        <p:spPr>
          <a:xfrm>
            <a:off x="2560320" y="1600200"/>
            <a:ext cx="2743200" cy="822960"/>
          </a:xfrm>
          <a:prstGeom prst="rect">
            <a:avLst/>
          </a:prstGeom>
          <a:noFill/>
          <a:ln/>
        </p:spPr>
        <p:txBody>
          <a:bodyPr wrap="square" rtlCol="0" anchor="ctr"/>
          <a:lstStyle/>
          <a:p>
            <a:pPr indent="0" marL="0">
              <a:buNone/>
            </a:pPr>
            <a:r>
              <a:rPr lang="en-US" sz="2600" b="1" dirty="0">
                <a:solidFill>
                  <a:srgbClr val="2378BD"/>
                </a:solidFill>
                <a:latin typeface="Segoe UI Black" pitchFamily="34" charset="0"/>
                <a:ea typeface="Segoe UI Black" pitchFamily="34" charset="-122"/>
                <a:cs typeface="Segoe UI Black" pitchFamily="34" charset="-120"/>
              </a:rPr>
              <a:t>Cricket ball</a:t>
            </a:r>
            <a:endParaRPr lang="en-US" sz="2600" dirty="0"/>
          </a:p>
        </p:txBody>
      </p:sp>
      <p:sp>
        <p:nvSpPr>
          <p:cNvPr id="8" name="Text 5"/>
          <p:cNvSpPr/>
          <p:nvPr/>
        </p:nvSpPr>
        <p:spPr>
          <a:xfrm>
            <a:off x="5120640" y="1600200"/>
            <a:ext cx="1645920" cy="822960"/>
          </a:xfrm>
          <a:prstGeom prst="rect">
            <a:avLst/>
          </a:prstGeom>
          <a:noFill/>
          <a:ln/>
        </p:spPr>
        <p:txBody>
          <a:bodyPr wrap="square" rtlCol="0" anchor="ctr"/>
          <a:lstStyle/>
          <a:p>
            <a:pPr algn="r" indent="0" marL="0">
              <a:buNone/>
            </a:pPr>
            <a:r>
              <a:rPr lang="en-US" sz="1600" b="1" dirty="0">
                <a:solidFill>
                  <a:srgbClr val="6F6785"/>
                </a:solidFill>
                <a:latin typeface="Calibri" pitchFamily="34" charset="0"/>
                <a:ea typeface="Calibri" pitchFamily="34" charset="-122"/>
                <a:cs typeface="Calibri" pitchFamily="34" charset="-120"/>
              </a:rPr>
              <a:t>78% sure</a:t>
            </a:r>
            <a:endParaRPr lang="en-US" sz="1600" dirty="0"/>
          </a:p>
        </p:txBody>
      </p:sp>
      <p:sp>
        <p:nvSpPr>
          <p:cNvPr id="9" name="Shape 6"/>
          <p:cNvSpPr/>
          <p:nvPr/>
        </p:nvSpPr>
        <p:spPr>
          <a:xfrm>
            <a:off x="1371600" y="3108960"/>
            <a:ext cx="6400800" cy="320040"/>
          </a:xfrm>
          <a:prstGeom prst="roundRect">
            <a:avLst>
              <a:gd name="adj" fmla="val 48571"/>
            </a:avLst>
          </a:prstGeom>
          <a:solidFill>
            <a:srgbClr val="F0E4D0"/>
          </a:solidFill>
          <a:ln w="12700">
            <a:solidFill>
              <a:srgbClr val="F0E4D0"/>
            </a:solidFill>
            <a:prstDash val="solid"/>
          </a:ln>
        </p:spPr>
      </p:sp>
      <p:sp>
        <p:nvSpPr>
          <p:cNvPr id="10" name="Shape 7"/>
          <p:cNvSpPr/>
          <p:nvPr/>
        </p:nvSpPr>
        <p:spPr>
          <a:xfrm>
            <a:off x="1371600" y="3108960"/>
            <a:ext cx="4992624" cy="320040"/>
          </a:xfrm>
          <a:prstGeom prst="roundRect">
            <a:avLst>
              <a:gd name="adj" fmla="val 48571"/>
            </a:avLst>
          </a:prstGeom>
          <a:solidFill>
            <a:srgbClr val="3BA7F5"/>
          </a:solidFill>
          <a:ln w="12700">
            <a:solidFill>
              <a:srgbClr val="3BA7F5"/>
            </a:solidFill>
            <a:prstDash val="solid"/>
          </a:ln>
        </p:spPr>
      </p:sp>
      <p:sp>
        <p:nvSpPr>
          <p:cNvPr id="11" name="Text 8"/>
          <p:cNvSpPr/>
          <p:nvPr/>
        </p:nvSpPr>
        <p:spPr>
          <a:xfrm>
            <a:off x="1371600" y="3520440"/>
            <a:ext cx="2743200" cy="365760"/>
          </a:xfrm>
          <a:prstGeom prst="rect">
            <a:avLst/>
          </a:prstGeom>
          <a:noFill/>
          <a:ln/>
        </p:spPr>
        <p:txBody>
          <a:bodyPr wrap="square" rtlCol="0" anchor="t"/>
          <a:lstStyle/>
          <a:p>
            <a:pPr indent="0" marL="0">
              <a:spcAft>
                <a:spcPts val="600"/>
              </a:spcAft>
              <a:buNone/>
            </a:pPr>
            <a:r>
              <a:rPr lang="en-US" sz="1200" dirty="0">
                <a:solidFill>
                  <a:srgbClr val="6F6785"/>
                </a:solidFill>
                <a:latin typeface="Calibri" pitchFamily="34" charset="0"/>
                <a:ea typeface="Calibri" pitchFamily="34" charset="-122"/>
                <a:cs typeface="Calibri" pitchFamily="34" charset="-120"/>
              </a:rPr>
              <a:t>0 · definitely mango</a:t>
            </a:r>
            <a:endParaRPr lang="en-US" sz="1200" dirty="0"/>
          </a:p>
        </p:txBody>
      </p:sp>
      <p:sp>
        <p:nvSpPr>
          <p:cNvPr id="12" name="Text 9"/>
          <p:cNvSpPr/>
          <p:nvPr/>
        </p:nvSpPr>
        <p:spPr>
          <a:xfrm>
            <a:off x="5029200" y="3520440"/>
            <a:ext cx="2743200" cy="365760"/>
          </a:xfrm>
          <a:prstGeom prst="rect">
            <a:avLst/>
          </a:prstGeom>
          <a:noFill/>
          <a:ln/>
        </p:spPr>
        <p:txBody>
          <a:bodyPr wrap="square" rtlCol="0" anchor="t"/>
          <a:lstStyle/>
          <a:p>
            <a:pPr algn="r" indent="0" marL="0">
              <a:spcAft>
                <a:spcPts val="600"/>
              </a:spcAft>
              <a:buNone/>
            </a:pPr>
            <a:r>
              <a:rPr lang="en-US" sz="1200" dirty="0">
                <a:solidFill>
                  <a:srgbClr val="6F6785"/>
                </a:solidFill>
                <a:latin typeface="Calibri" pitchFamily="34" charset="0"/>
                <a:ea typeface="Calibri" pitchFamily="34" charset="-122"/>
                <a:cs typeface="Calibri" pitchFamily="34" charset="-120"/>
              </a:rPr>
              <a:t>1 · definitely cricket ball</a:t>
            </a:r>
            <a:endParaRPr lang="en-US" sz="1200" dirty="0"/>
          </a:p>
        </p:txBody>
      </p:sp>
      <p:sp>
        <p:nvSpPr>
          <p:cNvPr id="13" name="Text 10"/>
          <p:cNvSpPr/>
          <p:nvPr/>
        </p:nvSpPr>
        <p:spPr>
          <a:xfrm>
            <a:off x="457200" y="4114800"/>
            <a:ext cx="8229600" cy="457200"/>
          </a:xfrm>
          <a:prstGeom prst="rect">
            <a:avLst/>
          </a:prstGeom>
          <a:noFill/>
          <a:ln/>
        </p:spPr>
        <p:txBody>
          <a:bodyPr wrap="square" rtlCol="0" anchor="t"/>
          <a:lstStyle/>
          <a:p>
            <a:pPr algn="ctr" indent="0" marL="0">
              <a:buNone/>
            </a:pPr>
            <a:r>
              <a:rPr lang="en-US" sz="1600" dirty="0">
                <a:solidFill>
                  <a:srgbClr val="6F6785"/>
                </a:solidFill>
                <a:latin typeface="Calibri" pitchFamily="34" charset="0"/>
                <a:ea typeface="Calibri" pitchFamily="34" charset="-122"/>
                <a:cs typeface="Calibri" pitchFamily="34" charset="-120"/>
              </a:rPr>
              <a:t>Never certain. A machine can be very sure and still wrong. Remember that.</a:t>
            </a:r>
            <a:endParaRPr lang="en-US" sz="16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What it looks like.</a:t>
            </a:r>
            <a:endParaRPr lang="en-US" sz="3400" dirty="0"/>
          </a:p>
        </p:txBody>
      </p:sp>
      <p:pic>
        <p:nvPicPr>
          <p:cNvPr id="4" name="Image 0" descr="slides/img/teach-drawing.png">    </p:cNvPr>
          <p:cNvPicPr>
            <a:picLocks noChangeAspect="1"/>
          </p:cNvPicPr>
          <p:nvPr/>
        </p:nvPicPr>
        <p:blipFill>
          <a:blip r:embed="rId1"/>
          <a:srcRect l="0" r="0" t="0" b="0"/>
          <a:stretch/>
        </p:blipFill>
        <p:spPr>
          <a:xfrm>
            <a:off x="457200" y="1188720"/>
            <a:ext cx="2011680" cy="3200400"/>
          </a:xfrm>
          <a:prstGeom prst="rect">
            <a:avLst/>
          </a:prstGeom>
        </p:spPr>
      </p:pic>
      <p:pic>
        <p:nvPicPr>
          <p:cNvPr id="5" name="Image 1" descr="slides/img/teach-guess.png">    </p:cNvPr>
          <p:cNvPicPr>
            <a:picLocks noChangeAspect="1"/>
          </p:cNvPicPr>
          <p:nvPr/>
        </p:nvPicPr>
        <p:blipFill>
          <a:blip r:embed="rId2"/>
          <a:srcRect l="0" r="0" t="0" b="0"/>
          <a:stretch/>
        </p:blipFill>
        <p:spPr>
          <a:xfrm>
            <a:off x="2606040" y="1188720"/>
            <a:ext cx="2011680" cy="3200400"/>
          </a:xfrm>
          <a:prstGeom prst="rect">
            <a:avLst/>
          </a:prstGeom>
        </p:spPr>
      </p:pic>
      <p:pic>
        <p:nvPicPr>
          <p:cNvPr id="6" name="Image 2" descr="slides/img/teach-trained.png">    </p:cNvPr>
          <p:cNvPicPr>
            <a:picLocks noChangeAspect="1"/>
          </p:cNvPicPr>
          <p:nvPr/>
        </p:nvPicPr>
        <p:blipFill>
          <a:blip r:embed="rId3"/>
          <a:srcRect l="0" r="0" t="0" b="0"/>
          <a:stretch/>
        </p:blipFill>
        <p:spPr>
          <a:xfrm>
            <a:off x="4754880" y="1188720"/>
            <a:ext cx="2011680" cy="3200400"/>
          </a:xfrm>
          <a:prstGeom prst="rect">
            <a:avLst/>
          </a:prstGeom>
        </p:spPr>
      </p:pic>
      <p:sp>
        <p:nvSpPr>
          <p:cNvPr id="7" name="Shape 1"/>
          <p:cNvSpPr/>
          <p:nvPr/>
        </p:nvSpPr>
        <p:spPr>
          <a:xfrm>
            <a:off x="6949440" y="1252728"/>
            <a:ext cx="1737360" cy="3200400"/>
          </a:xfrm>
          <a:prstGeom prst="roundRect">
            <a:avLst>
              <a:gd name="adj" fmla="val 9474"/>
            </a:avLst>
          </a:prstGeom>
          <a:solidFill>
            <a:srgbClr val="F0E4D0"/>
          </a:solidFill>
          <a:ln w="12700">
            <a:solidFill>
              <a:srgbClr val="F0E4D0"/>
            </a:solidFill>
            <a:prstDash val="solid"/>
          </a:ln>
        </p:spPr>
      </p:sp>
      <p:sp>
        <p:nvSpPr>
          <p:cNvPr id="8" name="Shape 2"/>
          <p:cNvSpPr/>
          <p:nvPr/>
        </p:nvSpPr>
        <p:spPr>
          <a:xfrm>
            <a:off x="6949440" y="1188720"/>
            <a:ext cx="1737360" cy="3200400"/>
          </a:xfrm>
          <a:prstGeom prst="roundRect">
            <a:avLst>
              <a:gd name="adj" fmla="val 9474"/>
            </a:avLst>
          </a:prstGeom>
          <a:solidFill>
            <a:srgbClr val="FFF1DC"/>
          </a:solidFill>
          <a:ln w="12700">
            <a:solidFill>
              <a:srgbClr val="FFF1DC"/>
            </a:solidFill>
            <a:prstDash val="solid"/>
          </a:ln>
        </p:spPr>
      </p:sp>
      <p:sp>
        <p:nvSpPr>
          <p:cNvPr id="9" name="Text 3"/>
          <p:cNvSpPr/>
          <p:nvPr/>
        </p:nvSpPr>
        <p:spPr>
          <a:xfrm>
            <a:off x="7040880" y="1325880"/>
            <a:ext cx="1600200" cy="3017520"/>
          </a:xfrm>
          <a:prstGeom prst="rect">
            <a:avLst/>
          </a:prstGeom>
          <a:noFill/>
          <a:ln/>
        </p:spPr>
        <p:txBody>
          <a:bodyPr wrap="square" rtlCol="0" anchor="t"/>
          <a:lstStyle/>
          <a:p>
            <a:pPr marL="342900" indent="-342900">
              <a:spcAft>
                <a:spcPts val="800"/>
              </a:spcAft>
              <a:buSzPct val="100000"/>
              <a:buChar char="●"/>
            </a:pPr>
            <a:r>
              <a:rPr lang="en-US" sz="1150" dirty="0">
                <a:solidFill>
                  <a:srgbClr val="2A2140"/>
                </a:solidFill>
                <a:latin typeface="Calibri" pitchFamily="34" charset="0"/>
                <a:ea typeface="Calibri" pitchFamily="34" charset="-122"/>
                <a:cs typeface="Calibri" pitchFamily="34" charset="-120"/>
              </a:rPr>
              <a:t>Draw big, in the middle.</a:t>
            </a:r>
            <a:endParaRPr lang="en-US" sz="1150" dirty="0"/>
          </a:p>
          <a:p>
            <a:pPr marL="342900" indent="-342900">
              <a:spcAft>
                <a:spcPts val="800"/>
              </a:spcAft>
              <a:buSzPct val="100000"/>
              <a:buChar char="●"/>
            </a:pPr>
            <a:r>
              <a:rPr lang="en-US" sz="1150" dirty="0">
                <a:solidFill>
                  <a:srgbClr val="2A2140"/>
                </a:solidFill>
                <a:latin typeface="Calibri" pitchFamily="34" charset="0"/>
                <a:ea typeface="Calibri" pitchFamily="34" charset="-122"/>
                <a:cs typeface="Calibri" pitchFamily="34" charset="-120"/>
              </a:rPr>
              <a:t>Add this drawing.</a:t>
            </a:r>
            <a:endParaRPr lang="en-US" sz="1150" dirty="0"/>
          </a:p>
          <a:p>
            <a:pPr marL="342900" indent="-342900">
              <a:spcAft>
                <a:spcPts val="800"/>
              </a:spcAft>
              <a:buSzPct val="100000"/>
              <a:buChar char="●"/>
            </a:pPr>
            <a:r>
              <a:rPr lang="en-US" sz="1150" dirty="0">
                <a:solidFill>
                  <a:srgbClr val="2A2140"/>
                </a:solidFill>
                <a:latin typeface="Calibri" pitchFamily="34" charset="0"/>
                <a:ea typeface="Calibri" pitchFamily="34" charset="-122"/>
                <a:cs typeface="Calibri" pitchFamily="34" charset="-120"/>
              </a:rPr>
              <a:t>5 of each. Train it.</a:t>
            </a:r>
            <a:endParaRPr lang="en-US" sz="1150" dirty="0"/>
          </a:p>
          <a:p>
            <a:pPr marL="342900" indent="-342900">
              <a:spcAft>
                <a:spcPts val="800"/>
              </a:spcAft>
              <a:buSzPct val="100000"/>
              <a:buChar char="●"/>
            </a:pPr>
            <a:r>
              <a:rPr lang="en-US" sz="1150" dirty="0">
                <a:solidFill>
                  <a:srgbClr val="2A2140"/>
                </a:solidFill>
                <a:latin typeface="Calibri" pitchFamily="34" charset="0"/>
                <a:ea typeface="Calibri" pitchFamily="34" charset="-122"/>
                <a:cs typeface="Calibri" pitchFamily="34" charset="-120"/>
              </a:rPr>
              <a:t>Fresh one. What is it?</a:t>
            </a:r>
            <a:endParaRPr lang="en-US" sz="1150" dirty="0"/>
          </a:p>
          <a:p>
            <a:pPr marL="342900" indent="-342900">
              <a:spcAft>
                <a:spcPts val="800"/>
              </a:spcAft>
              <a:buSzPct val="100000"/>
              <a:buChar char="●"/>
            </a:pPr>
            <a:r>
              <a:rPr lang="en-US" sz="1150" dirty="0">
                <a:solidFill>
                  <a:srgbClr val="2A2140"/>
                </a:solidFill>
                <a:latin typeface="Calibri" pitchFamily="34" charset="0"/>
                <a:ea typeface="Calibri" pitchFamily="34" charset="-122"/>
                <a:cs typeface="Calibri" pitchFamily="34" charset="-120"/>
              </a:rPr>
              <a:t>Send to the class.</a:t>
            </a:r>
            <a:endParaRPr lang="en-US" sz="1150" dirty="0"/>
          </a:p>
        </p:txBody>
      </p:sp>
      <p:sp>
        <p:nvSpPr>
          <p:cNvPr id="10" name="Text 4"/>
          <p:cNvSpPr/>
          <p:nvPr/>
        </p:nvSpPr>
        <p:spPr>
          <a:xfrm>
            <a:off x="457200" y="4434840"/>
            <a:ext cx="2011680" cy="274320"/>
          </a:xfrm>
          <a:prstGeom prst="rect">
            <a:avLst/>
          </a:prstGeom>
          <a:noFill/>
          <a:ln/>
        </p:spPr>
        <p:txBody>
          <a:bodyPr wrap="square" rtlCol="0" anchor="t"/>
          <a:lstStyle/>
          <a:p>
            <a:pPr algn="ctr" indent="0" marL="0">
              <a:spcAft>
                <a:spcPts val="600"/>
              </a:spcAft>
              <a:buNone/>
            </a:pPr>
            <a:r>
              <a:rPr lang="en-US" sz="1100" dirty="0">
                <a:solidFill>
                  <a:srgbClr val="6F6785"/>
                </a:solidFill>
                <a:latin typeface="Calibri" pitchFamily="34" charset="0"/>
                <a:ea typeface="Calibri" pitchFamily="34" charset="-122"/>
                <a:cs typeface="Calibri" pitchFamily="34" charset="-120"/>
              </a:rPr>
              <a:t>1 · draw and add</a:t>
            </a:r>
            <a:endParaRPr lang="en-US" sz="1100" dirty="0"/>
          </a:p>
        </p:txBody>
      </p:sp>
      <p:sp>
        <p:nvSpPr>
          <p:cNvPr id="11" name="Text 5"/>
          <p:cNvSpPr/>
          <p:nvPr/>
        </p:nvSpPr>
        <p:spPr>
          <a:xfrm>
            <a:off x="2606040" y="4434840"/>
            <a:ext cx="2011680" cy="274320"/>
          </a:xfrm>
          <a:prstGeom prst="rect">
            <a:avLst/>
          </a:prstGeom>
          <a:noFill/>
          <a:ln/>
        </p:spPr>
        <p:txBody>
          <a:bodyPr wrap="square" rtlCol="0" anchor="t"/>
          <a:lstStyle/>
          <a:p>
            <a:pPr algn="ctr" indent="0" marL="0">
              <a:spcAft>
                <a:spcPts val="600"/>
              </a:spcAft>
              <a:buNone/>
            </a:pPr>
            <a:r>
              <a:rPr lang="en-US" sz="1100" dirty="0">
                <a:solidFill>
                  <a:srgbClr val="6F6785"/>
                </a:solidFill>
                <a:latin typeface="Calibri" pitchFamily="34" charset="0"/>
                <a:ea typeface="Calibri" pitchFamily="34" charset="-122"/>
                <a:cs typeface="Calibri" pitchFamily="34" charset="-120"/>
              </a:rPr>
              <a:t>2 · test it yourself</a:t>
            </a:r>
            <a:endParaRPr lang="en-US" sz="1100" dirty="0"/>
          </a:p>
        </p:txBody>
      </p:sp>
      <p:sp>
        <p:nvSpPr>
          <p:cNvPr id="12" name="Text 6"/>
          <p:cNvSpPr/>
          <p:nvPr/>
        </p:nvSpPr>
        <p:spPr>
          <a:xfrm>
            <a:off x="4754880" y="4434840"/>
            <a:ext cx="2011680" cy="274320"/>
          </a:xfrm>
          <a:prstGeom prst="rect">
            <a:avLst/>
          </a:prstGeom>
          <a:noFill/>
          <a:ln/>
        </p:spPr>
        <p:txBody>
          <a:bodyPr wrap="square" rtlCol="0" anchor="t"/>
          <a:lstStyle/>
          <a:p>
            <a:pPr algn="ctr" indent="0" marL="0">
              <a:spcAft>
                <a:spcPts val="600"/>
              </a:spcAft>
              <a:buNone/>
            </a:pPr>
            <a:r>
              <a:rPr lang="en-US" sz="1100" dirty="0">
                <a:solidFill>
                  <a:srgbClr val="6F6785"/>
                </a:solidFill>
                <a:latin typeface="Calibri" pitchFamily="34" charset="0"/>
                <a:ea typeface="Calibri" pitchFamily="34" charset="-122"/>
                <a:cs typeface="Calibri" pitchFamily="34" charset="-120"/>
              </a:rPr>
              <a:t>3 · your training set + score</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It's already in your pocket.</a:t>
            </a:r>
            <a:endParaRPr lang="en-US" sz="3400" dirty="0"/>
          </a:p>
        </p:txBody>
      </p:sp>
      <p:sp>
        <p:nvSpPr>
          <p:cNvPr id="4" name="Shape 1"/>
          <p:cNvSpPr/>
          <p:nvPr/>
        </p:nvSpPr>
        <p:spPr>
          <a:xfrm>
            <a:off x="457200" y="1389888"/>
            <a:ext cx="1508760" cy="2377440"/>
          </a:xfrm>
          <a:prstGeom prst="roundRect">
            <a:avLst>
              <a:gd name="adj" fmla="val 10909"/>
            </a:avLst>
          </a:prstGeom>
          <a:solidFill>
            <a:srgbClr val="F0E4D0"/>
          </a:solidFill>
          <a:ln w="12700">
            <a:solidFill>
              <a:srgbClr val="F0E4D0"/>
            </a:solidFill>
            <a:prstDash val="solid"/>
          </a:ln>
        </p:spPr>
      </p:sp>
      <p:sp>
        <p:nvSpPr>
          <p:cNvPr id="5" name="Shape 2"/>
          <p:cNvSpPr/>
          <p:nvPr/>
        </p:nvSpPr>
        <p:spPr>
          <a:xfrm>
            <a:off x="457200" y="1325880"/>
            <a:ext cx="1508760" cy="2377440"/>
          </a:xfrm>
          <a:prstGeom prst="roundRect">
            <a:avLst>
              <a:gd name="adj" fmla="val 10909"/>
            </a:avLst>
          </a:prstGeom>
          <a:solidFill>
            <a:srgbClr val="FFFFFF"/>
          </a:solidFill>
          <a:ln w="12700">
            <a:solidFill>
              <a:srgbClr val="FFFFFF"/>
            </a:solidFill>
            <a:prstDash val="solid"/>
          </a:ln>
        </p:spPr>
      </p:sp>
      <p:sp>
        <p:nvSpPr>
          <p:cNvPr id="6" name="Text 3"/>
          <p:cNvSpPr/>
          <p:nvPr/>
        </p:nvSpPr>
        <p:spPr>
          <a:xfrm>
            <a:off x="457200" y="141732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7" name="Text 4"/>
          <p:cNvSpPr/>
          <p:nvPr/>
        </p:nvSpPr>
        <p:spPr>
          <a:xfrm>
            <a:off x="457200" y="2057400"/>
            <a:ext cx="1508760" cy="411480"/>
          </a:xfrm>
          <a:prstGeom prst="rect">
            <a:avLst/>
          </a:prstGeom>
          <a:noFill/>
          <a:ln/>
        </p:spPr>
        <p:txBody>
          <a:bodyPr wrap="square" rtlCol="0" anchor="ctr"/>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Face unlock</a:t>
            </a:r>
            <a:endParaRPr lang="en-US" sz="1400" dirty="0"/>
          </a:p>
        </p:txBody>
      </p:sp>
      <p:sp>
        <p:nvSpPr>
          <p:cNvPr id="8" name="Text 5"/>
          <p:cNvSpPr/>
          <p:nvPr/>
        </p:nvSpPr>
        <p:spPr>
          <a:xfrm>
            <a:off x="548640" y="2468880"/>
            <a:ext cx="1325880" cy="109728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thousands of photos of you</a:t>
            </a:r>
            <a:endParaRPr lang="en-US" sz="1150" dirty="0"/>
          </a:p>
        </p:txBody>
      </p:sp>
      <p:sp>
        <p:nvSpPr>
          <p:cNvPr id="9" name="Shape 6"/>
          <p:cNvSpPr/>
          <p:nvPr/>
        </p:nvSpPr>
        <p:spPr>
          <a:xfrm>
            <a:off x="2121408" y="1389888"/>
            <a:ext cx="1508760" cy="2377440"/>
          </a:xfrm>
          <a:prstGeom prst="roundRect">
            <a:avLst>
              <a:gd name="adj" fmla="val 10909"/>
            </a:avLst>
          </a:prstGeom>
          <a:solidFill>
            <a:srgbClr val="F0E4D0"/>
          </a:solidFill>
          <a:ln w="12700">
            <a:solidFill>
              <a:srgbClr val="F0E4D0"/>
            </a:solidFill>
            <a:prstDash val="solid"/>
          </a:ln>
        </p:spPr>
      </p:sp>
      <p:sp>
        <p:nvSpPr>
          <p:cNvPr id="10" name="Shape 7"/>
          <p:cNvSpPr/>
          <p:nvPr/>
        </p:nvSpPr>
        <p:spPr>
          <a:xfrm>
            <a:off x="2121408" y="1325880"/>
            <a:ext cx="1508760" cy="2377440"/>
          </a:xfrm>
          <a:prstGeom prst="roundRect">
            <a:avLst>
              <a:gd name="adj" fmla="val 10909"/>
            </a:avLst>
          </a:prstGeom>
          <a:solidFill>
            <a:srgbClr val="FFFFFF"/>
          </a:solidFill>
          <a:ln w="12700">
            <a:solidFill>
              <a:srgbClr val="FFFFFF"/>
            </a:solidFill>
            <a:prstDash val="solid"/>
          </a:ln>
        </p:spPr>
      </p:sp>
      <p:sp>
        <p:nvSpPr>
          <p:cNvPr id="11" name="Text 8"/>
          <p:cNvSpPr/>
          <p:nvPr/>
        </p:nvSpPr>
        <p:spPr>
          <a:xfrm>
            <a:off x="2121408" y="141732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2" name="Text 9"/>
          <p:cNvSpPr/>
          <p:nvPr/>
        </p:nvSpPr>
        <p:spPr>
          <a:xfrm>
            <a:off x="2121408" y="2057400"/>
            <a:ext cx="1508760" cy="411480"/>
          </a:xfrm>
          <a:prstGeom prst="rect">
            <a:avLst/>
          </a:prstGeom>
          <a:noFill/>
          <a:ln/>
        </p:spPr>
        <p:txBody>
          <a:bodyPr wrap="square" rtlCol="0" anchor="ctr"/>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Spam filter</a:t>
            </a:r>
            <a:endParaRPr lang="en-US" sz="1400" dirty="0"/>
          </a:p>
        </p:txBody>
      </p:sp>
      <p:sp>
        <p:nvSpPr>
          <p:cNvPr id="13" name="Text 10"/>
          <p:cNvSpPr/>
          <p:nvPr/>
        </p:nvSpPr>
        <p:spPr>
          <a:xfrm>
            <a:off x="2212848" y="2468880"/>
            <a:ext cx="1325880" cy="109728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millions of emails people flagged</a:t>
            </a:r>
            <a:endParaRPr lang="en-US" sz="1150" dirty="0"/>
          </a:p>
        </p:txBody>
      </p:sp>
      <p:sp>
        <p:nvSpPr>
          <p:cNvPr id="14" name="Shape 11"/>
          <p:cNvSpPr/>
          <p:nvPr/>
        </p:nvSpPr>
        <p:spPr>
          <a:xfrm>
            <a:off x="3785616" y="1389888"/>
            <a:ext cx="1508760" cy="2377440"/>
          </a:xfrm>
          <a:prstGeom prst="roundRect">
            <a:avLst>
              <a:gd name="adj" fmla="val 10909"/>
            </a:avLst>
          </a:prstGeom>
          <a:solidFill>
            <a:srgbClr val="F0E4D0"/>
          </a:solidFill>
          <a:ln w="12700">
            <a:solidFill>
              <a:srgbClr val="F0E4D0"/>
            </a:solidFill>
            <a:prstDash val="solid"/>
          </a:ln>
        </p:spPr>
      </p:sp>
      <p:sp>
        <p:nvSpPr>
          <p:cNvPr id="15" name="Shape 12"/>
          <p:cNvSpPr/>
          <p:nvPr/>
        </p:nvSpPr>
        <p:spPr>
          <a:xfrm>
            <a:off x="3785616" y="1325880"/>
            <a:ext cx="1508760" cy="2377440"/>
          </a:xfrm>
          <a:prstGeom prst="roundRect">
            <a:avLst>
              <a:gd name="adj" fmla="val 10909"/>
            </a:avLst>
          </a:prstGeom>
          <a:solidFill>
            <a:srgbClr val="FFFFFF"/>
          </a:solidFill>
          <a:ln w="12700">
            <a:solidFill>
              <a:srgbClr val="FFFFFF"/>
            </a:solidFill>
            <a:prstDash val="solid"/>
          </a:ln>
        </p:spPr>
      </p:sp>
      <p:sp>
        <p:nvSpPr>
          <p:cNvPr id="16" name="Text 13"/>
          <p:cNvSpPr/>
          <p:nvPr/>
        </p:nvSpPr>
        <p:spPr>
          <a:xfrm>
            <a:off x="3785616" y="141732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7" name="Text 14"/>
          <p:cNvSpPr/>
          <p:nvPr/>
        </p:nvSpPr>
        <p:spPr>
          <a:xfrm>
            <a:off x="3785616" y="2057400"/>
            <a:ext cx="1508760" cy="411480"/>
          </a:xfrm>
          <a:prstGeom prst="rect">
            <a:avLst/>
          </a:prstGeom>
          <a:noFill/>
          <a:ln/>
        </p:spPr>
        <p:txBody>
          <a:bodyPr wrap="square" rtlCol="0" anchor="ctr"/>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Autocorrect</a:t>
            </a:r>
            <a:endParaRPr lang="en-US" sz="1400" dirty="0"/>
          </a:p>
        </p:txBody>
      </p:sp>
      <p:sp>
        <p:nvSpPr>
          <p:cNvPr id="18" name="Text 15"/>
          <p:cNvSpPr/>
          <p:nvPr/>
        </p:nvSpPr>
        <p:spPr>
          <a:xfrm>
            <a:off x="3877056" y="2468880"/>
            <a:ext cx="1325880" cy="109728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what everyone typed and fixed</a:t>
            </a:r>
            <a:endParaRPr lang="en-US" sz="1150" dirty="0"/>
          </a:p>
        </p:txBody>
      </p:sp>
      <p:sp>
        <p:nvSpPr>
          <p:cNvPr id="19" name="Shape 16"/>
          <p:cNvSpPr/>
          <p:nvPr/>
        </p:nvSpPr>
        <p:spPr>
          <a:xfrm>
            <a:off x="5449824" y="1389888"/>
            <a:ext cx="1508760" cy="2377440"/>
          </a:xfrm>
          <a:prstGeom prst="roundRect">
            <a:avLst>
              <a:gd name="adj" fmla="val 10909"/>
            </a:avLst>
          </a:prstGeom>
          <a:solidFill>
            <a:srgbClr val="F0E4D0"/>
          </a:solidFill>
          <a:ln w="12700">
            <a:solidFill>
              <a:srgbClr val="F0E4D0"/>
            </a:solidFill>
            <a:prstDash val="solid"/>
          </a:ln>
        </p:spPr>
      </p:sp>
      <p:sp>
        <p:nvSpPr>
          <p:cNvPr id="20" name="Shape 17"/>
          <p:cNvSpPr/>
          <p:nvPr/>
        </p:nvSpPr>
        <p:spPr>
          <a:xfrm>
            <a:off x="5449824" y="1325880"/>
            <a:ext cx="1508760" cy="2377440"/>
          </a:xfrm>
          <a:prstGeom prst="roundRect">
            <a:avLst>
              <a:gd name="adj" fmla="val 10909"/>
            </a:avLst>
          </a:prstGeom>
          <a:solidFill>
            <a:srgbClr val="FFFFFF"/>
          </a:solidFill>
          <a:ln w="12700">
            <a:solidFill>
              <a:srgbClr val="FFFFFF"/>
            </a:solidFill>
            <a:prstDash val="solid"/>
          </a:ln>
        </p:spPr>
      </p:sp>
      <p:sp>
        <p:nvSpPr>
          <p:cNvPr id="21" name="Text 18"/>
          <p:cNvSpPr/>
          <p:nvPr/>
        </p:nvSpPr>
        <p:spPr>
          <a:xfrm>
            <a:off x="5449824" y="141732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22" name="Text 19"/>
          <p:cNvSpPr/>
          <p:nvPr/>
        </p:nvSpPr>
        <p:spPr>
          <a:xfrm>
            <a:off x="5449824" y="2057400"/>
            <a:ext cx="1508760" cy="411480"/>
          </a:xfrm>
          <a:prstGeom prst="rect">
            <a:avLst/>
          </a:prstGeom>
          <a:noFill/>
          <a:ln/>
        </p:spPr>
        <p:txBody>
          <a:bodyPr wrap="square" rtlCol="0" anchor="ctr"/>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Video picks</a:t>
            </a:r>
            <a:endParaRPr lang="en-US" sz="1400" dirty="0"/>
          </a:p>
        </p:txBody>
      </p:sp>
      <p:sp>
        <p:nvSpPr>
          <p:cNvPr id="23" name="Text 20"/>
          <p:cNvSpPr/>
          <p:nvPr/>
        </p:nvSpPr>
        <p:spPr>
          <a:xfrm>
            <a:off x="5541264" y="2468880"/>
            <a:ext cx="1325880" cy="109728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what you watched and skipped</a:t>
            </a:r>
            <a:endParaRPr lang="en-US" sz="1150" dirty="0"/>
          </a:p>
        </p:txBody>
      </p:sp>
      <p:sp>
        <p:nvSpPr>
          <p:cNvPr id="24" name="Shape 21"/>
          <p:cNvSpPr/>
          <p:nvPr/>
        </p:nvSpPr>
        <p:spPr>
          <a:xfrm>
            <a:off x="7114032" y="1389888"/>
            <a:ext cx="1508760" cy="2377440"/>
          </a:xfrm>
          <a:prstGeom prst="roundRect">
            <a:avLst>
              <a:gd name="adj" fmla="val 10909"/>
            </a:avLst>
          </a:prstGeom>
          <a:solidFill>
            <a:srgbClr val="F0E4D0"/>
          </a:solidFill>
          <a:ln w="12700">
            <a:solidFill>
              <a:srgbClr val="F0E4D0"/>
            </a:solidFill>
            <a:prstDash val="solid"/>
          </a:ln>
        </p:spPr>
      </p:sp>
      <p:sp>
        <p:nvSpPr>
          <p:cNvPr id="25" name="Shape 22"/>
          <p:cNvSpPr/>
          <p:nvPr/>
        </p:nvSpPr>
        <p:spPr>
          <a:xfrm>
            <a:off x="7114032" y="1325880"/>
            <a:ext cx="1508760" cy="2377440"/>
          </a:xfrm>
          <a:prstGeom prst="roundRect">
            <a:avLst>
              <a:gd name="adj" fmla="val 10909"/>
            </a:avLst>
          </a:prstGeom>
          <a:solidFill>
            <a:srgbClr val="FFFFFF"/>
          </a:solidFill>
          <a:ln w="12700">
            <a:solidFill>
              <a:srgbClr val="FFFFFF"/>
            </a:solidFill>
            <a:prstDash val="solid"/>
          </a:ln>
        </p:spPr>
      </p:sp>
      <p:sp>
        <p:nvSpPr>
          <p:cNvPr id="26" name="Text 23"/>
          <p:cNvSpPr/>
          <p:nvPr/>
        </p:nvSpPr>
        <p:spPr>
          <a:xfrm>
            <a:off x="7114032" y="141732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27" name="Text 24"/>
          <p:cNvSpPr/>
          <p:nvPr/>
        </p:nvSpPr>
        <p:spPr>
          <a:xfrm>
            <a:off x="7114032" y="2057400"/>
            <a:ext cx="1508760" cy="411480"/>
          </a:xfrm>
          <a:prstGeom prst="rect">
            <a:avLst/>
          </a:prstGeom>
          <a:noFill/>
          <a:ln/>
        </p:spPr>
        <p:txBody>
          <a:bodyPr wrap="square" rtlCol="0" anchor="ctr"/>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Fraud alerts</a:t>
            </a:r>
            <a:endParaRPr lang="en-US" sz="1400" dirty="0"/>
          </a:p>
        </p:txBody>
      </p:sp>
      <p:sp>
        <p:nvSpPr>
          <p:cNvPr id="28" name="Text 25"/>
          <p:cNvSpPr/>
          <p:nvPr/>
        </p:nvSpPr>
        <p:spPr>
          <a:xfrm>
            <a:off x="7205472" y="2468880"/>
            <a:ext cx="1325880" cy="109728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what your normal spending looks like</a:t>
            </a:r>
            <a:endParaRPr lang="en-US" sz="1150" dirty="0"/>
          </a:p>
        </p:txBody>
      </p:sp>
      <p:sp>
        <p:nvSpPr>
          <p:cNvPr id="29" name="Text 26"/>
          <p:cNvSpPr/>
          <p:nvPr/>
        </p:nvSpPr>
        <p:spPr>
          <a:xfrm>
            <a:off x="2377440" y="4023360"/>
            <a:ext cx="4389120" cy="329184"/>
          </a:xfrm>
          <a:prstGeom prst="roundRect">
            <a:avLst>
              <a:gd name="adj" fmla="val 50000"/>
            </a:avLst>
          </a:prstGeom>
          <a:solidFill>
            <a:srgbClr val="FFD23F"/>
          </a:solidFill>
          <a:ln>
            <a:solidFill>
              <a:srgbClr val="FFD23F"/>
            </a:solidFill>
          </a:ln>
        </p:spPr>
        <p:txBody>
          <a:bodyPr wrap="square" rtlCol="0" anchor="ctr"/>
          <a:lstStyle/>
          <a:p>
            <a:pPr algn="ctr" indent="0" marL="0">
              <a:buNone/>
            </a:pPr>
            <a:r>
              <a:rPr lang="en-US" sz="1100" b="1" dirty="0">
                <a:solidFill>
                  <a:srgbClr val="2A2140"/>
                </a:solidFill>
                <a:latin typeface="Calibri" pitchFamily="34" charset="0"/>
                <a:ea typeface="Calibri" pitchFamily="34" charset="-122"/>
                <a:cs typeface="Calibri" pitchFamily="34" charset="-120"/>
              </a:rPr>
              <a:t>ALL LEARNED FROM EXAMPLES. NONE FROM RULES.</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Hands up: which of these learned?</a:t>
            </a:r>
            <a:endParaRPr lang="en-US" sz="3400" dirty="0"/>
          </a:p>
        </p:txBody>
      </p:sp>
      <p:sp>
        <p:nvSpPr>
          <p:cNvPr id="4" name="Shape 1"/>
          <p:cNvSpPr/>
          <p:nvPr/>
        </p:nvSpPr>
        <p:spPr>
          <a:xfrm>
            <a:off x="457200" y="1527048"/>
            <a:ext cx="1508760" cy="1737360"/>
          </a:xfrm>
          <a:prstGeom prst="roundRect">
            <a:avLst>
              <a:gd name="adj" fmla="val 10909"/>
            </a:avLst>
          </a:prstGeom>
          <a:solidFill>
            <a:srgbClr val="F0E4D0"/>
          </a:solidFill>
          <a:ln w="12700">
            <a:solidFill>
              <a:srgbClr val="F0E4D0"/>
            </a:solidFill>
            <a:prstDash val="solid"/>
          </a:ln>
        </p:spPr>
      </p:sp>
      <p:sp>
        <p:nvSpPr>
          <p:cNvPr id="5" name="Shape 2"/>
          <p:cNvSpPr/>
          <p:nvPr/>
        </p:nvSpPr>
        <p:spPr>
          <a:xfrm>
            <a:off x="457200" y="1463040"/>
            <a:ext cx="1508760" cy="1737360"/>
          </a:xfrm>
          <a:prstGeom prst="roundRect">
            <a:avLst>
              <a:gd name="adj" fmla="val 10909"/>
            </a:avLst>
          </a:prstGeom>
          <a:solidFill>
            <a:srgbClr val="FFFFFF"/>
          </a:solidFill>
          <a:ln w="12700">
            <a:solidFill>
              <a:srgbClr val="FFFFFF"/>
            </a:solidFill>
            <a:prstDash val="solid"/>
          </a:ln>
        </p:spPr>
      </p:sp>
      <p:sp>
        <p:nvSpPr>
          <p:cNvPr id="6" name="Text 3"/>
          <p:cNvSpPr/>
          <p:nvPr/>
        </p:nvSpPr>
        <p:spPr>
          <a:xfrm>
            <a:off x="457200" y="1554480"/>
            <a:ext cx="1508760" cy="73152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7" name="Text 4"/>
          <p:cNvSpPr/>
          <p:nvPr/>
        </p:nvSpPr>
        <p:spPr>
          <a:xfrm>
            <a:off x="457200" y="2331720"/>
            <a:ext cx="1508760" cy="731520"/>
          </a:xfrm>
          <a:prstGeom prst="rect">
            <a:avLst/>
          </a:prstGeom>
          <a:noFill/>
          <a:ln/>
        </p:spPr>
        <p:txBody>
          <a:bodyPr wrap="square" rtlCol="0" anchor="t"/>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Calculator</a:t>
            </a:r>
            <a:endParaRPr lang="en-US" sz="1400" dirty="0"/>
          </a:p>
        </p:txBody>
      </p:sp>
      <p:sp>
        <p:nvSpPr>
          <p:cNvPr id="8" name="Shape 5"/>
          <p:cNvSpPr/>
          <p:nvPr/>
        </p:nvSpPr>
        <p:spPr>
          <a:xfrm>
            <a:off x="2121408" y="1527048"/>
            <a:ext cx="1508760" cy="1737360"/>
          </a:xfrm>
          <a:prstGeom prst="roundRect">
            <a:avLst>
              <a:gd name="adj" fmla="val 10909"/>
            </a:avLst>
          </a:prstGeom>
          <a:solidFill>
            <a:srgbClr val="F0E4D0"/>
          </a:solidFill>
          <a:ln w="12700">
            <a:solidFill>
              <a:srgbClr val="F0E4D0"/>
            </a:solidFill>
            <a:prstDash val="solid"/>
          </a:ln>
        </p:spPr>
      </p:sp>
      <p:sp>
        <p:nvSpPr>
          <p:cNvPr id="9" name="Shape 6"/>
          <p:cNvSpPr/>
          <p:nvPr/>
        </p:nvSpPr>
        <p:spPr>
          <a:xfrm>
            <a:off x="2121408" y="1463040"/>
            <a:ext cx="1508760" cy="1737360"/>
          </a:xfrm>
          <a:prstGeom prst="roundRect">
            <a:avLst>
              <a:gd name="adj" fmla="val 10909"/>
            </a:avLst>
          </a:prstGeom>
          <a:solidFill>
            <a:srgbClr val="FFFFFF"/>
          </a:solidFill>
          <a:ln w="12700">
            <a:solidFill>
              <a:srgbClr val="FFFFFF"/>
            </a:solidFill>
            <a:prstDash val="solid"/>
          </a:ln>
        </p:spPr>
      </p:sp>
      <p:sp>
        <p:nvSpPr>
          <p:cNvPr id="10" name="Text 7"/>
          <p:cNvSpPr/>
          <p:nvPr/>
        </p:nvSpPr>
        <p:spPr>
          <a:xfrm>
            <a:off x="2121408" y="1554480"/>
            <a:ext cx="1508760" cy="73152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11" name="Text 8"/>
          <p:cNvSpPr/>
          <p:nvPr/>
        </p:nvSpPr>
        <p:spPr>
          <a:xfrm>
            <a:off x="2121408" y="2331720"/>
            <a:ext cx="1508760" cy="731520"/>
          </a:xfrm>
          <a:prstGeom prst="rect">
            <a:avLst/>
          </a:prstGeom>
          <a:noFill/>
          <a:ln/>
        </p:spPr>
        <p:txBody>
          <a:bodyPr wrap="square" rtlCol="0" anchor="t"/>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Face unlock</a:t>
            </a:r>
            <a:endParaRPr lang="en-US" sz="1400" dirty="0"/>
          </a:p>
        </p:txBody>
      </p:sp>
      <p:sp>
        <p:nvSpPr>
          <p:cNvPr id="12" name="Shape 9"/>
          <p:cNvSpPr/>
          <p:nvPr/>
        </p:nvSpPr>
        <p:spPr>
          <a:xfrm>
            <a:off x="3785616" y="1527048"/>
            <a:ext cx="1508760" cy="1737360"/>
          </a:xfrm>
          <a:prstGeom prst="roundRect">
            <a:avLst>
              <a:gd name="adj" fmla="val 10909"/>
            </a:avLst>
          </a:prstGeom>
          <a:solidFill>
            <a:srgbClr val="F0E4D0"/>
          </a:solidFill>
          <a:ln w="12700">
            <a:solidFill>
              <a:srgbClr val="F0E4D0"/>
            </a:solidFill>
            <a:prstDash val="solid"/>
          </a:ln>
        </p:spPr>
      </p:sp>
      <p:sp>
        <p:nvSpPr>
          <p:cNvPr id="13" name="Shape 10"/>
          <p:cNvSpPr/>
          <p:nvPr/>
        </p:nvSpPr>
        <p:spPr>
          <a:xfrm>
            <a:off x="3785616" y="1463040"/>
            <a:ext cx="1508760" cy="1737360"/>
          </a:xfrm>
          <a:prstGeom prst="roundRect">
            <a:avLst>
              <a:gd name="adj" fmla="val 10909"/>
            </a:avLst>
          </a:prstGeom>
          <a:solidFill>
            <a:srgbClr val="FFFFFF"/>
          </a:solidFill>
          <a:ln w="12700">
            <a:solidFill>
              <a:srgbClr val="FFFFFF"/>
            </a:solidFill>
            <a:prstDash val="solid"/>
          </a:ln>
        </p:spPr>
      </p:sp>
      <p:sp>
        <p:nvSpPr>
          <p:cNvPr id="14" name="Text 11"/>
          <p:cNvSpPr/>
          <p:nvPr/>
        </p:nvSpPr>
        <p:spPr>
          <a:xfrm>
            <a:off x="3785616" y="1554480"/>
            <a:ext cx="1508760" cy="73152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15" name="Text 12"/>
          <p:cNvSpPr/>
          <p:nvPr/>
        </p:nvSpPr>
        <p:spPr>
          <a:xfrm>
            <a:off x="3785616" y="2331720"/>
            <a:ext cx="1508760" cy="731520"/>
          </a:xfrm>
          <a:prstGeom prst="rect">
            <a:avLst/>
          </a:prstGeom>
          <a:noFill/>
          <a:ln/>
        </p:spPr>
        <p:txBody>
          <a:bodyPr wrap="square" rtlCol="0" anchor="t"/>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Alarm clock</a:t>
            </a:r>
            <a:endParaRPr lang="en-US" sz="1400" dirty="0"/>
          </a:p>
        </p:txBody>
      </p:sp>
      <p:sp>
        <p:nvSpPr>
          <p:cNvPr id="16" name="Shape 13"/>
          <p:cNvSpPr/>
          <p:nvPr/>
        </p:nvSpPr>
        <p:spPr>
          <a:xfrm>
            <a:off x="5449824" y="1527048"/>
            <a:ext cx="1508760" cy="1737360"/>
          </a:xfrm>
          <a:prstGeom prst="roundRect">
            <a:avLst>
              <a:gd name="adj" fmla="val 10909"/>
            </a:avLst>
          </a:prstGeom>
          <a:solidFill>
            <a:srgbClr val="F0E4D0"/>
          </a:solidFill>
          <a:ln w="12700">
            <a:solidFill>
              <a:srgbClr val="F0E4D0"/>
            </a:solidFill>
            <a:prstDash val="solid"/>
          </a:ln>
        </p:spPr>
      </p:sp>
      <p:sp>
        <p:nvSpPr>
          <p:cNvPr id="17" name="Shape 14"/>
          <p:cNvSpPr/>
          <p:nvPr/>
        </p:nvSpPr>
        <p:spPr>
          <a:xfrm>
            <a:off x="5449824" y="1463040"/>
            <a:ext cx="1508760" cy="1737360"/>
          </a:xfrm>
          <a:prstGeom prst="roundRect">
            <a:avLst>
              <a:gd name="adj" fmla="val 10909"/>
            </a:avLst>
          </a:prstGeom>
          <a:solidFill>
            <a:srgbClr val="FFFFFF"/>
          </a:solidFill>
          <a:ln w="12700">
            <a:solidFill>
              <a:srgbClr val="FFFFFF"/>
            </a:solidFill>
            <a:prstDash val="solid"/>
          </a:ln>
        </p:spPr>
      </p:sp>
      <p:sp>
        <p:nvSpPr>
          <p:cNvPr id="18" name="Text 15"/>
          <p:cNvSpPr/>
          <p:nvPr/>
        </p:nvSpPr>
        <p:spPr>
          <a:xfrm>
            <a:off x="5449824" y="1554480"/>
            <a:ext cx="1508760" cy="73152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19" name="Text 16"/>
          <p:cNvSpPr/>
          <p:nvPr/>
        </p:nvSpPr>
        <p:spPr>
          <a:xfrm>
            <a:off x="5449824" y="2331720"/>
            <a:ext cx="1508760" cy="731520"/>
          </a:xfrm>
          <a:prstGeom prst="rect">
            <a:avLst/>
          </a:prstGeom>
          <a:noFill/>
          <a:ln/>
        </p:spPr>
        <p:txBody>
          <a:bodyPr wrap="square" rtlCol="0" anchor="t"/>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Spam filter</a:t>
            </a:r>
            <a:endParaRPr lang="en-US" sz="1400" dirty="0"/>
          </a:p>
        </p:txBody>
      </p:sp>
      <p:sp>
        <p:nvSpPr>
          <p:cNvPr id="20" name="Shape 17"/>
          <p:cNvSpPr/>
          <p:nvPr/>
        </p:nvSpPr>
        <p:spPr>
          <a:xfrm>
            <a:off x="7114032" y="1527048"/>
            <a:ext cx="1508760" cy="1737360"/>
          </a:xfrm>
          <a:prstGeom prst="roundRect">
            <a:avLst>
              <a:gd name="adj" fmla="val 10909"/>
            </a:avLst>
          </a:prstGeom>
          <a:solidFill>
            <a:srgbClr val="F0E4D0"/>
          </a:solidFill>
          <a:ln w="12700">
            <a:solidFill>
              <a:srgbClr val="F0E4D0"/>
            </a:solidFill>
            <a:prstDash val="solid"/>
          </a:ln>
        </p:spPr>
      </p:sp>
      <p:sp>
        <p:nvSpPr>
          <p:cNvPr id="21" name="Shape 18"/>
          <p:cNvSpPr/>
          <p:nvPr/>
        </p:nvSpPr>
        <p:spPr>
          <a:xfrm>
            <a:off x="7114032" y="1463040"/>
            <a:ext cx="1508760" cy="1737360"/>
          </a:xfrm>
          <a:prstGeom prst="roundRect">
            <a:avLst>
              <a:gd name="adj" fmla="val 10909"/>
            </a:avLst>
          </a:prstGeom>
          <a:solidFill>
            <a:srgbClr val="FFFFFF"/>
          </a:solidFill>
          <a:ln w="12700">
            <a:solidFill>
              <a:srgbClr val="FFFFFF"/>
            </a:solidFill>
            <a:prstDash val="solid"/>
          </a:ln>
        </p:spPr>
      </p:sp>
      <p:sp>
        <p:nvSpPr>
          <p:cNvPr id="22" name="Text 19"/>
          <p:cNvSpPr/>
          <p:nvPr/>
        </p:nvSpPr>
        <p:spPr>
          <a:xfrm>
            <a:off x="7114032" y="1554480"/>
            <a:ext cx="1508760" cy="73152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23" name="Text 20"/>
          <p:cNvSpPr/>
          <p:nvPr/>
        </p:nvSpPr>
        <p:spPr>
          <a:xfrm>
            <a:off x="7114032" y="2331720"/>
            <a:ext cx="1508760" cy="731520"/>
          </a:xfrm>
          <a:prstGeom prst="rect">
            <a:avLst/>
          </a:prstGeom>
          <a:noFill/>
          <a:ln/>
        </p:spPr>
        <p:txBody>
          <a:bodyPr wrap="square" rtlCol="0" anchor="t"/>
          <a:lstStyle/>
          <a:p>
            <a:pPr algn="ctr" indent="0" marL="0">
              <a:buNone/>
            </a:pPr>
            <a:r>
              <a:rPr lang="en-US" sz="1400" b="1" dirty="0">
                <a:solidFill>
                  <a:srgbClr val="2A2140"/>
                </a:solidFill>
                <a:latin typeface="Segoe UI Black" pitchFamily="34" charset="0"/>
                <a:ea typeface="Segoe UI Black" pitchFamily="34" charset="-122"/>
                <a:cs typeface="Segoe UI Black" pitchFamily="34" charset="-120"/>
              </a:rPr>
              <a:t>Maps arrival time</a:t>
            </a:r>
            <a:endParaRPr lang="en-US" sz="1400" dirty="0"/>
          </a:p>
        </p:txBody>
      </p:sp>
      <p:sp>
        <p:nvSpPr>
          <p:cNvPr id="24" name="Shape 21"/>
          <p:cNvSpPr/>
          <p:nvPr/>
        </p:nvSpPr>
        <p:spPr>
          <a:xfrm>
            <a:off x="457200" y="3584448"/>
            <a:ext cx="8229600" cy="822960"/>
          </a:xfrm>
          <a:prstGeom prst="roundRect">
            <a:avLst>
              <a:gd name="adj" fmla="val 20000"/>
            </a:avLst>
          </a:prstGeom>
          <a:solidFill>
            <a:srgbClr val="F0E4D0"/>
          </a:solidFill>
          <a:ln w="12700">
            <a:solidFill>
              <a:srgbClr val="F0E4D0"/>
            </a:solidFill>
            <a:prstDash val="solid"/>
          </a:ln>
        </p:spPr>
      </p:sp>
      <p:sp>
        <p:nvSpPr>
          <p:cNvPr id="25" name="Shape 22"/>
          <p:cNvSpPr/>
          <p:nvPr/>
        </p:nvSpPr>
        <p:spPr>
          <a:xfrm>
            <a:off x="457200" y="3520440"/>
            <a:ext cx="8229600" cy="822960"/>
          </a:xfrm>
          <a:prstGeom prst="roundRect">
            <a:avLst>
              <a:gd name="adj" fmla="val 20000"/>
            </a:avLst>
          </a:prstGeom>
          <a:solidFill>
            <a:srgbClr val="FFF1DC"/>
          </a:solidFill>
          <a:ln w="12700">
            <a:solidFill>
              <a:srgbClr val="FFF1DC"/>
            </a:solidFill>
            <a:prstDash val="solid"/>
          </a:ln>
        </p:spPr>
      </p:sp>
      <p:sp>
        <p:nvSpPr>
          <p:cNvPr id="26" name="Text 23"/>
          <p:cNvSpPr/>
          <p:nvPr/>
        </p:nvSpPr>
        <p:spPr>
          <a:xfrm>
            <a:off x="685800" y="3584448"/>
            <a:ext cx="7772400" cy="731520"/>
          </a:xfrm>
          <a:prstGeom prst="rect">
            <a:avLst/>
          </a:prstGeom>
          <a:noFill/>
          <a:ln/>
        </p:spPr>
        <p:txBody>
          <a:bodyPr wrap="square" rtlCol="0" anchor="t"/>
          <a:lstStyle/>
          <a:p>
            <a:pPr indent="0" marL="0">
              <a:spcAft>
                <a:spcPts val="600"/>
              </a:spcAft>
              <a:buNone/>
            </a:pPr>
            <a:r>
              <a:rPr lang="en-US" sz="1250" dirty="0">
                <a:solidFill>
                  <a:srgbClr val="2A2140"/>
                </a:solidFill>
                <a:latin typeface="Calibri" pitchFamily="34" charset="0"/>
                <a:ea typeface="Calibri" pitchFamily="34" charset="-122"/>
                <a:cs typeface="Calibri" pitchFamily="34" charset="-120"/>
              </a:rPr>
              <a:t>For you: calculator no · face unlock yes · alarm clock no · spam filter yes · maps yes.</a:t>
            </a:r>
            <a:endParaRPr lang="en-US" sz="1250" dirty="0"/>
          </a:p>
          <a:p>
            <a:pPr indent="0" marL="0">
              <a:spcAft>
                <a:spcPts val="600"/>
              </a:spcAft>
              <a:buNone/>
            </a:pPr>
            <a:r>
              <a:rPr lang="en-US" sz="1250" dirty="0">
                <a:solidFill>
                  <a:srgbClr val="2A2140"/>
                </a:solidFill>
                <a:latin typeface="Calibri" pitchFamily="34" charset="0"/>
                <a:ea typeface="Calibri" pitchFamily="34" charset="-122"/>
                <a:cs typeface="Calibri" pitchFamily="34" charset="-120"/>
              </a:rPr>
              <a:t>“Computer” doesn't mean “learned”. Most software is still rules. Learning is the new part.</a:t>
            </a:r>
            <a:endParaRPr lang="en-US" sz="125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457200" y="1280160"/>
            <a:ext cx="8229600" cy="1097280"/>
          </a:xfrm>
          <a:prstGeom prst="rect">
            <a:avLst/>
          </a:prstGeom>
          <a:noFill/>
          <a:ln/>
        </p:spPr>
        <p:txBody>
          <a:bodyPr wrap="square" rtlCol="0" anchor="ctr"/>
          <a:lstStyle/>
          <a:p>
            <a:pPr algn="ctr" indent="0" marL="0">
              <a:buNone/>
            </a:pPr>
            <a:r>
              <a:rPr lang="en-US" sz="4000" b="1" dirty="0">
                <a:solidFill>
                  <a:srgbClr val="2A2140"/>
                </a:solidFill>
                <a:latin typeface="Segoe UI Black" pitchFamily="34" charset="0"/>
                <a:ea typeface="Segoe UI Black" pitchFamily="34" charset="-122"/>
                <a:cs typeface="Segoe UI Black" pitchFamily="34" charset="-120"/>
              </a:rPr>
              <a:t>Your machine is going to score 100%.</a:t>
            </a:r>
            <a:endParaRPr lang="en-US" sz="4000" dirty="0"/>
          </a:p>
        </p:txBody>
      </p:sp>
      <p:sp>
        <p:nvSpPr>
          <p:cNvPr id="4" name="Text 1"/>
          <p:cNvSpPr/>
          <p:nvPr/>
        </p:nvSpPr>
        <p:spPr>
          <a:xfrm>
            <a:off x="457200" y="2468880"/>
            <a:ext cx="8229600" cy="822960"/>
          </a:xfrm>
          <a:prstGeom prst="rect">
            <a:avLst/>
          </a:prstGeom>
          <a:noFill/>
          <a:ln/>
        </p:spPr>
        <p:txBody>
          <a:bodyPr wrap="square" rtlCol="0" anchor="ctr"/>
          <a:lstStyle/>
          <a:p>
            <a:pPr algn="ctr" indent="0" marL="0">
              <a:buNone/>
            </a:pPr>
            <a:r>
              <a:rPr lang="en-US" sz="3000" b="1" dirty="0">
                <a:solidFill>
                  <a:srgbClr val="D9651F"/>
                </a:solidFill>
                <a:latin typeface="Segoe UI Black" pitchFamily="34" charset="0"/>
                <a:ea typeface="Segoe UI Black" pitchFamily="34" charset="-122"/>
                <a:cs typeface="Segoe UI Black" pitchFamily="34" charset="-120"/>
              </a:rPr>
              <a:t>Then something is going to happen.</a:t>
            </a:r>
            <a:endParaRPr lang="en-US" sz="3000" dirty="0"/>
          </a:p>
        </p:txBody>
      </p:sp>
      <p:sp>
        <p:nvSpPr>
          <p:cNvPr id="5" name="Text 2"/>
          <p:cNvSpPr/>
          <p:nvPr/>
        </p:nvSpPr>
        <p:spPr>
          <a:xfrm>
            <a:off x="457200" y="3474720"/>
            <a:ext cx="8229600" cy="457200"/>
          </a:xfrm>
          <a:prstGeom prst="rect">
            <a:avLst/>
          </a:prstGeom>
          <a:noFill/>
          <a:ln/>
        </p:spPr>
        <p:txBody>
          <a:bodyPr wrap="square" rtlCol="0" anchor="t"/>
          <a:lstStyle/>
          <a:p>
            <a:pPr algn="ctr" indent="0" marL="0">
              <a:buNone/>
            </a:pPr>
            <a:r>
              <a:rPr lang="en-US" sz="1600" dirty="0">
                <a:solidFill>
                  <a:srgbClr val="6F6785"/>
                </a:solidFill>
                <a:latin typeface="Calibri" pitchFamily="34" charset="0"/>
                <a:ea typeface="Calibri" pitchFamily="34" charset="-122"/>
                <a:cs typeface="Calibri" pitchFamily="34" charset="-120"/>
              </a:rPr>
              <a:t>No spoilers.</a:t>
            </a:r>
            <a:endParaRPr lang="en-US" sz="16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The activity.</a:t>
            </a:r>
            <a:endParaRPr lang="en-US" sz="3400" dirty="0"/>
          </a:p>
        </p:txBody>
      </p:sp>
      <p:sp>
        <p:nvSpPr>
          <p:cNvPr id="4" name="Shape 1"/>
          <p:cNvSpPr/>
          <p:nvPr/>
        </p:nvSpPr>
        <p:spPr>
          <a:xfrm>
            <a:off x="457200" y="1389888"/>
            <a:ext cx="1508760" cy="2468880"/>
          </a:xfrm>
          <a:prstGeom prst="roundRect">
            <a:avLst>
              <a:gd name="adj" fmla="val 10909"/>
            </a:avLst>
          </a:prstGeom>
          <a:solidFill>
            <a:srgbClr val="F0E4D0"/>
          </a:solidFill>
          <a:ln w="12700">
            <a:solidFill>
              <a:srgbClr val="F0E4D0"/>
            </a:solidFill>
            <a:prstDash val="solid"/>
          </a:ln>
        </p:spPr>
      </p:sp>
      <p:sp>
        <p:nvSpPr>
          <p:cNvPr id="5" name="Shape 2"/>
          <p:cNvSpPr/>
          <p:nvPr/>
        </p:nvSpPr>
        <p:spPr>
          <a:xfrm>
            <a:off x="457200" y="1325880"/>
            <a:ext cx="1508760" cy="2468880"/>
          </a:xfrm>
          <a:prstGeom prst="roundRect">
            <a:avLst>
              <a:gd name="adj" fmla="val 10909"/>
            </a:avLst>
          </a:prstGeom>
          <a:solidFill>
            <a:srgbClr val="FFFFFF"/>
          </a:solidFill>
          <a:ln w="12700">
            <a:solidFill>
              <a:srgbClr val="FFFFFF"/>
            </a:solidFill>
            <a:prstDash val="solid"/>
          </a:ln>
        </p:spPr>
      </p:sp>
      <p:sp>
        <p:nvSpPr>
          <p:cNvPr id="6" name="Text 3"/>
          <p:cNvSpPr/>
          <p:nvPr/>
        </p:nvSpPr>
        <p:spPr>
          <a:xfrm>
            <a:off x="960120" y="1188720"/>
            <a:ext cx="50292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4"/>
          <p:cNvSpPr/>
          <p:nvPr/>
        </p:nvSpPr>
        <p:spPr>
          <a:xfrm>
            <a:off x="457200" y="160020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8" name="Text 5"/>
          <p:cNvSpPr/>
          <p:nvPr/>
        </p:nvSpPr>
        <p:spPr>
          <a:xfrm>
            <a:off x="457200" y="2240280"/>
            <a:ext cx="1508760" cy="365760"/>
          </a:xfrm>
          <a:prstGeom prst="rect">
            <a:avLst/>
          </a:prstGeom>
          <a:noFill/>
          <a:ln/>
        </p:spPr>
        <p:txBody>
          <a:bodyPr wrap="square" rtlCol="0" anchor="ctr"/>
          <a:lstStyle/>
          <a:p>
            <a:pPr algn="ctr" indent="0" marL="0">
              <a:buNone/>
            </a:pPr>
            <a:r>
              <a:rPr lang="en-US" sz="1500" b="1" dirty="0">
                <a:solidFill>
                  <a:srgbClr val="2A2140"/>
                </a:solidFill>
                <a:latin typeface="Segoe UI Black" pitchFamily="34" charset="0"/>
                <a:ea typeface="Segoe UI Black" pitchFamily="34" charset="-122"/>
                <a:cs typeface="Segoe UI Black" pitchFamily="34" charset="-120"/>
              </a:rPr>
              <a:t>Teams</a:t>
            </a:r>
            <a:endParaRPr lang="en-US" sz="1500" dirty="0"/>
          </a:p>
        </p:txBody>
      </p:sp>
      <p:sp>
        <p:nvSpPr>
          <p:cNvPr id="9" name="Text 6"/>
          <p:cNvSpPr/>
          <p:nvPr/>
        </p:nvSpPr>
        <p:spPr>
          <a:xfrm>
            <a:off x="548640" y="2606040"/>
            <a:ext cx="1325880" cy="118872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Up to 4. Everyone draws at least one of each.</a:t>
            </a:r>
            <a:endParaRPr lang="en-US" sz="1150" dirty="0"/>
          </a:p>
        </p:txBody>
      </p:sp>
      <p:sp>
        <p:nvSpPr>
          <p:cNvPr id="10" name="Shape 7"/>
          <p:cNvSpPr/>
          <p:nvPr/>
        </p:nvSpPr>
        <p:spPr>
          <a:xfrm>
            <a:off x="2121408" y="1389888"/>
            <a:ext cx="1508760" cy="2468880"/>
          </a:xfrm>
          <a:prstGeom prst="roundRect">
            <a:avLst>
              <a:gd name="adj" fmla="val 10909"/>
            </a:avLst>
          </a:prstGeom>
          <a:solidFill>
            <a:srgbClr val="F0E4D0"/>
          </a:solidFill>
          <a:ln w="12700">
            <a:solidFill>
              <a:srgbClr val="F0E4D0"/>
            </a:solidFill>
            <a:prstDash val="solid"/>
          </a:ln>
        </p:spPr>
      </p:sp>
      <p:sp>
        <p:nvSpPr>
          <p:cNvPr id="11" name="Shape 8"/>
          <p:cNvSpPr/>
          <p:nvPr/>
        </p:nvSpPr>
        <p:spPr>
          <a:xfrm>
            <a:off x="2121408" y="1325880"/>
            <a:ext cx="1508760" cy="2468880"/>
          </a:xfrm>
          <a:prstGeom prst="roundRect">
            <a:avLst>
              <a:gd name="adj" fmla="val 10909"/>
            </a:avLst>
          </a:prstGeom>
          <a:solidFill>
            <a:srgbClr val="FFFFFF"/>
          </a:solidFill>
          <a:ln w="12700">
            <a:solidFill>
              <a:srgbClr val="FFFFFF"/>
            </a:solidFill>
            <a:prstDash val="solid"/>
          </a:ln>
        </p:spPr>
      </p:sp>
      <p:sp>
        <p:nvSpPr>
          <p:cNvPr id="12" name="Text 9"/>
          <p:cNvSpPr/>
          <p:nvPr/>
        </p:nvSpPr>
        <p:spPr>
          <a:xfrm>
            <a:off x="2624328" y="1188720"/>
            <a:ext cx="50292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2121408" y="160020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14" name="Text 11"/>
          <p:cNvSpPr/>
          <p:nvPr/>
        </p:nvSpPr>
        <p:spPr>
          <a:xfrm>
            <a:off x="2121408" y="2240280"/>
            <a:ext cx="1508760" cy="365760"/>
          </a:xfrm>
          <a:prstGeom prst="rect">
            <a:avLst/>
          </a:prstGeom>
          <a:noFill/>
          <a:ln/>
        </p:spPr>
        <p:txBody>
          <a:bodyPr wrap="square" rtlCol="0" anchor="ctr"/>
          <a:lstStyle/>
          <a:p>
            <a:pPr algn="ctr" indent="0" marL="0">
              <a:buNone/>
            </a:pPr>
            <a:r>
              <a:rPr lang="en-US" sz="1500" b="1" dirty="0">
                <a:solidFill>
                  <a:srgbClr val="2A2140"/>
                </a:solidFill>
                <a:latin typeface="Segoe UI Black" pitchFamily="34" charset="0"/>
                <a:ea typeface="Segoe UI Black" pitchFamily="34" charset="-122"/>
                <a:cs typeface="Segoe UI Black" pitchFamily="34" charset="-120"/>
              </a:rPr>
              <a:t>Join</a:t>
            </a:r>
            <a:endParaRPr lang="en-US" sz="1500" dirty="0"/>
          </a:p>
        </p:txBody>
      </p:sp>
      <p:sp>
        <p:nvSpPr>
          <p:cNvPr id="15" name="Text 12"/>
          <p:cNvSpPr/>
          <p:nvPr/>
        </p:nvSpPr>
        <p:spPr>
          <a:xfrm>
            <a:off x="2212848" y="2606040"/>
            <a:ext cx="1325880" cy="118872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Room code or QR from the projector. Type your name.</a:t>
            </a:r>
            <a:endParaRPr lang="en-US" sz="1150" dirty="0"/>
          </a:p>
        </p:txBody>
      </p:sp>
      <p:sp>
        <p:nvSpPr>
          <p:cNvPr id="16" name="Shape 13"/>
          <p:cNvSpPr/>
          <p:nvPr/>
        </p:nvSpPr>
        <p:spPr>
          <a:xfrm>
            <a:off x="3785616" y="1389888"/>
            <a:ext cx="1508760" cy="2468880"/>
          </a:xfrm>
          <a:prstGeom prst="roundRect">
            <a:avLst>
              <a:gd name="adj" fmla="val 10909"/>
            </a:avLst>
          </a:prstGeom>
          <a:solidFill>
            <a:srgbClr val="F0E4D0"/>
          </a:solidFill>
          <a:ln w="12700">
            <a:solidFill>
              <a:srgbClr val="F0E4D0"/>
            </a:solidFill>
            <a:prstDash val="solid"/>
          </a:ln>
        </p:spPr>
      </p:sp>
      <p:sp>
        <p:nvSpPr>
          <p:cNvPr id="17" name="Shape 14"/>
          <p:cNvSpPr/>
          <p:nvPr/>
        </p:nvSpPr>
        <p:spPr>
          <a:xfrm>
            <a:off x="3785616" y="1325880"/>
            <a:ext cx="1508760" cy="2468880"/>
          </a:xfrm>
          <a:prstGeom prst="roundRect">
            <a:avLst>
              <a:gd name="adj" fmla="val 10909"/>
            </a:avLst>
          </a:prstGeom>
          <a:solidFill>
            <a:srgbClr val="FFFFFF"/>
          </a:solidFill>
          <a:ln w="12700">
            <a:solidFill>
              <a:srgbClr val="FFFFFF"/>
            </a:solidFill>
            <a:prstDash val="solid"/>
          </a:ln>
        </p:spPr>
      </p:sp>
      <p:sp>
        <p:nvSpPr>
          <p:cNvPr id="18" name="Text 15"/>
          <p:cNvSpPr/>
          <p:nvPr/>
        </p:nvSpPr>
        <p:spPr>
          <a:xfrm>
            <a:off x="4288536" y="1188720"/>
            <a:ext cx="50292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3785616" y="160020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20" name="Text 17"/>
          <p:cNvSpPr/>
          <p:nvPr/>
        </p:nvSpPr>
        <p:spPr>
          <a:xfrm>
            <a:off x="3785616" y="2240280"/>
            <a:ext cx="1508760" cy="365760"/>
          </a:xfrm>
          <a:prstGeom prst="rect">
            <a:avLst/>
          </a:prstGeom>
          <a:noFill/>
          <a:ln/>
        </p:spPr>
        <p:txBody>
          <a:bodyPr wrap="square" rtlCol="0" anchor="ctr"/>
          <a:lstStyle/>
          <a:p>
            <a:pPr algn="ctr" indent="0" marL="0">
              <a:buNone/>
            </a:pPr>
            <a:r>
              <a:rPr lang="en-US" sz="1500" b="1" dirty="0">
                <a:solidFill>
                  <a:srgbClr val="2A2140"/>
                </a:solidFill>
                <a:latin typeface="Segoe UI Black" pitchFamily="34" charset="0"/>
                <a:ea typeface="Segoe UI Black" pitchFamily="34" charset="-122"/>
                <a:cs typeface="Segoe UI Black" pitchFamily="34" charset="-120"/>
              </a:rPr>
              <a:t>Draw</a:t>
            </a:r>
            <a:endParaRPr lang="en-US" sz="1500" dirty="0"/>
          </a:p>
        </p:txBody>
      </p:sp>
      <p:sp>
        <p:nvSpPr>
          <p:cNvPr id="21" name="Text 18"/>
          <p:cNvSpPr/>
          <p:nvPr/>
        </p:nvSpPr>
        <p:spPr>
          <a:xfrm>
            <a:off x="3877056" y="2606040"/>
            <a:ext cx="1325880" cy="118872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5 mangoes + 5 cricket balls. Big, in the middle.</a:t>
            </a:r>
            <a:endParaRPr lang="en-US" sz="1150" dirty="0"/>
          </a:p>
        </p:txBody>
      </p:sp>
      <p:sp>
        <p:nvSpPr>
          <p:cNvPr id="22" name="Shape 19"/>
          <p:cNvSpPr/>
          <p:nvPr/>
        </p:nvSpPr>
        <p:spPr>
          <a:xfrm>
            <a:off x="5449824" y="1389888"/>
            <a:ext cx="1508760" cy="2468880"/>
          </a:xfrm>
          <a:prstGeom prst="roundRect">
            <a:avLst>
              <a:gd name="adj" fmla="val 10909"/>
            </a:avLst>
          </a:prstGeom>
          <a:solidFill>
            <a:srgbClr val="F0E4D0"/>
          </a:solidFill>
          <a:ln w="12700">
            <a:solidFill>
              <a:srgbClr val="F0E4D0"/>
            </a:solidFill>
            <a:prstDash val="solid"/>
          </a:ln>
        </p:spPr>
      </p:sp>
      <p:sp>
        <p:nvSpPr>
          <p:cNvPr id="23" name="Shape 20"/>
          <p:cNvSpPr/>
          <p:nvPr/>
        </p:nvSpPr>
        <p:spPr>
          <a:xfrm>
            <a:off x="5449824" y="1325880"/>
            <a:ext cx="1508760" cy="2468880"/>
          </a:xfrm>
          <a:prstGeom prst="roundRect">
            <a:avLst>
              <a:gd name="adj" fmla="val 10909"/>
            </a:avLst>
          </a:prstGeom>
          <a:solidFill>
            <a:srgbClr val="FFFFFF"/>
          </a:solidFill>
          <a:ln w="12700">
            <a:solidFill>
              <a:srgbClr val="FFFFFF"/>
            </a:solidFill>
            <a:prstDash val="solid"/>
          </a:ln>
        </p:spPr>
      </p:sp>
      <p:sp>
        <p:nvSpPr>
          <p:cNvPr id="24" name="Text 21"/>
          <p:cNvSpPr/>
          <p:nvPr/>
        </p:nvSpPr>
        <p:spPr>
          <a:xfrm>
            <a:off x="5952744" y="1188720"/>
            <a:ext cx="50292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p:nvPr/>
        </p:nvSpPr>
        <p:spPr>
          <a:xfrm>
            <a:off x="5449824" y="160020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26" name="Text 23"/>
          <p:cNvSpPr/>
          <p:nvPr/>
        </p:nvSpPr>
        <p:spPr>
          <a:xfrm>
            <a:off x="5449824" y="2240280"/>
            <a:ext cx="1508760" cy="365760"/>
          </a:xfrm>
          <a:prstGeom prst="rect">
            <a:avLst/>
          </a:prstGeom>
          <a:noFill/>
          <a:ln/>
        </p:spPr>
        <p:txBody>
          <a:bodyPr wrap="square" rtlCol="0" anchor="ctr"/>
          <a:lstStyle/>
          <a:p>
            <a:pPr algn="ctr" indent="0" marL="0">
              <a:buNone/>
            </a:pPr>
            <a:r>
              <a:rPr lang="en-US" sz="1500" b="1" dirty="0">
                <a:solidFill>
                  <a:srgbClr val="2A2140"/>
                </a:solidFill>
                <a:latin typeface="Segoe UI Black" pitchFamily="34" charset="0"/>
                <a:ea typeface="Segoe UI Black" pitchFamily="34" charset="-122"/>
                <a:cs typeface="Segoe UI Black" pitchFamily="34" charset="-120"/>
              </a:rPr>
              <a:t>Train &amp; test</a:t>
            </a:r>
            <a:endParaRPr lang="en-US" sz="1500" dirty="0"/>
          </a:p>
        </p:txBody>
      </p:sp>
      <p:sp>
        <p:nvSpPr>
          <p:cNvPr id="27" name="Text 24"/>
          <p:cNvSpPr/>
          <p:nvPr/>
        </p:nvSpPr>
        <p:spPr>
          <a:xfrm>
            <a:off x="5541264" y="2606040"/>
            <a:ext cx="1325880" cy="118872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Press Train. Draw a fresh one. Ask it.</a:t>
            </a:r>
            <a:endParaRPr lang="en-US" sz="1150" dirty="0"/>
          </a:p>
        </p:txBody>
      </p:sp>
      <p:sp>
        <p:nvSpPr>
          <p:cNvPr id="28" name="Shape 25"/>
          <p:cNvSpPr/>
          <p:nvPr/>
        </p:nvSpPr>
        <p:spPr>
          <a:xfrm>
            <a:off x="7114032" y="1389888"/>
            <a:ext cx="1508760" cy="2468880"/>
          </a:xfrm>
          <a:prstGeom prst="roundRect">
            <a:avLst>
              <a:gd name="adj" fmla="val 10909"/>
            </a:avLst>
          </a:prstGeom>
          <a:solidFill>
            <a:srgbClr val="F0E4D0"/>
          </a:solidFill>
          <a:ln w="12700">
            <a:solidFill>
              <a:srgbClr val="F0E4D0"/>
            </a:solidFill>
            <a:prstDash val="solid"/>
          </a:ln>
        </p:spPr>
      </p:sp>
      <p:sp>
        <p:nvSpPr>
          <p:cNvPr id="29" name="Shape 26"/>
          <p:cNvSpPr/>
          <p:nvPr/>
        </p:nvSpPr>
        <p:spPr>
          <a:xfrm>
            <a:off x="7114032" y="1325880"/>
            <a:ext cx="1508760" cy="2468880"/>
          </a:xfrm>
          <a:prstGeom prst="roundRect">
            <a:avLst>
              <a:gd name="adj" fmla="val 10909"/>
            </a:avLst>
          </a:prstGeom>
          <a:solidFill>
            <a:srgbClr val="FFFFFF"/>
          </a:solidFill>
          <a:ln w="12700">
            <a:solidFill>
              <a:srgbClr val="FFFFFF"/>
            </a:solidFill>
            <a:prstDash val="solid"/>
          </a:ln>
        </p:spPr>
      </p:sp>
      <p:sp>
        <p:nvSpPr>
          <p:cNvPr id="30" name="Text 27"/>
          <p:cNvSpPr/>
          <p:nvPr/>
        </p:nvSpPr>
        <p:spPr>
          <a:xfrm>
            <a:off x="7616952" y="1188720"/>
            <a:ext cx="50292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8"/>
          <p:cNvSpPr/>
          <p:nvPr/>
        </p:nvSpPr>
        <p:spPr>
          <a:xfrm>
            <a:off x="7114032" y="1600200"/>
            <a:ext cx="150876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32" name="Text 29"/>
          <p:cNvSpPr/>
          <p:nvPr/>
        </p:nvSpPr>
        <p:spPr>
          <a:xfrm>
            <a:off x="7114032" y="2240280"/>
            <a:ext cx="1508760" cy="365760"/>
          </a:xfrm>
          <a:prstGeom prst="rect">
            <a:avLst/>
          </a:prstGeom>
          <a:noFill/>
          <a:ln/>
        </p:spPr>
        <p:txBody>
          <a:bodyPr wrap="square" rtlCol="0" anchor="ctr"/>
          <a:lstStyle/>
          <a:p>
            <a:pPr algn="ctr" indent="0" marL="0">
              <a:buNone/>
            </a:pPr>
            <a:r>
              <a:rPr lang="en-US" sz="1500" b="1" dirty="0">
                <a:solidFill>
                  <a:srgbClr val="2A2140"/>
                </a:solidFill>
                <a:latin typeface="Segoe UI Black" pitchFamily="34" charset="0"/>
                <a:ea typeface="Segoe UI Black" pitchFamily="34" charset="-122"/>
                <a:cs typeface="Segoe UI Black" pitchFamily="34" charset="-120"/>
              </a:rPr>
              <a:t>Send</a:t>
            </a:r>
            <a:endParaRPr lang="en-US" sz="1500" dirty="0"/>
          </a:p>
        </p:txBody>
      </p:sp>
      <p:sp>
        <p:nvSpPr>
          <p:cNvPr id="33" name="Text 30"/>
          <p:cNvSpPr/>
          <p:nvPr/>
        </p:nvSpPr>
        <p:spPr>
          <a:xfrm>
            <a:off x="7205472" y="2606040"/>
            <a:ext cx="1325880" cy="1188720"/>
          </a:xfrm>
          <a:prstGeom prst="rect">
            <a:avLst/>
          </a:prstGeom>
          <a:noFill/>
          <a:ln/>
        </p:spPr>
        <p:txBody>
          <a:bodyPr wrap="square" rtlCol="0" anchor="t"/>
          <a:lstStyle/>
          <a:p>
            <a:pPr algn="ctr" indent="0" marL="0">
              <a:spcAft>
                <a:spcPts val="600"/>
              </a:spcAft>
              <a:buNone/>
            </a:pPr>
            <a:r>
              <a:rPr lang="en-US" sz="1150" dirty="0">
                <a:solidFill>
                  <a:srgbClr val="6F6785"/>
                </a:solidFill>
                <a:latin typeface="Calibri" pitchFamily="34" charset="0"/>
                <a:ea typeface="Calibri" pitchFamily="34" charset="-122"/>
                <a:cs typeface="Calibri" pitchFamily="34" charset="-120"/>
              </a:rPr>
              <a:t>When the whole team agrees: Send my machine.</a:t>
            </a:r>
            <a:endParaRPr lang="en-US" sz="1150" dirty="0"/>
          </a:p>
        </p:txBody>
      </p:sp>
      <p:sp>
        <p:nvSpPr>
          <p:cNvPr id="34" name="Text 31"/>
          <p:cNvSpPr/>
          <p:nvPr/>
        </p:nvSpPr>
        <p:spPr>
          <a:xfrm>
            <a:off x="1737360" y="4114800"/>
            <a:ext cx="5669280" cy="329184"/>
          </a:xfrm>
          <a:prstGeom prst="roundRect">
            <a:avLst>
              <a:gd name="adj" fmla="val 50000"/>
            </a:avLst>
          </a:prstGeom>
          <a:solidFill>
            <a:srgbClr val="E85D9C"/>
          </a:solidFill>
          <a:ln>
            <a:solidFill>
              <a:srgbClr val="E85D9C"/>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20 MINUTES · DON'T PEEK AT THE PROJECTOR UNTIL YOU'RE TOLD</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Join now.</a:t>
            </a:r>
            <a:endParaRPr lang="en-US" sz="3400" dirty="0"/>
          </a:p>
        </p:txBody>
      </p:sp>
      <p:sp>
        <p:nvSpPr>
          <p:cNvPr id="4" name="Shape 1"/>
          <p:cNvSpPr/>
          <p:nvPr/>
        </p:nvSpPr>
        <p:spPr>
          <a:xfrm>
            <a:off x="1828800" y="1435608"/>
            <a:ext cx="5486400" cy="2377440"/>
          </a:xfrm>
          <a:prstGeom prst="roundRect">
            <a:avLst>
              <a:gd name="adj" fmla="val 6923"/>
            </a:avLst>
          </a:prstGeom>
          <a:solidFill>
            <a:srgbClr val="F0E4D0"/>
          </a:solidFill>
          <a:ln w="12700">
            <a:solidFill>
              <a:srgbClr val="F0E4D0"/>
            </a:solidFill>
            <a:prstDash val="solid"/>
          </a:ln>
        </p:spPr>
      </p:sp>
      <p:sp>
        <p:nvSpPr>
          <p:cNvPr id="5" name="Shape 2"/>
          <p:cNvSpPr/>
          <p:nvPr/>
        </p:nvSpPr>
        <p:spPr>
          <a:xfrm>
            <a:off x="1828800" y="1371600"/>
            <a:ext cx="5486400" cy="2377440"/>
          </a:xfrm>
          <a:prstGeom prst="roundRect">
            <a:avLst>
              <a:gd name="adj" fmla="val 6923"/>
            </a:avLst>
          </a:prstGeom>
          <a:solidFill>
            <a:srgbClr val="FFFFFF"/>
          </a:solidFill>
          <a:ln w="12700">
            <a:solidFill>
              <a:srgbClr val="FFFFFF"/>
            </a:solidFill>
            <a:prstDash val="solid"/>
          </a:ln>
        </p:spPr>
      </p:sp>
      <p:sp>
        <p:nvSpPr>
          <p:cNvPr id="6" name="Text 3"/>
          <p:cNvSpPr/>
          <p:nvPr/>
        </p:nvSpPr>
        <p:spPr>
          <a:xfrm>
            <a:off x="1828800" y="1554480"/>
            <a:ext cx="5486400" cy="548640"/>
          </a:xfrm>
          <a:prstGeom prst="rect">
            <a:avLst/>
          </a:prstGeom>
          <a:noFill/>
          <a:ln/>
        </p:spPr>
        <p:txBody>
          <a:bodyPr wrap="square" rtlCol="0" anchor="ctr"/>
          <a:lstStyle/>
          <a:p>
            <a:pPr algn="ctr" indent="0" marL="0">
              <a:buNone/>
            </a:pPr>
            <a:r>
              <a:rPr lang="en-US" sz="2000" b="1" dirty="0">
                <a:solidFill>
                  <a:srgbClr val="2378BD"/>
                </a:solidFill>
                <a:latin typeface="Calibri" pitchFamily="34" charset="0"/>
                <a:ea typeface="Calibri" pitchFamily="34" charset="-122"/>
                <a:cs typeface="Calibri" pitchFamily="34" charset="-120"/>
              </a:rPr>
              <a:t>mehdy922.github.io/neural-lab</a:t>
            </a:r>
            <a:endParaRPr lang="en-US" sz="2000" dirty="0"/>
          </a:p>
        </p:txBody>
      </p:sp>
      <p:sp>
        <p:nvSpPr>
          <p:cNvPr id="7" name="Text 4"/>
          <p:cNvSpPr/>
          <p:nvPr/>
        </p:nvSpPr>
        <p:spPr>
          <a:xfrm>
            <a:off x="1828800" y="2148840"/>
            <a:ext cx="5486400" cy="365760"/>
          </a:xfrm>
          <a:prstGeom prst="rect">
            <a:avLst/>
          </a:prstGeom>
          <a:noFill/>
          <a:ln/>
        </p:spPr>
        <p:txBody>
          <a:bodyPr wrap="square" rtlCol="0" anchor="ctr"/>
          <a:lstStyle/>
          <a:p>
            <a:pPr algn="ctr" indent="0" marL="0">
              <a:buNone/>
            </a:pPr>
            <a:r>
              <a:rPr lang="en-US" sz="1200" b="1" dirty="0">
                <a:solidFill>
                  <a:srgbClr val="6F6785"/>
                </a:solidFill>
                <a:latin typeface="Calibri" pitchFamily="34" charset="0"/>
                <a:ea typeface="Calibri" pitchFamily="34" charset="-122"/>
                <a:cs typeface="Calibri" pitchFamily="34" charset="-120"/>
              </a:rPr>
              <a:t>ROOM CODE</a:t>
            </a:r>
            <a:endParaRPr lang="en-US" sz="1200" dirty="0"/>
          </a:p>
        </p:txBody>
      </p:sp>
      <p:sp>
        <p:nvSpPr>
          <p:cNvPr id="8" name="Text 5"/>
          <p:cNvSpPr/>
          <p:nvPr/>
        </p:nvSpPr>
        <p:spPr>
          <a:xfrm>
            <a:off x="1828800" y="2514600"/>
            <a:ext cx="5486400" cy="914400"/>
          </a:xfrm>
          <a:prstGeom prst="rect">
            <a:avLst/>
          </a:prstGeom>
          <a:noFill/>
          <a:ln/>
        </p:spPr>
        <p:txBody>
          <a:bodyPr wrap="square" rtlCol="0" anchor="ctr"/>
          <a:lstStyle/>
          <a:p>
            <a:pPr algn="ctr" indent="0" marL="0">
              <a:buNone/>
            </a:pPr>
            <a:r>
              <a:rPr lang="en-US" sz="3600" b="1" dirty="0">
                <a:solidFill>
                  <a:srgbClr val="2A2140"/>
                </a:solidFill>
                <a:latin typeface="Segoe UI Black" pitchFamily="34" charset="0"/>
                <a:ea typeface="Segoe UI Black" pitchFamily="34" charset="-122"/>
                <a:cs typeface="Segoe UI Black" pitchFamily="34" charset="-120"/>
              </a:rPr>
              <a:t>— on the projector —</a:t>
            </a:r>
            <a:endParaRPr lang="en-US" sz="3600" dirty="0"/>
          </a:p>
        </p:txBody>
      </p:sp>
      <p:sp>
        <p:nvSpPr>
          <p:cNvPr id="9" name="Text 6"/>
          <p:cNvSpPr/>
          <p:nvPr/>
        </p:nvSpPr>
        <p:spPr>
          <a:xfrm>
            <a:off x="457200" y="3977640"/>
            <a:ext cx="8229600" cy="457200"/>
          </a:xfrm>
          <a:prstGeom prst="rect">
            <a:avLst/>
          </a:prstGeom>
          <a:noFill/>
          <a:ln/>
        </p:spPr>
        <p:txBody>
          <a:bodyPr wrap="square" rtlCol="0" anchor="t"/>
          <a:lstStyle/>
          <a:p>
            <a:pPr algn="ctr" indent="0" marL="0">
              <a:buNone/>
            </a:pPr>
            <a:r>
              <a:rPr lang="en-US" sz="1600" dirty="0">
                <a:solidFill>
                  <a:srgbClr val="6F6785"/>
                </a:solidFill>
                <a:latin typeface="Calibri" pitchFamily="34" charset="0"/>
                <a:ea typeface="Calibri" pitchFamily="34" charset="-122"/>
                <a:cs typeface="Calibri" pitchFamily="34" charset="-120"/>
              </a:rPr>
              <a:t>Student → type the code → your name → make or join a team.</a:t>
            </a:r>
            <a:endParaRPr lang="en-US" sz="16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hape 0"/>
          <p:cNvSpPr/>
          <p:nvPr/>
        </p:nvSpPr>
        <p:spPr>
          <a:xfrm>
            <a:off x="0" y="82296"/>
            <a:ext cx="9144000" cy="5061204"/>
          </a:xfrm>
          <a:prstGeom prst="rect">
            <a:avLst/>
          </a:prstGeom>
          <a:solidFill>
            <a:srgbClr val="2A2140"/>
          </a:solidFill>
          <a:ln w="12700">
            <a:solidFill>
              <a:srgbClr val="2A2140"/>
            </a:solidFill>
            <a:prstDash val="solid"/>
          </a:ln>
        </p:spPr>
      </p:sp>
      <p:sp>
        <p:nvSpPr>
          <p:cNvPr id="4" name="Text 1"/>
          <p:cNvSpPr/>
          <p:nvPr/>
        </p:nvSpPr>
        <p:spPr>
          <a:xfrm>
            <a:off x="457200" y="1463040"/>
            <a:ext cx="8229600" cy="457200"/>
          </a:xfrm>
          <a:prstGeom prst="rect">
            <a:avLst/>
          </a:prstGeom>
          <a:noFill/>
          <a:ln/>
        </p:spPr>
        <p:txBody>
          <a:bodyPr wrap="square" rtlCol="0" anchor="ctr"/>
          <a:lstStyle/>
          <a:p>
            <a:pPr algn="ctr" indent="0" marL="0">
              <a:buNone/>
            </a:pPr>
            <a:r>
              <a:rPr lang="en-US" sz="1400" b="1" dirty="0">
                <a:solidFill>
                  <a:srgbClr val="FFD23F"/>
                </a:solidFill>
                <a:latin typeface="Calibri" pitchFamily="34" charset="0"/>
                <a:ea typeface="Calibri" pitchFamily="34" charset="-122"/>
                <a:cs typeface="Calibri" pitchFamily="34" charset="-120"/>
              </a:rPr>
              <a:t>APPENDIX · USE AFTER THE TOURNAMENT</a:t>
            </a:r>
            <a:endParaRPr lang="en-US" sz="1400" dirty="0"/>
          </a:p>
        </p:txBody>
      </p:sp>
      <p:sp>
        <p:nvSpPr>
          <p:cNvPr id="5" name="Text 2"/>
          <p:cNvSpPr/>
          <p:nvPr/>
        </p:nvSpPr>
        <p:spPr>
          <a:xfrm>
            <a:off x="457200" y="1920240"/>
            <a:ext cx="8229600" cy="1097280"/>
          </a:xfrm>
          <a:prstGeom prst="rect">
            <a:avLst/>
          </a:prstGeom>
          <a:noFill/>
          <a:ln/>
        </p:spPr>
        <p:txBody>
          <a:bodyPr wrap="square" rtlCol="0" anchor="ctr"/>
          <a:lstStyle/>
          <a:p>
            <a:pPr algn="ctr" indent="0" marL="0">
              <a:buNone/>
            </a:pPr>
            <a:r>
              <a:rPr lang="en-US" sz="4800" b="1" dirty="0">
                <a:solidFill>
                  <a:srgbClr val="FFFFFF"/>
                </a:solidFill>
                <a:latin typeface="Segoe UI Black" pitchFamily="34" charset="0"/>
                <a:ea typeface="Segoe UI Black" pitchFamily="34" charset="-122"/>
                <a:cs typeface="Segoe UI Black" pitchFamily="34" charset="-120"/>
              </a:rPr>
              <a:t>The debrief.</a:t>
            </a:r>
            <a:endParaRPr lang="en-US" sz="4800" dirty="0"/>
          </a:p>
        </p:txBody>
      </p:sp>
      <p:sp>
        <p:nvSpPr>
          <p:cNvPr id="6" name="Text 3"/>
          <p:cNvSpPr/>
          <p:nvPr/>
        </p:nvSpPr>
        <p:spPr>
          <a:xfrm>
            <a:off x="457200" y="3017520"/>
            <a:ext cx="8229600" cy="548640"/>
          </a:xfrm>
          <a:prstGeom prst="rect">
            <a:avLst/>
          </a:prstGeom>
          <a:noFill/>
          <a:ln/>
        </p:spPr>
        <p:txBody>
          <a:bodyPr wrap="square" rtlCol="0" anchor="ctr"/>
          <a:lstStyle/>
          <a:p>
            <a:pPr algn="ctr" indent="0" marL="0">
              <a:buNone/>
            </a:pPr>
            <a:r>
              <a:rPr lang="en-US" sz="1600" dirty="0">
                <a:solidFill>
                  <a:srgbClr val="F0E4D0"/>
                </a:solidFill>
                <a:latin typeface="Calibri" pitchFamily="34" charset="0"/>
                <a:ea typeface="Calibri" pitchFamily="34" charset="-122"/>
                <a:cs typeface="Calibri" pitchFamily="34" charset="-120"/>
              </a:rPr>
              <a:t>Only after the numbers have fallen and the room has argued about why.</a:t>
            </a:r>
            <a:endParaRPr lang="en-US" sz="16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What just happened?</a:t>
            </a:r>
            <a:endParaRPr lang="en-US" sz="3400" dirty="0"/>
          </a:p>
        </p:txBody>
      </p:sp>
      <p:pic>
        <p:nvPicPr>
          <p:cNvPr id="4" name="Image 0" descr="slides/img/tournament-projector-r1.png">    </p:cNvPr>
          <p:cNvPicPr>
            <a:picLocks noChangeAspect="1"/>
          </p:cNvPicPr>
          <p:nvPr/>
        </p:nvPicPr>
        <p:blipFill>
          <a:blip r:embed="rId1"/>
          <a:srcRect l="0" r="0" t="0" b="0"/>
          <a:stretch/>
        </p:blipFill>
        <p:spPr>
          <a:xfrm>
            <a:off x="457200" y="1234440"/>
            <a:ext cx="4754880" cy="2834640"/>
          </a:xfrm>
          <a:prstGeom prst="rect">
            <a:avLst/>
          </a:prstGeom>
        </p:spPr>
      </p:pic>
      <p:sp>
        <p:nvSpPr>
          <p:cNvPr id="5" name="Shape 1"/>
          <p:cNvSpPr/>
          <p:nvPr/>
        </p:nvSpPr>
        <p:spPr>
          <a:xfrm>
            <a:off x="5486400" y="1298448"/>
            <a:ext cx="3200400" cy="1325880"/>
          </a:xfrm>
          <a:prstGeom prst="roundRect">
            <a:avLst>
              <a:gd name="adj" fmla="val 12414"/>
            </a:avLst>
          </a:prstGeom>
          <a:solidFill>
            <a:srgbClr val="F0E4D0"/>
          </a:solidFill>
          <a:ln w="12700">
            <a:solidFill>
              <a:srgbClr val="F0E4D0"/>
            </a:solidFill>
            <a:prstDash val="solid"/>
          </a:ln>
        </p:spPr>
      </p:sp>
      <p:sp>
        <p:nvSpPr>
          <p:cNvPr id="6" name="Shape 2"/>
          <p:cNvSpPr/>
          <p:nvPr/>
        </p:nvSpPr>
        <p:spPr>
          <a:xfrm>
            <a:off x="5486400" y="1234440"/>
            <a:ext cx="3200400" cy="1325880"/>
          </a:xfrm>
          <a:prstGeom prst="roundRect">
            <a:avLst>
              <a:gd name="adj" fmla="val 12414"/>
            </a:avLst>
          </a:prstGeom>
          <a:solidFill>
            <a:srgbClr val="FFF1DC"/>
          </a:solidFill>
          <a:ln w="12700">
            <a:solidFill>
              <a:srgbClr val="FFF1DC"/>
            </a:solidFill>
            <a:prstDash val="solid"/>
          </a:ln>
        </p:spPr>
      </p:sp>
      <p:sp>
        <p:nvSpPr>
          <p:cNvPr id="7" name="Text 3"/>
          <p:cNvSpPr/>
          <p:nvPr/>
        </p:nvSpPr>
        <p:spPr>
          <a:xfrm>
            <a:off x="5669280" y="1298448"/>
            <a:ext cx="2834640" cy="411480"/>
          </a:xfrm>
          <a:prstGeom prst="rect">
            <a:avLst/>
          </a:prstGeom>
          <a:noFill/>
          <a:ln/>
        </p:spPr>
        <p:txBody>
          <a:bodyPr wrap="square" rtlCol="0" anchor="ctr"/>
          <a:lstStyle/>
          <a:p>
            <a:pPr indent="0" marL="0">
              <a:buNone/>
            </a:pPr>
            <a:r>
              <a:rPr lang="en-US" sz="2000" b="1" dirty="0">
                <a:solidFill>
                  <a:srgbClr val="E24B4B"/>
                </a:solidFill>
                <a:latin typeface="Segoe UI Black" pitchFamily="34" charset="0"/>
                <a:ea typeface="Segoe UI Black" pitchFamily="34" charset="-122"/>
                <a:cs typeface="Segoe UI Black" pitchFamily="34" charset="-120"/>
              </a:rPr>
              <a:t>Overfitting</a:t>
            </a:r>
            <a:endParaRPr lang="en-US" sz="2000" dirty="0"/>
          </a:p>
        </p:txBody>
      </p:sp>
      <p:sp>
        <p:nvSpPr>
          <p:cNvPr id="8" name="Text 4"/>
          <p:cNvSpPr/>
          <p:nvPr/>
        </p:nvSpPr>
        <p:spPr>
          <a:xfrm>
            <a:off x="5669280" y="1691640"/>
            <a:ext cx="2834640" cy="822960"/>
          </a:xfrm>
          <a:prstGeom prst="rect">
            <a:avLst/>
          </a:prstGeom>
          <a:noFill/>
          <a:ln/>
        </p:spPr>
        <p:txBody>
          <a:bodyPr wrap="square" rtlCol="0" anchor="t"/>
          <a:lstStyle/>
          <a:p>
            <a:pPr indent="0" marL="0">
              <a:spcAft>
                <a:spcPts val="600"/>
              </a:spcAft>
              <a:buNone/>
            </a:pPr>
            <a:r>
              <a:rPr lang="en-US" sz="1300" dirty="0">
                <a:solidFill>
                  <a:srgbClr val="2A2140"/>
                </a:solidFill>
                <a:latin typeface="Calibri" pitchFamily="34" charset="0"/>
                <a:ea typeface="Calibri" pitchFamily="34" charset="-122"/>
                <a:cs typeface="Calibri" pitchFamily="34" charset="-120"/>
              </a:rPr>
              <a:t>It memorised the quirks of your ten drawings, not the idea of a mango.</a:t>
            </a:r>
            <a:endParaRPr lang="en-US" sz="1300" dirty="0"/>
          </a:p>
        </p:txBody>
      </p:sp>
      <p:sp>
        <p:nvSpPr>
          <p:cNvPr id="9" name="Shape 5"/>
          <p:cNvSpPr/>
          <p:nvPr/>
        </p:nvSpPr>
        <p:spPr>
          <a:xfrm>
            <a:off x="5486400" y="2761488"/>
            <a:ext cx="3200400" cy="1371600"/>
          </a:xfrm>
          <a:prstGeom prst="roundRect">
            <a:avLst>
              <a:gd name="adj" fmla="val 12000"/>
            </a:avLst>
          </a:prstGeom>
          <a:solidFill>
            <a:srgbClr val="F0E4D0"/>
          </a:solidFill>
          <a:ln w="12700">
            <a:solidFill>
              <a:srgbClr val="F0E4D0"/>
            </a:solidFill>
            <a:prstDash val="solid"/>
          </a:ln>
        </p:spPr>
      </p:sp>
      <p:sp>
        <p:nvSpPr>
          <p:cNvPr id="10" name="Shape 6"/>
          <p:cNvSpPr/>
          <p:nvPr/>
        </p:nvSpPr>
        <p:spPr>
          <a:xfrm>
            <a:off x="5486400" y="2697480"/>
            <a:ext cx="3200400" cy="1371600"/>
          </a:xfrm>
          <a:prstGeom prst="roundRect">
            <a:avLst>
              <a:gd name="adj" fmla="val 12000"/>
            </a:avLst>
          </a:prstGeom>
          <a:solidFill>
            <a:srgbClr val="FFF1DC"/>
          </a:solidFill>
          <a:ln w="12700">
            <a:solidFill>
              <a:srgbClr val="FFF1DC"/>
            </a:solidFill>
            <a:prstDash val="solid"/>
          </a:ln>
        </p:spPr>
      </p:sp>
      <p:sp>
        <p:nvSpPr>
          <p:cNvPr id="11" name="Text 7"/>
          <p:cNvSpPr/>
          <p:nvPr/>
        </p:nvSpPr>
        <p:spPr>
          <a:xfrm>
            <a:off x="5669280" y="2761488"/>
            <a:ext cx="2834640" cy="411480"/>
          </a:xfrm>
          <a:prstGeom prst="rect">
            <a:avLst/>
          </a:prstGeom>
          <a:noFill/>
          <a:ln/>
        </p:spPr>
        <p:txBody>
          <a:bodyPr wrap="square" rtlCol="0" anchor="ctr"/>
          <a:lstStyle/>
          <a:p>
            <a:pPr indent="0" marL="0">
              <a:buNone/>
            </a:pPr>
            <a:r>
              <a:rPr lang="en-US" sz="2000" b="1" dirty="0">
                <a:solidFill>
                  <a:srgbClr val="2FA866"/>
                </a:solidFill>
                <a:latin typeface="Segoe UI Black" pitchFamily="34" charset="0"/>
                <a:ea typeface="Segoe UI Black" pitchFamily="34" charset="-122"/>
                <a:cs typeface="Segoe UI Black" pitchFamily="34" charset="-120"/>
              </a:rPr>
              <a:t>Generalisation</a:t>
            </a:r>
            <a:endParaRPr lang="en-US" sz="2000" dirty="0"/>
          </a:p>
        </p:txBody>
      </p:sp>
      <p:sp>
        <p:nvSpPr>
          <p:cNvPr id="12" name="Text 8"/>
          <p:cNvSpPr/>
          <p:nvPr/>
        </p:nvSpPr>
        <p:spPr>
          <a:xfrm>
            <a:off x="5669280" y="3154680"/>
            <a:ext cx="2834640" cy="822960"/>
          </a:xfrm>
          <a:prstGeom prst="rect">
            <a:avLst/>
          </a:prstGeom>
          <a:noFill/>
          <a:ln/>
        </p:spPr>
        <p:txBody>
          <a:bodyPr wrap="square" rtlCol="0" anchor="t"/>
          <a:lstStyle/>
          <a:p>
            <a:pPr indent="0" marL="0">
              <a:spcAft>
                <a:spcPts val="600"/>
              </a:spcAft>
              <a:buNone/>
            </a:pPr>
            <a:r>
              <a:rPr lang="en-US" sz="1300" dirty="0">
                <a:solidFill>
                  <a:srgbClr val="2A2140"/>
                </a:solidFill>
                <a:latin typeface="Calibri" pitchFamily="34" charset="0"/>
                <a:ea typeface="Calibri" pitchFamily="34" charset="-122"/>
                <a:cs typeface="Calibri" pitchFamily="34" charset="-120"/>
              </a:rPr>
              <a:t>Working on examples it has never seen. The only score that matters.</a:t>
            </a:r>
            <a:endParaRPr lang="en-US" sz="1300" dirty="0"/>
          </a:p>
        </p:txBody>
      </p:sp>
      <p:sp>
        <p:nvSpPr>
          <p:cNvPr id="13" name="Text 9"/>
          <p:cNvSpPr/>
          <p:nvPr/>
        </p:nvSpPr>
        <p:spPr>
          <a:xfrm>
            <a:off x="2743200" y="4297680"/>
            <a:ext cx="3657600" cy="329184"/>
          </a:xfrm>
          <a:prstGeom prst="roundRect">
            <a:avLst>
              <a:gd name="adj" fmla="val 50000"/>
            </a:avLst>
          </a:prstGeom>
          <a:solidFill>
            <a:srgbClr val="FFD23F"/>
          </a:solidFill>
          <a:ln>
            <a:solidFill>
              <a:srgbClr val="FFD23F"/>
            </a:solidFill>
          </a:ln>
        </p:spPr>
        <p:txBody>
          <a:bodyPr wrap="square" rtlCol="0" anchor="ctr"/>
          <a:lstStyle/>
          <a:p>
            <a:pPr algn="ctr" indent="0" marL="0">
              <a:buNone/>
            </a:pPr>
            <a:r>
              <a:rPr lang="en-US" sz="1100" b="1" dirty="0">
                <a:solidFill>
                  <a:srgbClr val="2A2140"/>
                </a:solidFill>
                <a:latin typeface="Calibri" pitchFamily="34" charset="0"/>
                <a:ea typeface="Calibri" pitchFamily="34" charset="-122"/>
                <a:cs typeface="Calibri" pitchFamily="34" charset="-120"/>
              </a:rPr>
              <a:t>SAME MACHINES. DIFFERENT PENCILS.</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This is not a classroom problem.</a:t>
            </a:r>
            <a:endParaRPr lang="en-US" sz="3400" dirty="0"/>
          </a:p>
        </p:txBody>
      </p:sp>
      <p:sp>
        <p:nvSpPr>
          <p:cNvPr id="4" name="Shape 1"/>
          <p:cNvSpPr/>
          <p:nvPr/>
        </p:nvSpPr>
        <p:spPr>
          <a:xfrm>
            <a:off x="457200" y="1298448"/>
            <a:ext cx="3840480" cy="2926080"/>
          </a:xfrm>
          <a:prstGeom prst="roundRect">
            <a:avLst>
              <a:gd name="adj" fmla="val 5625"/>
            </a:avLst>
          </a:prstGeom>
          <a:solidFill>
            <a:srgbClr val="F0E4D0"/>
          </a:solidFill>
          <a:ln w="12700">
            <a:solidFill>
              <a:srgbClr val="F0E4D0"/>
            </a:solidFill>
            <a:prstDash val="solid"/>
          </a:ln>
        </p:spPr>
      </p:sp>
      <p:sp>
        <p:nvSpPr>
          <p:cNvPr id="5" name="Shape 2"/>
          <p:cNvSpPr/>
          <p:nvPr/>
        </p:nvSpPr>
        <p:spPr>
          <a:xfrm>
            <a:off x="457200" y="1234440"/>
            <a:ext cx="3840480" cy="2926080"/>
          </a:xfrm>
          <a:prstGeom prst="roundRect">
            <a:avLst>
              <a:gd name="adj" fmla="val 5625"/>
            </a:avLst>
          </a:prstGeom>
          <a:solidFill>
            <a:srgbClr val="FFF1DC"/>
          </a:solidFill>
          <a:ln w="12700">
            <a:solidFill>
              <a:srgbClr val="FFF1DC"/>
            </a:solidFill>
            <a:prstDash val="solid"/>
          </a:ln>
        </p:spPr>
      </p:sp>
      <p:sp>
        <p:nvSpPr>
          <p:cNvPr id="6" name="Text 3"/>
          <p:cNvSpPr/>
          <p:nvPr/>
        </p:nvSpPr>
        <p:spPr>
          <a:xfrm>
            <a:off x="640080" y="1325880"/>
            <a:ext cx="3474720" cy="411480"/>
          </a:xfrm>
          <a:prstGeom prst="rect">
            <a:avLst/>
          </a:prstGeom>
          <a:noFill/>
          <a:ln/>
        </p:spPr>
        <p:txBody>
          <a:bodyPr wrap="square" rtlCol="0" anchor="ctr"/>
          <a:lstStyle/>
          <a:p>
            <a:pPr indent="0" marL="0">
              <a:buNone/>
            </a:pPr>
            <a:r>
              <a:rPr lang="en-US" sz="1800" b="1" dirty="0">
                <a:solidFill>
                  <a:srgbClr val="D9651F"/>
                </a:solidFill>
                <a:latin typeface="Segoe UI Black" pitchFamily="34" charset="0"/>
                <a:ea typeface="Segoe UI Black" pitchFamily="34" charset="-122"/>
                <a:cs typeface="Segoe UI Black" pitchFamily="34" charset="-120"/>
              </a:rPr>
              <a:t>🥭 The mango app</a:t>
            </a:r>
            <a:endParaRPr lang="en-US" sz="1800" dirty="0"/>
          </a:p>
        </p:txBody>
      </p:sp>
      <p:sp>
        <p:nvSpPr>
          <p:cNvPr id="7" name="Text 4"/>
          <p:cNvSpPr/>
          <p:nvPr/>
        </p:nvSpPr>
        <p:spPr>
          <a:xfrm>
            <a:off x="640080" y="1737360"/>
            <a:ext cx="3474720" cy="2286000"/>
          </a:xfrm>
          <a:prstGeom prst="rect">
            <a:avLst/>
          </a:prstGeom>
          <a:noFill/>
          <a:ln/>
        </p:spPr>
        <p:txBody>
          <a:bodyPr wrap="square" rtlCol="0" anchor="t"/>
          <a:lstStyle/>
          <a:p>
            <a:pPr indent="0" marL="0">
              <a:spcAft>
                <a:spcPts val="600"/>
              </a:spcAft>
              <a:buNone/>
            </a:pPr>
            <a:r>
              <a:rPr lang="en-US" sz="1400" dirty="0">
                <a:solidFill>
                  <a:srgbClr val="2A2140"/>
                </a:solidFill>
                <a:latin typeface="Calibri" pitchFamily="34" charset="0"/>
                <a:ea typeface="Calibri" pitchFamily="34" charset="-122"/>
                <a:cs typeface="Calibri" pitchFamily="34" charset="-120"/>
              </a:rPr>
              <a:t>Built from photos of mangoes on one farm in Sindh. Your uncle grows mangoes in Multan. The app says every one of his is bad.</a:t>
            </a:r>
            <a:endParaRPr lang="en-US" sz="1400" dirty="0"/>
          </a:p>
          <a:p>
            <a:pPr indent="0" marL="0">
              <a:spcAft>
                <a:spcPts val="600"/>
              </a:spcAft>
              <a:buNone/>
            </a:pPr>
            <a:endParaRPr lang="en-US" sz="1400" dirty="0"/>
          </a:p>
          <a:p>
            <a:pPr indent="0" marL="0">
              <a:spcAft>
                <a:spcPts val="600"/>
              </a:spcAft>
              <a:buNone/>
            </a:pPr>
            <a:r>
              <a:rPr lang="en-US" sz="1400" dirty="0">
                <a:solidFill>
                  <a:srgbClr val="2A2140"/>
                </a:solidFill>
                <a:latin typeface="Calibri" pitchFamily="34" charset="0"/>
                <a:ea typeface="Calibri" pitchFamily="34" charset="-122"/>
                <a:cs typeface="Calibri" pitchFamily="34" charset="-120"/>
              </a:rPr>
              <a:t>Whose mistake was that?</a:t>
            </a:r>
            <a:endParaRPr lang="en-US" sz="1400" dirty="0"/>
          </a:p>
        </p:txBody>
      </p:sp>
      <p:sp>
        <p:nvSpPr>
          <p:cNvPr id="8" name="Shape 5"/>
          <p:cNvSpPr/>
          <p:nvPr/>
        </p:nvSpPr>
        <p:spPr>
          <a:xfrm>
            <a:off x="4572000" y="1298448"/>
            <a:ext cx="4114800" cy="868680"/>
          </a:xfrm>
          <a:prstGeom prst="roundRect">
            <a:avLst>
              <a:gd name="adj" fmla="val 18947"/>
            </a:avLst>
          </a:prstGeom>
          <a:solidFill>
            <a:srgbClr val="F0E4D0"/>
          </a:solidFill>
          <a:ln w="12700">
            <a:solidFill>
              <a:srgbClr val="F0E4D0"/>
            </a:solidFill>
            <a:prstDash val="solid"/>
          </a:ln>
        </p:spPr>
      </p:sp>
      <p:sp>
        <p:nvSpPr>
          <p:cNvPr id="9" name="Shape 6"/>
          <p:cNvSpPr/>
          <p:nvPr/>
        </p:nvSpPr>
        <p:spPr>
          <a:xfrm>
            <a:off x="4572000" y="1234440"/>
            <a:ext cx="4114800" cy="868680"/>
          </a:xfrm>
          <a:prstGeom prst="roundRect">
            <a:avLst>
              <a:gd name="adj" fmla="val 18947"/>
            </a:avLst>
          </a:prstGeom>
          <a:solidFill>
            <a:srgbClr val="FFFFFF"/>
          </a:solidFill>
          <a:ln w="12700">
            <a:solidFill>
              <a:srgbClr val="FFFFFF"/>
            </a:solidFill>
            <a:prstDash val="solid"/>
          </a:ln>
        </p:spPr>
      </p:sp>
      <p:sp>
        <p:nvSpPr>
          <p:cNvPr id="10" name="Text 7"/>
          <p:cNvSpPr/>
          <p:nvPr/>
        </p:nvSpPr>
        <p:spPr>
          <a:xfrm>
            <a:off x="4663440" y="1325880"/>
            <a:ext cx="548640" cy="6858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8"/>
          <p:cNvSpPr/>
          <p:nvPr/>
        </p:nvSpPr>
        <p:spPr>
          <a:xfrm>
            <a:off x="5212080" y="1307592"/>
            <a:ext cx="3383280" cy="320040"/>
          </a:xfrm>
          <a:prstGeom prst="rect">
            <a:avLst/>
          </a:prstGeom>
          <a:noFill/>
          <a:ln/>
        </p:spPr>
        <p:txBody>
          <a:bodyPr wrap="square" rtlCol="0" anchor="ctr"/>
          <a:lstStyle/>
          <a:p>
            <a:pPr indent="0" marL="0">
              <a:buNone/>
            </a:pPr>
            <a:r>
              <a:rPr lang="en-US" sz="1400" b="1" dirty="0">
                <a:solidFill>
                  <a:srgbClr val="2A2140"/>
                </a:solidFill>
                <a:latin typeface="Segoe UI Black" pitchFamily="34" charset="0"/>
                <a:ea typeface="Segoe UI Black" pitchFamily="34" charset="-122"/>
                <a:cs typeface="Segoe UI Black" pitchFamily="34" charset="-120"/>
              </a:rPr>
              <a:t>Face recognition</a:t>
            </a:r>
            <a:endParaRPr lang="en-US" sz="1400" dirty="0"/>
          </a:p>
        </p:txBody>
      </p:sp>
      <p:sp>
        <p:nvSpPr>
          <p:cNvPr id="12" name="Text 9"/>
          <p:cNvSpPr/>
          <p:nvPr/>
        </p:nvSpPr>
        <p:spPr>
          <a:xfrm>
            <a:off x="5212080" y="1600200"/>
            <a:ext cx="3383280" cy="502920"/>
          </a:xfrm>
          <a:prstGeom prst="rect">
            <a:avLst/>
          </a:prstGeom>
          <a:noFill/>
          <a:ln/>
        </p:spPr>
        <p:txBody>
          <a:bodyPr wrap="square" rtlCol="0" anchor="t"/>
          <a:lstStyle/>
          <a:p>
            <a:pPr indent="0" marL="0">
              <a:spcAft>
                <a:spcPts val="600"/>
              </a:spcAft>
              <a:buNone/>
            </a:pPr>
            <a:r>
              <a:rPr lang="en-US" sz="1100" dirty="0">
                <a:solidFill>
                  <a:srgbClr val="6F6785"/>
                </a:solidFill>
                <a:latin typeface="Calibri" pitchFamily="34" charset="0"/>
                <a:ea typeface="Calibri" pitchFamily="34" charset="-122"/>
                <a:cs typeface="Calibri" pitchFamily="34" charset="-120"/>
              </a:rPr>
              <a:t>A 2018 MIT study: far more errors on darker-skinned women than lighter-skinned men.</a:t>
            </a:r>
            <a:endParaRPr lang="en-US" sz="1100" dirty="0"/>
          </a:p>
        </p:txBody>
      </p:sp>
      <p:sp>
        <p:nvSpPr>
          <p:cNvPr id="13" name="Shape 10"/>
          <p:cNvSpPr/>
          <p:nvPr/>
        </p:nvSpPr>
        <p:spPr>
          <a:xfrm>
            <a:off x="4572000" y="2286000"/>
            <a:ext cx="4114800" cy="868680"/>
          </a:xfrm>
          <a:prstGeom prst="roundRect">
            <a:avLst>
              <a:gd name="adj" fmla="val 18947"/>
            </a:avLst>
          </a:prstGeom>
          <a:solidFill>
            <a:srgbClr val="F0E4D0"/>
          </a:solidFill>
          <a:ln w="12700">
            <a:solidFill>
              <a:srgbClr val="F0E4D0"/>
            </a:solidFill>
            <a:prstDash val="solid"/>
          </a:ln>
        </p:spPr>
      </p:sp>
      <p:sp>
        <p:nvSpPr>
          <p:cNvPr id="14" name="Shape 11"/>
          <p:cNvSpPr/>
          <p:nvPr/>
        </p:nvSpPr>
        <p:spPr>
          <a:xfrm>
            <a:off x="4572000" y="2221992"/>
            <a:ext cx="4114800" cy="868680"/>
          </a:xfrm>
          <a:prstGeom prst="roundRect">
            <a:avLst>
              <a:gd name="adj" fmla="val 18947"/>
            </a:avLst>
          </a:prstGeom>
          <a:solidFill>
            <a:srgbClr val="FFFFFF"/>
          </a:solidFill>
          <a:ln w="12700">
            <a:solidFill>
              <a:srgbClr val="FFFFFF"/>
            </a:solidFill>
            <a:prstDash val="solid"/>
          </a:ln>
        </p:spPr>
      </p:sp>
      <p:sp>
        <p:nvSpPr>
          <p:cNvPr id="15" name="Text 12"/>
          <p:cNvSpPr/>
          <p:nvPr/>
        </p:nvSpPr>
        <p:spPr>
          <a:xfrm>
            <a:off x="4663440" y="2313432"/>
            <a:ext cx="548640" cy="6858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3"/>
          <p:cNvSpPr/>
          <p:nvPr/>
        </p:nvSpPr>
        <p:spPr>
          <a:xfrm>
            <a:off x="5212080" y="2295144"/>
            <a:ext cx="3383280" cy="320040"/>
          </a:xfrm>
          <a:prstGeom prst="rect">
            <a:avLst/>
          </a:prstGeom>
          <a:noFill/>
          <a:ln/>
        </p:spPr>
        <p:txBody>
          <a:bodyPr wrap="square" rtlCol="0" anchor="ctr"/>
          <a:lstStyle/>
          <a:p>
            <a:pPr indent="0" marL="0">
              <a:buNone/>
            </a:pPr>
            <a:r>
              <a:rPr lang="en-US" sz="1400" b="1" dirty="0">
                <a:solidFill>
                  <a:srgbClr val="2A2140"/>
                </a:solidFill>
                <a:latin typeface="Segoe UI Black" pitchFamily="34" charset="0"/>
                <a:ea typeface="Segoe UI Black" pitchFamily="34" charset="-122"/>
                <a:cs typeface="Segoe UI Black" pitchFamily="34" charset="-120"/>
              </a:rPr>
              <a:t>Voice assistants</a:t>
            </a:r>
            <a:endParaRPr lang="en-US" sz="1400" dirty="0"/>
          </a:p>
        </p:txBody>
      </p:sp>
      <p:sp>
        <p:nvSpPr>
          <p:cNvPr id="17" name="Text 14"/>
          <p:cNvSpPr/>
          <p:nvPr/>
        </p:nvSpPr>
        <p:spPr>
          <a:xfrm>
            <a:off x="5212080" y="2587752"/>
            <a:ext cx="3383280" cy="502920"/>
          </a:xfrm>
          <a:prstGeom prst="rect">
            <a:avLst/>
          </a:prstGeom>
          <a:noFill/>
          <a:ln/>
        </p:spPr>
        <p:txBody>
          <a:bodyPr wrap="square" rtlCol="0" anchor="t"/>
          <a:lstStyle/>
          <a:p>
            <a:pPr indent="0" marL="0">
              <a:spcAft>
                <a:spcPts val="600"/>
              </a:spcAft>
              <a:buNone/>
            </a:pPr>
            <a:r>
              <a:rPr lang="en-US" sz="1100" dirty="0">
                <a:solidFill>
                  <a:srgbClr val="6F6785"/>
                </a:solidFill>
                <a:latin typeface="Calibri" pitchFamily="34" charset="0"/>
                <a:ea typeface="Calibri" pitchFamily="34" charset="-122"/>
                <a:cs typeface="Calibri" pitchFamily="34" charset="-120"/>
              </a:rPr>
              <a:t>Shown to make more mistakes with some accents than others.</a:t>
            </a:r>
            <a:endParaRPr lang="en-US" sz="1100" dirty="0"/>
          </a:p>
        </p:txBody>
      </p:sp>
      <p:sp>
        <p:nvSpPr>
          <p:cNvPr id="18" name="Shape 15"/>
          <p:cNvSpPr/>
          <p:nvPr/>
        </p:nvSpPr>
        <p:spPr>
          <a:xfrm>
            <a:off x="4572000" y="3273552"/>
            <a:ext cx="4114800" cy="868680"/>
          </a:xfrm>
          <a:prstGeom prst="roundRect">
            <a:avLst>
              <a:gd name="adj" fmla="val 18947"/>
            </a:avLst>
          </a:prstGeom>
          <a:solidFill>
            <a:srgbClr val="F0E4D0"/>
          </a:solidFill>
          <a:ln w="12700">
            <a:solidFill>
              <a:srgbClr val="F0E4D0"/>
            </a:solidFill>
            <a:prstDash val="solid"/>
          </a:ln>
        </p:spPr>
      </p:sp>
      <p:sp>
        <p:nvSpPr>
          <p:cNvPr id="19" name="Shape 16"/>
          <p:cNvSpPr/>
          <p:nvPr/>
        </p:nvSpPr>
        <p:spPr>
          <a:xfrm>
            <a:off x="4572000" y="3209544"/>
            <a:ext cx="4114800" cy="868680"/>
          </a:xfrm>
          <a:prstGeom prst="roundRect">
            <a:avLst>
              <a:gd name="adj" fmla="val 18947"/>
            </a:avLst>
          </a:prstGeom>
          <a:solidFill>
            <a:srgbClr val="FFFFFF"/>
          </a:solidFill>
          <a:ln w="12700">
            <a:solidFill>
              <a:srgbClr val="FFFFFF"/>
            </a:solidFill>
            <a:prstDash val="solid"/>
          </a:ln>
        </p:spPr>
      </p:sp>
      <p:sp>
        <p:nvSpPr>
          <p:cNvPr id="20" name="Text 17"/>
          <p:cNvSpPr/>
          <p:nvPr/>
        </p:nvSpPr>
        <p:spPr>
          <a:xfrm>
            <a:off x="4663440" y="3300984"/>
            <a:ext cx="548640" cy="6858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1" name="Text 18"/>
          <p:cNvSpPr/>
          <p:nvPr/>
        </p:nvSpPr>
        <p:spPr>
          <a:xfrm>
            <a:off x="5212080" y="3282696"/>
            <a:ext cx="3383280" cy="320040"/>
          </a:xfrm>
          <a:prstGeom prst="rect">
            <a:avLst/>
          </a:prstGeom>
          <a:noFill/>
          <a:ln/>
        </p:spPr>
        <p:txBody>
          <a:bodyPr wrap="square" rtlCol="0" anchor="ctr"/>
          <a:lstStyle/>
          <a:p>
            <a:pPr indent="0" marL="0">
              <a:buNone/>
            </a:pPr>
            <a:r>
              <a:rPr lang="en-US" sz="1400" b="1" dirty="0">
                <a:solidFill>
                  <a:srgbClr val="2A2140"/>
                </a:solidFill>
                <a:latin typeface="Segoe UI Black" pitchFamily="34" charset="0"/>
                <a:ea typeface="Segoe UI Black" pitchFamily="34" charset="-122"/>
                <a:cs typeface="Segoe UI Black" pitchFamily="34" charset="-120"/>
              </a:rPr>
              <a:t>Medical imaging</a:t>
            </a:r>
            <a:endParaRPr lang="en-US" sz="1400" dirty="0"/>
          </a:p>
        </p:txBody>
      </p:sp>
      <p:sp>
        <p:nvSpPr>
          <p:cNvPr id="22" name="Text 19"/>
          <p:cNvSpPr/>
          <p:nvPr/>
        </p:nvSpPr>
        <p:spPr>
          <a:xfrm>
            <a:off x="5212080" y="3575304"/>
            <a:ext cx="3383280" cy="502920"/>
          </a:xfrm>
          <a:prstGeom prst="rect">
            <a:avLst/>
          </a:prstGeom>
          <a:noFill/>
          <a:ln/>
        </p:spPr>
        <p:txBody>
          <a:bodyPr wrap="square" rtlCol="0" anchor="t"/>
          <a:lstStyle/>
          <a:p>
            <a:pPr indent="0" marL="0">
              <a:spcAft>
                <a:spcPts val="600"/>
              </a:spcAft>
              <a:buNone/>
            </a:pPr>
            <a:r>
              <a:rPr lang="en-US" sz="1100" dirty="0">
                <a:solidFill>
                  <a:srgbClr val="6F6785"/>
                </a:solidFill>
                <a:latin typeface="Calibri" pitchFamily="34" charset="0"/>
                <a:ea typeface="Calibri" pitchFamily="34" charset="-122"/>
                <a:cs typeface="Calibri" pitchFamily="34" charset="-120"/>
              </a:rPr>
              <a:t>Models trained mostly at one hospital did worse at other hospitals.</a:t>
            </a:r>
            <a:endParaRPr lang="en-US" sz="1100" dirty="0"/>
          </a:p>
        </p:txBody>
      </p:sp>
      <p:sp>
        <p:nvSpPr>
          <p:cNvPr id="23" name="Text 20"/>
          <p:cNvSpPr/>
          <p:nvPr/>
        </p:nvSpPr>
        <p:spPr>
          <a:xfrm>
            <a:off x="2377440" y="4343400"/>
            <a:ext cx="4389120" cy="329184"/>
          </a:xfrm>
          <a:prstGeom prst="roundRect">
            <a:avLst>
              <a:gd name="adj" fmla="val 50000"/>
            </a:avLst>
          </a:prstGeom>
          <a:solidFill>
            <a:srgbClr val="E85D9C"/>
          </a:solidFill>
          <a:ln>
            <a:solidFill>
              <a:srgbClr val="E85D9C"/>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WHO WAS MISSING FROM THE EXAMPLES?</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How would you fix it?</a:t>
            </a:r>
            <a:endParaRPr lang="en-US" sz="3400" dirty="0"/>
          </a:p>
        </p:txBody>
      </p:sp>
      <p:sp>
        <p:nvSpPr>
          <p:cNvPr id="4" name="Shape 1"/>
          <p:cNvSpPr/>
          <p:nvPr/>
        </p:nvSpPr>
        <p:spPr>
          <a:xfrm>
            <a:off x="457200" y="1298448"/>
            <a:ext cx="3749040" cy="877824"/>
          </a:xfrm>
          <a:prstGeom prst="roundRect">
            <a:avLst>
              <a:gd name="adj" fmla="val 18750"/>
            </a:avLst>
          </a:prstGeom>
          <a:solidFill>
            <a:srgbClr val="F0E4D0"/>
          </a:solidFill>
          <a:ln w="12700">
            <a:solidFill>
              <a:srgbClr val="F0E4D0"/>
            </a:solidFill>
            <a:prstDash val="solid"/>
          </a:ln>
        </p:spPr>
      </p:sp>
      <p:sp>
        <p:nvSpPr>
          <p:cNvPr id="5" name="Shape 2"/>
          <p:cNvSpPr/>
          <p:nvPr/>
        </p:nvSpPr>
        <p:spPr>
          <a:xfrm>
            <a:off x="457200" y="1234440"/>
            <a:ext cx="3749040" cy="877824"/>
          </a:xfrm>
          <a:prstGeom prst="roundRect">
            <a:avLst>
              <a:gd name="adj" fmla="val 18750"/>
            </a:avLst>
          </a:prstGeom>
          <a:solidFill>
            <a:srgbClr val="FFFFFF"/>
          </a:solidFill>
          <a:ln w="12700">
            <a:solidFill>
              <a:srgbClr val="FFFFFF"/>
            </a:solidFill>
            <a:prstDash val="solid"/>
          </a:ln>
        </p:spPr>
      </p:sp>
      <p:sp>
        <p:nvSpPr>
          <p:cNvPr id="6" name="Text 3"/>
          <p:cNvSpPr/>
          <p:nvPr/>
        </p:nvSpPr>
        <p:spPr>
          <a:xfrm>
            <a:off x="548640" y="1353312"/>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7" name="Text 4"/>
          <p:cNvSpPr/>
          <p:nvPr/>
        </p:nvSpPr>
        <p:spPr>
          <a:xfrm>
            <a:off x="1234440" y="1307592"/>
            <a:ext cx="2834640" cy="347472"/>
          </a:xfrm>
          <a:prstGeom prst="rect">
            <a:avLst/>
          </a:prstGeom>
          <a:noFill/>
          <a:ln/>
        </p:spPr>
        <p:txBody>
          <a:bodyPr wrap="square" rtlCol="0" anchor="ctr"/>
          <a:lstStyle/>
          <a:p>
            <a:pPr indent="0" marL="0">
              <a:buNone/>
            </a:pPr>
            <a:r>
              <a:rPr lang="en-US" sz="1600" b="1" dirty="0">
                <a:solidFill>
                  <a:srgbClr val="2378BD"/>
                </a:solidFill>
                <a:latin typeface="Segoe UI Black" pitchFamily="34" charset="0"/>
                <a:ea typeface="Segoe UI Black" pitchFamily="34" charset="-122"/>
                <a:cs typeface="Segoe UI Black" pitchFamily="34" charset="-120"/>
              </a:rPr>
              <a:t>More variety</a:t>
            </a:r>
            <a:endParaRPr lang="en-US" sz="1600" dirty="0"/>
          </a:p>
        </p:txBody>
      </p:sp>
      <p:sp>
        <p:nvSpPr>
          <p:cNvPr id="8" name="Text 5"/>
          <p:cNvSpPr/>
          <p:nvPr/>
        </p:nvSpPr>
        <p:spPr>
          <a:xfrm>
            <a:off x="1234440" y="1636776"/>
            <a:ext cx="2880360" cy="457200"/>
          </a:xfrm>
          <a:prstGeom prst="rect">
            <a:avLst/>
          </a:prstGeom>
          <a:noFill/>
          <a:ln/>
        </p:spPr>
        <p:txBody>
          <a:bodyPr wrap="square" rtlCol="0" anchor="t"/>
          <a:lstStyle/>
          <a:p>
            <a:pPr indent="0" marL="0">
              <a:spcAft>
                <a:spcPts val="600"/>
              </a:spcAft>
              <a:buNone/>
            </a:pPr>
            <a:r>
              <a:rPr lang="en-US" sz="1150" dirty="0">
                <a:solidFill>
                  <a:srgbClr val="6F6785"/>
                </a:solidFill>
                <a:latin typeface="Calibri" pitchFamily="34" charset="0"/>
                <a:ea typeface="Calibri" pitchFamily="34" charset="-122"/>
                <a:cs typeface="Calibri" pitchFamily="34" charset="-120"/>
              </a:rPr>
              <a:t>Mangoes drawn every way you can think of, not just yours.</a:t>
            </a:r>
            <a:endParaRPr lang="en-US" sz="1150" dirty="0"/>
          </a:p>
        </p:txBody>
      </p:sp>
      <p:sp>
        <p:nvSpPr>
          <p:cNvPr id="9" name="Shape 6"/>
          <p:cNvSpPr/>
          <p:nvPr/>
        </p:nvSpPr>
        <p:spPr>
          <a:xfrm>
            <a:off x="457200" y="2286000"/>
            <a:ext cx="3749040" cy="877824"/>
          </a:xfrm>
          <a:prstGeom prst="roundRect">
            <a:avLst>
              <a:gd name="adj" fmla="val 18750"/>
            </a:avLst>
          </a:prstGeom>
          <a:solidFill>
            <a:srgbClr val="F0E4D0"/>
          </a:solidFill>
          <a:ln w="12700">
            <a:solidFill>
              <a:srgbClr val="F0E4D0"/>
            </a:solidFill>
            <a:prstDash val="solid"/>
          </a:ln>
        </p:spPr>
      </p:sp>
      <p:sp>
        <p:nvSpPr>
          <p:cNvPr id="10" name="Shape 7"/>
          <p:cNvSpPr/>
          <p:nvPr/>
        </p:nvSpPr>
        <p:spPr>
          <a:xfrm>
            <a:off x="457200" y="2221992"/>
            <a:ext cx="3749040" cy="877824"/>
          </a:xfrm>
          <a:prstGeom prst="roundRect">
            <a:avLst>
              <a:gd name="adj" fmla="val 18750"/>
            </a:avLst>
          </a:prstGeom>
          <a:solidFill>
            <a:srgbClr val="FFFFFF"/>
          </a:solidFill>
          <a:ln w="12700">
            <a:solidFill>
              <a:srgbClr val="FFFFFF"/>
            </a:solidFill>
            <a:prstDash val="solid"/>
          </a:ln>
        </p:spPr>
      </p:sp>
      <p:sp>
        <p:nvSpPr>
          <p:cNvPr id="11" name="Text 8"/>
          <p:cNvSpPr/>
          <p:nvPr/>
        </p:nvSpPr>
        <p:spPr>
          <a:xfrm>
            <a:off x="548640" y="2340864"/>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2" name="Text 9"/>
          <p:cNvSpPr/>
          <p:nvPr/>
        </p:nvSpPr>
        <p:spPr>
          <a:xfrm>
            <a:off x="1234440" y="2295144"/>
            <a:ext cx="2834640" cy="347472"/>
          </a:xfrm>
          <a:prstGeom prst="rect">
            <a:avLst/>
          </a:prstGeom>
          <a:noFill/>
          <a:ln/>
        </p:spPr>
        <p:txBody>
          <a:bodyPr wrap="square" rtlCol="0" anchor="ctr"/>
          <a:lstStyle/>
          <a:p>
            <a:pPr indent="0" marL="0">
              <a:buNone/>
            </a:pPr>
            <a:r>
              <a:rPr lang="en-US" sz="1600" b="1" dirty="0">
                <a:solidFill>
                  <a:srgbClr val="2378BD"/>
                </a:solidFill>
                <a:latin typeface="Segoe UI Black" pitchFamily="34" charset="0"/>
                <a:ea typeface="Segoe UI Black" pitchFamily="34" charset="-122"/>
                <a:cs typeface="Segoe UI Black" pitchFamily="34" charset="-120"/>
              </a:rPr>
              <a:t>Test on strangers</a:t>
            </a:r>
            <a:endParaRPr lang="en-US" sz="1600" dirty="0"/>
          </a:p>
        </p:txBody>
      </p:sp>
      <p:sp>
        <p:nvSpPr>
          <p:cNvPr id="13" name="Text 10"/>
          <p:cNvSpPr/>
          <p:nvPr/>
        </p:nvSpPr>
        <p:spPr>
          <a:xfrm>
            <a:off x="1234440" y="2624328"/>
            <a:ext cx="2880360" cy="457200"/>
          </a:xfrm>
          <a:prstGeom prst="rect">
            <a:avLst/>
          </a:prstGeom>
          <a:noFill/>
          <a:ln/>
        </p:spPr>
        <p:txBody>
          <a:bodyPr wrap="square" rtlCol="0" anchor="t"/>
          <a:lstStyle/>
          <a:p>
            <a:pPr indent="0" marL="0">
              <a:spcAft>
                <a:spcPts val="600"/>
              </a:spcAft>
              <a:buNone/>
            </a:pPr>
            <a:r>
              <a:rPr lang="en-US" sz="1150" dirty="0">
                <a:solidFill>
                  <a:srgbClr val="6F6785"/>
                </a:solidFill>
                <a:latin typeface="Calibri" pitchFamily="34" charset="0"/>
                <a:ea typeface="Calibri" pitchFamily="34" charset="-122"/>
                <a:cs typeface="Calibri" pitchFamily="34" charset="-120"/>
              </a:rPr>
              <a:t>Never trust a score on the examples it learned from.</a:t>
            </a:r>
            <a:endParaRPr lang="en-US" sz="1150" dirty="0"/>
          </a:p>
        </p:txBody>
      </p:sp>
      <p:sp>
        <p:nvSpPr>
          <p:cNvPr id="14" name="Shape 11"/>
          <p:cNvSpPr/>
          <p:nvPr/>
        </p:nvSpPr>
        <p:spPr>
          <a:xfrm>
            <a:off x="457200" y="3273552"/>
            <a:ext cx="3749040" cy="877824"/>
          </a:xfrm>
          <a:prstGeom prst="roundRect">
            <a:avLst>
              <a:gd name="adj" fmla="val 18750"/>
            </a:avLst>
          </a:prstGeom>
          <a:solidFill>
            <a:srgbClr val="F0E4D0"/>
          </a:solidFill>
          <a:ln w="12700">
            <a:solidFill>
              <a:srgbClr val="F0E4D0"/>
            </a:solidFill>
            <a:prstDash val="solid"/>
          </a:ln>
        </p:spPr>
      </p:sp>
      <p:sp>
        <p:nvSpPr>
          <p:cNvPr id="15" name="Shape 12"/>
          <p:cNvSpPr/>
          <p:nvPr/>
        </p:nvSpPr>
        <p:spPr>
          <a:xfrm>
            <a:off x="457200" y="3209544"/>
            <a:ext cx="3749040" cy="877824"/>
          </a:xfrm>
          <a:prstGeom prst="roundRect">
            <a:avLst>
              <a:gd name="adj" fmla="val 18750"/>
            </a:avLst>
          </a:prstGeom>
          <a:solidFill>
            <a:srgbClr val="FFFFFF"/>
          </a:solidFill>
          <a:ln w="12700">
            <a:solidFill>
              <a:srgbClr val="FFFFFF"/>
            </a:solidFill>
            <a:prstDash val="solid"/>
          </a:ln>
        </p:spPr>
      </p:sp>
      <p:sp>
        <p:nvSpPr>
          <p:cNvPr id="16" name="Text 13"/>
          <p:cNvSpPr/>
          <p:nvPr/>
        </p:nvSpPr>
        <p:spPr>
          <a:xfrm>
            <a:off x="548640" y="3328416"/>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7" name="Text 14"/>
          <p:cNvSpPr/>
          <p:nvPr/>
        </p:nvSpPr>
        <p:spPr>
          <a:xfrm>
            <a:off x="1234440" y="3282696"/>
            <a:ext cx="2834640" cy="347472"/>
          </a:xfrm>
          <a:prstGeom prst="rect">
            <a:avLst/>
          </a:prstGeom>
          <a:noFill/>
          <a:ln/>
        </p:spPr>
        <p:txBody>
          <a:bodyPr wrap="square" rtlCol="0" anchor="ctr"/>
          <a:lstStyle/>
          <a:p>
            <a:pPr indent="0" marL="0">
              <a:buNone/>
            </a:pPr>
            <a:r>
              <a:rPr lang="en-US" sz="1600" b="1" dirty="0">
                <a:solidFill>
                  <a:srgbClr val="2378BD"/>
                </a:solidFill>
                <a:latin typeface="Segoe UI Black" pitchFamily="34" charset="0"/>
                <a:ea typeface="Segoe UI Black" pitchFamily="34" charset="-122"/>
                <a:cs typeface="Segoe UI Black" pitchFamily="34" charset="-120"/>
              </a:rPr>
              <a:t>Ask who's missing</a:t>
            </a:r>
            <a:endParaRPr lang="en-US" sz="1600" dirty="0"/>
          </a:p>
        </p:txBody>
      </p:sp>
      <p:sp>
        <p:nvSpPr>
          <p:cNvPr id="18" name="Text 15"/>
          <p:cNvSpPr/>
          <p:nvPr/>
        </p:nvSpPr>
        <p:spPr>
          <a:xfrm>
            <a:off x="1234440" y="3611880"/>
            <a:ext cx="2880360" cy="457200"/>
          </a:xfrm>
          <a:prstGeom prst="rect">
            <a:avLst/>
          </a:prstGeom>
          <a:noFill/>
          <a:ln/>
        </p:spPr>
        <p:txBody>
          <a:bodyPr wrap="square" rtlCol="0" anchor="t"/>
          <a:lstStyle/>
          <a:p>
            <a:pPr indent="0" marL="0">
              <a:spcAft>
                <a:spcPts val="600"/>
              </a:spcAft>
              <a:buNone/>
            </a:pPr>
            <a:r>
              <a:rPr lang="en-US" sz="1150" dirty="0">
                <a:solidFill>
                  <a:srgbClr val="6F6785"/>
                </a:solidFill>
                <a:latin typeface="Calibri" pitchFamily="34" charset="0"/>
                <a:ea typeface="Calibri" pitchFamily="34" charset="-122"/>
                <a:cs typeface="Calibri" pitchFamily="34" charset="-120"/>
              </a:rPr>
              <a:t>Before you build: whose examples are not in here?</a:t>
            </a:r>
            <a:endParaRPr lang="en-US" sz="1150" dirty="0"/>
          </a:p>
        </p:txBody>
      </p:sp>
      <p:pic>
        <p:nvPicPr>
          <p:cNvPr id="19" name="Image 0" descr="slides/img/tournament-projector.png">    </p:cNvPr>
          <p:cNvPicPr>
            <a:picLocks noChangeAspect="1"/>
          </p:cNvPicPr>
          <p:nvPr/>
        </p:nvPicPr>
        <p:blipFill>
          <a:blip r:embed="rId1"/>
          <a:srcRect l="0" r="0" t="0" b="0"/>
          <a:stretch/>
        </p:blipFill>
        <p:spPr>
          <a:xfrm>
            <a:off x="4480560" y="1234440"/>
            <a:ext cx="4206240" cy="2651760"/>
          </a:xfrm>
          <a:prstGeom prst="rect">
            <a:avLst/>
          </a:prstGeom>
        </p:spPr>
      </p:pic>
      <p:sp>
        <p:nvSpPr>
          <p:cNvPr id="20" name="Text 16"/>
          <p:cNvSpPr/>
          <p:nvPr/>
        </p:nvSpPr>
        <p:spPr>
          <a:xfrm>
            <a:off x="4480560" y="3931920"/>
            <a:ext cx="4206240" cy="548640"/>
          </a:xfrm>
          <a:prstGeom prst="rect">
            <a:avLst/>
          </a:prstGeom>
          <a:noFill/>
          <a:ln/>
        </p:spPr>
        <p:txBody>
          <a:bodyPr wrap="square" rtlCol="0" anchor="t"/>
          <a:lstStyle/>
          <a:p>
            <a:pPr indent="0" marL="0">
              <a:spcAft>
                <a:spcPts val="600"/>
              </a:spcAft>
              <a:buNone/>
            </a:pPr>
            <a:r>
              <a:rPr lang="en-US" sz="1250" dirty="0">
                <a:solidFill>
                  <a:srgbClr val="6F6785"/>
                </a:solidFill>
                <a:latin typeface="Calibri" pitchFamily="34" charset="0"/>
                <a:ea typeface="Calibri" pitchFamily="34" charset="-122"/>
                <a:cs typeface="Calibri" pitchFamily="34" charset="-120"/>
              </a:rPr>
              <a:t>Round 2 in the app: every team that added other teams' styles climbed. Same machine, wider view.</a:t>
            </a:r>
            <a:endParaRPr lang="en-US" sz="125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p:nvPr/>
        </p:nvSpPr>
        <p:spPr>
          <a:xfrm>
            <a:off x="457200" y="548640"/>
            <a:ext cx="8229600" cy="457200"/>
          </a:xfrm>
          <a:prstGeom prst="rect">
            <a:avLst/>
          </a:prstGeom>
          <a:noFill/>
          <a:ln/>
        </p:spPr>
        <p:txBody>
          <a:bodyPr wrap="square" rtlCol="0" anchor="ctr"/>
          <a:lstStyle/>
          <a:p>
            <a:pPr algn="ctr" indent="0" marL="0">
              <a:buNone/>
            </a:pPr>
            <a:r>
              <a:rPr lang="en-US" sz="1400" b="1" dirty="0">
                <a:solidFill>
                  <a:srgbClr val="D9651F"/>
                </a:solidFill>
                <a:latin typeface="Calibri" pitchFamily="34" charset="0"/>
                <a:ea typeface="Calibri" pitchFamily="34" charset="-122"/>
                <a:cs typeface="Calibri" pitchFamily="34" charset="-120"/>
              </a:rPr>
              <a:t>Exit question</a:t>
            </a:r>
            <a:endParaRPr lang="en-US" sz="1400" dirty="0"/>
          </a:p>
        </p:txBody>
      </p:sp>
      <p:sp>
        <p:nvSpPr>
          <p:cNvPr id="4" name="Shape 1"/>
          <p:cNvSpPr/>
          <p:nvPr/>
        </p:nvSpPr>
        <p:spPr>
          <a:xfrm>
            <a:off x="1097280" y="1252728"/>
            <a:ext cx="6949440" cy="2377440"/>
          </a:xfrm>
          <a:prstGeom prst="roundRect">
            <a:avLst>
              <a:gd name="adj" fmla="val 6923"/>
            </a:avLst>
          </a:prstGeom>
          <a:solidFill>
            <a:srgbClr val="F0E4D0"/>
          </a:solidFill>
          <a:ln w="12700">
            <a:solidFill>
              <a:srgbClr val="F0E4D0"/>
            </a:solidFill>
            <a:prstDash val="solid"/>
          </a:ln>
        </p:spPr>
      </p:sp>
      <p:sp>
        <p:nvSpPr>
          <p:cNvPr id="5" name="Shape 2"/>
          <p:cNvSpPr/>
          <p:nvPr/>
        </p:nvSpPr>
        <p:spPr>
          <a:xfrm>
            <a:off x="1097280" y="1188720"/>
            <a:ext cx="6949440" cy="2377440"/>
          </a:xfrm>
          <a:prstGeom prst="roundRect">
            <a:avLst>
              <a:gd name="adj" fmla="val 6923"/>
            </a:avLst>
          </a:prstGeom>
          <a:solidFill>
            <a:srgbClr val="FFFFFF"/>
          </a:solidFill>
          <a:ln w="12700">
            <a:solidFill>
              <a:srgbClr val="FFFFFF"/>
            </a:solidFill>
            <a:prstDash val="solid"/>
          </a:ln>
        </p:spPr>
      </p:sp>
      <p:sp>
        <p:nvSpPr>
          <p:cNvPr id="6" name="Text 3"/>
          <p:cNvSpPr/>
          <p:nvPr/>
        </p:nvSpPr>
        <p:spPr>
          <a:xfrm>
            <a:off x="1280160" y="1280160"/>
            <a:ext cx="6583680" cy="2194560"/>
          </a:xfrm>
          <a:prstGeom prst="rect">
            <a:avLst/>
          </a:prstGeom>
          <a:noFill/>
          <a:ln/>
        </p:spPr>
        <p:txBody>
          <a:bodyPr wrap="square" rtlCol="0" anchor="ctr"/>
          <a:lstStyle/>
          <a:p>
            <a:pPr algn="ctr" indent="0" marL="0">
              <a:buNone/>
            </a:pPr>
            <a:r>
              <a:rPr lang="en-US" sz="2800" b="1" dirty="0">
                <a:solidFill>
                  <a:srgbClr val="2A2140"/>
                </a:solidFill>
                <a:latin typeface="Segoe UI Black" pitchFamily="34" charset="0"/>
                <a:ea typeface="Segoe UI Black" pitchFamily="34" charset="-122"/>
                <a:cs typeface="Segoe UI Black" pitchFamily="34" charset="-120"/>
              </a:rPr>
              <a:t>Name one app that learns from you.</a:t>
            </a:r>
            <a:endParaRPr lang="en-US" sz="2800" dirty="0"/>
          </a:p>
          <a:p>
            <a:pPr algn="ctr" indent="0" marL="0">
              <a:buNone/>
            </a:pPr>
            <a:r>
              <a:rPr lang="en-US" sz="2800" b="1" dirty="0">
                <a:solidFill>
                  <a:srgbClr val="2A2140"/>
                </a:solidFill>
                <a:latin typeface="Segoe UI Black" pitchFamily="34" charset="0"/>
                <a:ea typeface="Segoe UI Black" pitchFamily="34" charset="-122"/>
                <a:cs typeface="Segoe UI Black" pitchFamily="34" charset="-120"/>
              </a:rPr>
              <a:t>Whose examples did it learn from?</a:t>
            </a:r>
            <a:endParaRPr lang="en-US" sz="2800" dirty="0"/>
          </a:p>
          <a:p>
            <a:pPr algn="ctr" indent="0" marL="0">
              <a:buNone/>
            </a:pPr>
            <a:r>
              <a:rPr lang="en-US" sz="2800" b="1" dirty="0">
                <a:solidFill>
                  <a:srgbClr val="2A2140"/>
                </a:solidFill>
                <a:latin typeface="Segoe UI Black" pitchFamily="34" charset="0"/>
                <a:ea typeface="Segoe UI Black" pitchFamily="34" charset="-122"/>
                <a:cs typeface="Segoe UI Black" pitchFamily="34" charset="-120"/>
              </a:rPr>
              <a:t>Who is missing?</a:t>
            </a:r>
            <a:endParaRPr lang="en-US" sz="2800" dirty="0"/>
          </a:p>
        </p:txBody>
      </p:sp>
      <p:sp>
        <p:nvSpPr>
          <p:cNvPr id="7" name="Text 4"/>
          <p:cNvSpPr/>
          <p:nvPr/>
        </p:nvSpPr>
        <p:spPr>
          <a:xfrm>
            <a:off x="457200" y="3794760"/>
            <a:ext cx="8229600" cy="457200"/>
          </a:xfrm>
          <a:prstGeom prst="rect">
            <a:avLst/>
          </a:prstGeom>
          <a:noFill/>
          <a:ln/>
        </p:spPr>
        <p:txBody>
          <a:bodyPr wrap="square" rtlCol="0" anchor="t"/>
          <a:lstStyle/>
          <a:p>
            <a:pPr algn="ctr" indent="0" marL="0">
              <a:buNone/>
            </a:pPr>
            <a:r>
              <a:rPr lang="en-US" sz="1600" dirty="0">
                <a:solidFill>
                  <a:srgbClr val="6F6785"/>
                </a:solidFill>
                <a:latin typeface="Calibri" pitchFamily="34" charset="0"/>
                <a:ea typeface="Calibri" pitchFamily="34" charset="-122"/>
                <a:cs typeface="Calibri" pitchFamily="34" charset="-120"/>
              </a:rPr>
              <a:t>One line each. Bring it next lesson.</a:t>
            </a:r>
            <a:endParaRPr lang="en-US" sz="1600" dirty="0"/>
          </a:p>
        </p:txBody>
      </p:sp>
      <p:sp>
        <p:nvSpPr>
          <p:cNvPr id="8" name="Shape 5"/>
          <p:cNvSpPr/>
          <p:nvPr/>
        </p:nvSpPr>
        <p:spPr>
          <a:xfrm>
            <a:off x="265176" y="3785616"/>
            <a:ext cx="932688" cy="932688"/>
          </a:xfrm>
          <a:prstGeom prst="roundRect">
            <a:avLst>
              <a:gd name="adj" fmla="val 9804"/>
            </a:avLst>
          </a:prstGeom>
          <a:solidFill>
            <a:srgbClr val="FFFFFF"/>
          </a:solidFill>
          <a:ln w="19050">
            <a:solidFill>
              <a:srgbClr val="F0E4D0"/>
            </a:solidFill>
            <a:prstDash val="solid"/>
          </a:ln>
        </p:spPr>
      </p:sp>
      <p:sp>
        <p:nvSpPr>
          <p:cNvPr id="9" name="Shape 6"/>
          <p:cNvSpPr/>
          <p:nvPr/>
        </p:nvSpPr>
        <p:spPr>
          <a:xfrm>
            <a:off x="731520" y="3840480"/>
            <a:ext cx="51435" cy="51435"/>
          </a:xfrm>
          <a:prstGeom prst="rect">
            <a:avLst/>
          </a:prstGeom>
          <a:solidFill>
            <a:srgbClr val="D9651F"/>
          </a:solidFill>
          <a:ln w="12700">
            <a:solidFill>
              <a:srgbClr val="D9651F"/>
            </a:solidFill>
            <a:prstDash val="solid"/>
          </a:ln>
        </p:spPr>
      </p:sp>
      <p:sp>
        <p:nvSpPr>
          <p:cNvPr id="10" name="Shape 7"/>
          <p:cNvSpPr/>
          <p:nvPr/>
        </p:nvSpPr>
        <p:spPr>
          <a:xfrm>
            <a:off x="731520" y="3943350"/>
            <a:ext cx="51435" cy="51435"/>
          </a:xfrm>
          <a:prstGeom prst="rect">
            <a:avLst/>
          </a:prstGeom>
          <a:solidFill>
            <a:srgbClr val="D9651F"/>
          </a:solidFill>
          <a:ln w="12700">
            <a:solidFill>
              <a:srgbClr val="D9651F"/>
            </a:solidFill>
            <a:prstDash val="solid"/>
          </a:ln>
        </p:spPr>
      </p:sp>
      <p:sp>
        <p:nvSpPr>
          <p:cNvPr id="11" name="Shape 8"/>
          <p:cNvSpPr/>
          <p:nvPr/>
        </p:nvSpPr>
        <p:spPr>
          <a:xfrm>
            <a:off x="988695" y="3943350"/>
            <a:ext cx="51435" cy="51435"/>
          </a:xfrm>
          <a:prstGeom prst="rect">
            <a:avLst/>
          </a:prstGeom>
          <a:solidFill>
            <a:srgbClr val="6F6785"/>
          </a:solidFill>
          <a:ln w="12700">
            <a:solidFill>
              <a:srgbClr val="6F6785"/>
            </a:solidFill>
            <a:prstDash val="solid"/>
          </a:ln>
        </p:spPr>
      </p:sp>
      <p:sp>
        <p:nvSpPr>
          <p:cNvPr id="12" name="Shape 9"/>
          <p:cNvSpPr/>
          <p:nvPr/>
        </p:nvSpPr>
        <p:spPr>
          <a:xfrm>
            <a:off x="731520" y="3994785"/>
            <a:ext cx="51435" cy="51435"/>
          </a:xfrm>
          <a:prstGeom prst="rect">
            <a:avLst/>
          </a:prstGeom>
          <a:solidFill>
            <a:srgbClr val="D9651F"/>
          </a:solidFill>
          <a:ln w="12700">
            <a:solidFill>
              <a:srgbClr val="D9651F"/>
            </a:solidFill>
            <a:prstDash val="solid"/>
          </a:ln>
        </p:spPr>
      </p:sp>
      <p:sp>
        <p:nvSpPr>
          <p:cNvPr id="13" name="Shape 10"/>
          <p:cNvSpPr/>
          <p:nvPr/>
        </p:nvSpPr>
        <p:spPr>
          <a:xfrm>
            <a:off x="782955" y="3994785"/>
            <a:ext cx="51435" cy="51435"/>
          </a:xfrm>
          <a:prstGeom prst="rect">
            <a:avLst/>
          </a:prstGeom>
          <a:solidFill>
            <a:srgbClr val="D9651F"/>
          </a:solidFill>
          <a:ln w="12700">
            <a:solidFill>
              <a:srgbClr val="D9651F"/>
            </a:solidFill>
            <a:prstDash val="solid"/>
          </a:ln>
        </p:spPr>
      </p:sp>
      <p:sp>
        <p:nvSpPr>
          <p:cNvPr id="14" name="Shape 11"/>
          <p:cNvSpPr/>
          <p:nvPr/>
        </p:nvSpPr>
        <p:spPr>
          <a:xfrm>
            <a:off x="834390" y="3994785"/>
            <a:ext cx="51435" cy="51435"/>
          </a:xfrm>
          <a:prstGeom prst="rect">
            <a:avLst/>
          </a:prstGeom>
          <a:solidFill>
            <a:srgbClr val="D9651F"/>
          </a:solidFill>
          <a:ln w="12700">
            <a:solidFill>
              <a:srgbClr val="D9651F"/>
            </a:solidFill>
            <a:prstDash val="solid"/>
          </a:ln>
        </p:spPr>
      </p:sp>
      <p:sp>
        <p:nvSpPr>
          <p:cNvPr id="15" name="Shape 12"/>
          <p:cNvSpPr/>
          <p:nvPr/>
        </p:nvSpPr>
        <p:spPr>
          <a:xfrm>
            <a:off x="577215" y="4046220"/>
            <a:ext cx="51435" cy="51435"/>
          </a:xfrm>
          <a:prstGeom prst="rect">
            <a:avLst/>
          </a:prstGeom>
          <a:solidFill>
            <a:srgbClr val="D9651F"/>
          </a:solidFill>
          <a:ln w="12700">
            <a:solidFill>
              <a:srgbClr val="D9651F"/>
            </a:solidFill>
            <a:prstDash val="solid"/>
          </a:ln>
        </p:spPr>
      </p:sp>
      <p:sp>
        <p:nvSpPr>
          <p:cNvPr id="16" name="Shape 13"/>
          <p:cNvSpPr/>
          <p:nvPr/>
        </p:nvSpPr>
        <p:spPr>
          <a:xfrm>
            <a:off x="628650" y="4046220"/>
            <a:ext cx="51435" cy="51435"/>
          </a:xfrm>
          <a:prstGeom prst="rect">
            <a:avLst/>
          </a:prstGeom>
          <a:solidFill>
            <a:srgbClr val="D9651F"/>
          </a:solidFill>
          <a:ln w="12700">
            <a:solidFill>
              <a:srgbClr val="D9651F"/>
            </a:solidFill>
            <a:prstDash val="solid"/>
          </a:ln>
        </p:spPr>
      </p:sp>
      <p:sp>
        <p:nvSpPr>
          <p:cNvPr id="17" name="Shape 14"/>
          <p:cNvSpPr/>
          <p:nvPr/>
        </p:nvSpPr>
        <p:spPr>
          <a:xfrm>
            <a:off x="680085" y="4046220"/>
            <a:ext cx="51435" cy="51435"/>
          </a:xfrm>
          <a:prstGeom prst="rect">
            <a:avLst/>
          </a:prstGeom>
          <a:solidFill>
            <a:srgbClr val="D9651F"/>
          </a:solidFill>
          <a:ln w="12700">
            <a:solidFill>
              <a:srgbClr val="D9651F"/>
            </a:solidFill>
            <a:prstDash val="solid"/>
          </a:ln>
        </p:spPr>
      </p:sp>
      <p:sp>
        <p:nvSpPr>
          <p:cNvPr id="18" name="Shape 15"/>
          <p:cNvSpPr/>
          <p:nvPr/>
        </p:nvSpPr>
        <p:spPr>
          <a:xfrm>
            <a:off x="731520" y="4046220"/>
            <a:ext cx="51435" cy="51435"/>
          </a:xfrm>
          <a:prstGeom prst="rect">
            <a:avLst/>
          </a:prstGeom>
          <a:solidFill>
            <a:srgbClr val="D9651F"/>
          </a:solidFill>
          <a:ln w="12700">
            <a:solidFill>
              <a:srgbClr val="D9651F"/>
            </a:solidFill>
            <a:prstDash val="solid"/>
          </a:ln>
        </p:spPr>
      </p:sp>
      <p:sp>
        <p:nvSpPr>
          <p:cNvPr id="19" name="Shape 16"/>
          <p:cNvSpPr/>
          <p:nvPr/>
        </p:nvSpPr>
        <p:spPr>
          <a:xfrm>
            <a:off x="782955" y="4046220"/>
            <a:ext cx="51435" cy="51435"/>
          </a:xfrm>
          <a:prstGeom prst="rect">
            <a:avLst/>
          </a:prstGeom>
          <a:solidFill>
            <a:srgbClr val="D9651F"/>
          </a:solidFill>
          <a:ln w="12700">
            <a:solidFill>
              <a:srgbClr val="D9651F"/>
            </a:solidFill>
            <a:prstDash val="solid"/>
          </a:ln>
        </p:spPr>
      </p:sp>
      <p:sp>
        <p:nvSpPr>
          <p:cNvPr id="20" name="Shape 17"/>
          <p:cNvSpPr/>
          <p:nvPr/>
        </p:nvSpPr>
        <p:spPr>
          <a:xfrm>
            <a:off x="834390" y="4046220"/>
            <a:ext cx="51435" cy="51435"/>
          </a:xfrm>
          <a:prstGeom prst="rect">
            <a:avLst/>
          </a:prstGeom>
          <a:solidFill>
            <a:srgbClr val="D9651F"/>
          </a:solidFill>
          <a:ln w="12700">
            <a:solidFill>
              <a:srgbClr val="D9651F"/>
            </a:solidFill>
            <a:prstDash val="solid"/>
          </a:ln>
        </p:spPr>
      </p:sp>
      <p:sp>
        <p:nvSpPr>
          <p:cNvPr id="21" name="Shape 18"/>
          <p:cNvSpPr/>
          <p:nvPr/>
        </p:nvSpPr>
        <p:spPr>
          <a:xfrm>
            <a:off x="885825" y="4046220"/>
            <a:ext cx="51435" cy="51435"/>
          </a:xfrm>
          <a:prstGeom prst="rect">
            <a:avLst/>
          </a:prstGeom>
          <a:solidFill>
            <a:srgbClr val="D9651F"/>
          </a:solidFill>
          <a:ln w="12700">
            <a:solidFill>
              <a:srgbClr val="D9651F"/>
            </a:solidFill>
            <a:prstDash val="solid"/>
          </a:ln>
        </p:spPr>
      </p:sp>
      <p:sp>
        <p:nvSpPr>
          <p:cNvPr id="22" name="Shape 19"/>
          <p:cNvSpPr/>
          <p:nvPr/>
        </p:nvSpPr>
        <p:spPr>
          <a:xfrm>
            <a:off x="937260" y="4046220"/>
            <a:ext cx="51435" cy="51435"/>
          </a:xfrm>
          <a:prstGeom prst="rect">
            <a:avLst/>
          </a:prstGeom>
          <a:solidFill>
            <a:srgbClr val="D9651F"/>
          </a:solidFill>
          <a:ln w="12700">
            <a:solidFill>
              <a:srgbClr val="D9651F"/>
            </a:solidFill>
            <a:prstDash val="solid"/>
          </a:ln>
        </p:spPr>
      </p:sp>
      <p:sp>
        <p:nvSpPr>
          <p:cNvPr id="23" name="Shape 20"/>
          <p:cNvSpPr/>
          <p:nvPr/>
        </p:nvSpPr>
        <p:spPr>
          <a:xfrm>
            <a:off x="525780" y="4097655"/>
            <a:ext cx="51435" cy="51435"/>
          </a:xfrm>
          <a:prstGeom prst="rect">
            <a:avLst/>
          </a:prstGeom>
          <a:solidFill>
            <a:srgbClr val="D9651F"/>
          </a:solidFill>
          <a:ln w="12700">
            <a:solidFill>
              <a:srgbClr val="D9651F"/>
            </a:solidFill>
            <a:prstDash val="solid"/>
          </a:ln>
        </p:spPr>
      </p:sp>
      <p:sp>
        <p:nvSpPr>
          <p:cNvPr id="24" name="Shape 21"/>
          <p:cNvSpPr/>
          <p:nvPr/>
        </p:nvSpPr>
        <p:spPr>
          <a:xfrm>
            <a:off x="577215" y="4097655"/>
            <a:ext cx="51435" cy="51435"/>
          </a:xfrm>
          <a:prstGeom prst="rect">
            <a:avLst/>
          </a:prstGeom>
          <a:solidFill>
            <a:srgbClr val="D9651F"/>
          </a:solidFill>
          <a:ln w="12700">
            <a:solidFill>
              <a:srgbClr val="D9651F"/>
            </a:solidFill>
            <a:prstDash val="solid"/>
          </a:ln>
        </p:spPr>
      </p:sp>
      <p:sp>
        <p:nvSpPr>
          <p:cNvPr id="25" name="Shape 22"/>
          <p:cNvSpPr/>
          <p:nvPr/>
        </p:nvSpPr>
        <p:spPr>
          <a:xfrm>
            <a:off x="628650" y="4097655"/>
            <a:ext cx="51435" cy="51435"/>
          </a:xfrm>
          <a:prstGeom prst="rect">
            <a:avLst/>
          </a:prstGeom>
          <a:solidFill>
            <a:srgbClr val="D9651F"/>
          </a:solidFill>
          <a:ln w="12700">
            <a:solidFill>
              <a:srgbClr val="D9651F"/>
            </a:solidFill>
            <a:prstDash val="solid"/>
          </a:ln>
        </p:spPr>
      </p:sp>
      <p:sp>
        <p:nvSpPr>
          <p:cNvPr id="26" name="Shape 23"/>
          <p:cNvSpPr/>
          <p:nvPr/>
        </p:nvSpPr>
        <p:spPr>
          <a:xfrm>
            <a:off x="885825" y="4097655"/>
            <a:ext cx="51435" cy="51435"/>
          </a:xfrm>
          <a:prstGeom prst="rect">
            <a:avLst/>
          </a:prstGeom>
          <a:solidFill>
            <a:srgbClr val="D9651F"/>
          </a:solidFill>
          <a:ln w="12700">
            <a:solidFill>
              <a:srgbClr val="D9651F"/>
            </a:solidFill>
            <a:prstDash val="solid"/>
          </a:ln>
        </p:spPr>
      </p:sp>
      <p:sp>
        <p:nvSpPr>
          <p:cNvPr id="27" name="Shape 24"/>
          <p:cNvSpPr/>
          <p:nvPr/>
        </p:nvSpPr>
        <p:spPr>
          <a:xfrm>
            <a:off x="937260" y="4097655"/>
            <a:ext cx="51435" cy="51435"/>
          </a:xfrm>
          <a:prstGeom prst="rect">
            <a:avLst/>
          </a:prstGeom>
          <a:solidFill>
            <a:srgbClr val="D9651F"/>
          </a:solidFill>
          <a:ln w="12700">
            <a:solidFill>
              <a:srgbClr val="D9651F"/>
            </a:solidFill>
            <a:prstDash val="solid"/>
          </a:ln>
        </p:spPr>
      </p:sp>
      <p:sp>
        <p:nvSpPr>
          <p:cNvPr id="28" name="Shape 25"/>
          <p:cNvSpPr/>
          <p:nvPr/>
        </p:nvSpPr>
        <p:spPr>
          <a:xfrm>
            <a:off x="988695" y="4097655"/>
            <a:ext cx="51435" cy="51435"/>
          </a:xfrm>
          <a:prstGeom prst="rect">
            <a:avLst/>
          </a:prstGeom>
          <a:solidFill>
            <a:srgbClr val="D9651F"/>
          </a:solidFill>
          <a:ln w="12700">
            <a:solidFill>
              <a:srgbClr val="D9651F"/>
            </a:solidFill>
            <a:prstDash val="solid"/>
          </a:ln>
        </p:spPr>
      </p:sp>
      <p:sp>
        <p:nvSpPr>
          <p:cNvPr id="29" name="Shape 26"/>
          <p:cNvSpPr/>
          <p:nvPr/>
        </p:nvSpPr>
        <p:spPr>
          <a:xfrm>
            <a:off x="525780" y="4149090"/>
            <a:ext cx="51435" cy="51435"/>
          </a:xfrm>
          <a:prstGeom prst="rect">
            <a:avLst/>
          </a:prstGeom>
          <a:solidFill>
            <a:srgbClr val="D9651F"/>
          </a:solidFill>
          <a:ln w="12700">
            <a:solidFill>
              <a:srgbClr val="D9651F"/>
            </a:solidFill>
            <a:prstDash val="solid"/>
          </a:ln>
        </p:spPr>
      </p:sp>
      <p:sp>
        <p:nvSpPr>
          <p:cNvPr id="30" name="Shape 27"/>
          <p:cNvSpPr/>
          <p:nvPr/>
        </p:nvSpPr>
        <p:spPr>
          <a:xfrm>
            <a:off x="577215" y="4149090"/>
            <a:ext cx="51435" cy="51435"/>
          </a:xfrm>
          <a:prstGeom prst="rect">
            <a:avLst/>
          </a:prstGeom>
          <a:solidFill>
            <a:srgbClr val="D9651F"/>
          </a:solidFill>
          <a:ln w="12700">
            <a:solidFill>
              <a:srgbClr val="D9651F"/>
            </a:solidFill>
            <a:prstDash val="solid"/>
          </a:ln>
        </p:spPr>
      </p:sp>
      <p:sp>
        <p:nvSpPr>
          <p:cNvPr id="31" name="Shape 28"/>
          <p:cNvSpPr/>
          <p:nvPr/>
        </p:nvSpPr>
        <p:spPr>
          <a:xfrm>
            <a:off x="937260" y="4149090"/>
            <a:ext cx="51435" cy="51435"/>
          </a:xfrm>
          <a:prstGeom prst="rect">
            <a:avLst/>
          </a:prstGeom>
          <a:solidFill>
            <a:srgbClr val="D9651F"/>
          </a:solidFill>
          <a:ln w="12700">
            <a:solidFill>
              <a:srgbClr val="D9651F"/>
            </a:solidFill>
            <a:prstDash val="solid"/>
          </a:ln>
        </p:spPr>
      </p:sp>
      <p:sp>
        <p:nvSpPr>
          <p:cNvPr id="32" name="Shape 29"/>
          <p:cNvSpPr/>
          <p:nvPr/>
        </p:nvSpPr>
        <p:spPr>
          <a:xfrm>
            <a:off x="988695" y="4149090"/>
            <a:ext cx="51435" cy="51435"/>
          </a:xfrm>
          <a:prstGeom prst="rect">
            <a:avLst/>
          </a:prstGeom>
          <a:solidFill>
            <a:srgbClr val="D9651F"/>
          </a:solidFill>
          <a:ln w="12700">
            <a:solidFill>
              <a:srgbClr val="D9651F"/>
            </a:solidFill>
            <a:prstDash val="solid"/>
          </a:ln>
        </p:spPr>
      </p:sp>
      <p:sp>
        <p:nvSpPr>
          <p:cNvPr id="33" name="Shape 30"/>
          <p:cNvSpPr/>
          <p:nvPr/>
        </p:nvSpPr>
        <p:spPr>
          <a:xfrm>
            <a:off x="1040130" y="4149090"/>
            <a:ext cx="51435" cy="51435"/>
          </a:xfrm>
          <a:prstGeom prst="rect">
            <a:avLst/>
          </a:prstGeom>
          <a:solidFill>
            <a:srgbClr val="D9651F"/>
          </a:solidFill>
          <a:ln w="12700">
            <a:solidFill>
              <a:srgbClr val="D9651F"/>
            </a:solidFill>
            <a:prstDash val="solid"/>
          </a:ln>
        </p:spPr>
      </p:sp>
      <p:sp>
        <p:nvSpPr>
          <p:cNvPr id="34" name="Shape 31"/>
          <p:cNvSpPr/>
          <p:nvPr/>
        </p:nvSpPr>
        <p:spPr>
          <a:xfrm>
            <a:off x="474345" y="4200525"/>
            <a:ext cx="51435" cy="51435"/>
          </a:xfrm>
          <a:prstGeom prst="rect">
            <a:avLst/>
          </a:prstGeom>
          <a:solidFill>
            <a:srgbClr val="D9651F"/>
          </a:solidFill>
          <a:ln w="12700">
            <a:solidFill>
              <a:srgbClr val="D9651F"/>
            </a:solidFill>
            <a:prstDash val="solid"/>
          </a:ln>
        </p:spPr>
      </p:sp>
      <p:sp>
        <p:nvSpPr>
          <p:cNvPr id="35" name="Shape 32"/>
          <p:cNvSpPr/>
          <p:nvPr/>
        </p:nvSpPr>
        <p:spPr>
          <a:xfrm>
            <a:off x="525780" y="4200525"/>
            <a:ext cx="51435" cy="51435"/>
          </a:xfrm>
          <a:prstGeom prst="rect">
            <a:avLst/>
          </a:prstGeom>
          <a:solidFill>
            <a:srgbClr val="D9651F"/>
          </a:solidFill>
          <a:ln w="12700">
            <a:solidFill>
              <a:srgbClr val="D9651F"/>
            </a:solidFill>
            <a:prstDash val="solid"/>
          </a:ln>
        </p:spPr>
      </p:sp>
      <p:sp>
        <p:nvSpPr>
          <p:cNvPr id="36" name="Shape 33"/>
          <p:cNvSpPr/>
          <p:nvPr/>
        </p:nvSpPr>
        <p:spPr>
          <a:xfrm>
            <a:off x="988695" y="4200525"/>
            <a:ext cx="51435" cy="51435"/>
          </a:xfrm>
          <a:prstGeom prst="rect">
            <a:avLst/>
          </a:prstGeom>
          <a:solidFill>
            <a:srgbClr val="D9651F"/>
          </a:solidFill>
          <a:ln w="12700">
            <a:solidFill>
              <a:srgbClr val="D9651F"/>
            </a:solidFill>
            <a:prstDash val="solid"/>
          </a:ln>
        </p:spPr>
      </p:sp>
      <p:sp>
        <p:nvSpPr>
          <p:cNvPr id="37" name="Shape 34"/>
          <p:cNvSpPr/>
          <p:nvPr/>
        </p:nvSpPr>
        <p:spPr>
          <a:xfrm>
            <a:off x="1040130" y="4200525"/>
            <a:ext cx="51435" cy="51435"/>
          </a:xfrm>
          <a:prstGeom prst="rect">
            <a:avLst/>
          </a:prstGeom>
          <a:solidFill>
            <a:srgbClr val="D9651F"/>
          </a:solidFill>
          <a:ln w="12700">
            <a:solidFill>
              <a:srgbClr val="D9651F"/>
            </a:solidFill>
            <a:prstDash val="solid"/>
          </a:ln>
        </p:spPr>
      </p:sp>
      <p:sp>
        <p:nvSpPr>
          <p:cNvPr id="38" name="Shape 35"/>
          <p:cNvSpPr/>
          <p:nvPr/>
        </p:nvSpPr>
        <p:spPr>
          <a:xfrm>
            <a:off x="474345" y="4251960"/>
            <a:ext cx="51435" cy="51435"/>
          </a:xfrm>
          <a:prstGeom prst="rect">
            <a:avLst/>
          </a:prstGeom>
          <a:solidFill>
            <a:srgbClr val="D9651F"/>
          </a:solidFill>
          <a:ln w="12700">
            <a:solidFill>
              <a:srgbClr val="D9651F"/>
            </a:solidFill>
            <a:prstDash val="solid"/>
          </a:ln>
        </p:spPr>
      </p:sp>
      <p:sp>
        <p:nvSpPr>
          <p:cNvPr id="39" name="Shape 36"/>
          <p:cNvSpPr/>
          <p:nvPr/>
        </p:nvSpPr>
        <p:spPr>
          <a:xfrm>
            <a:off x="525780" y="4251960"/>
            <a:ext cx="51435" cy="51435"/>
          </a:xfrm>
          <a:prstGeom prst="rect">
            <a:avLst/>
          </a:prstGeom>
          <a:solidFill>
            <a:srgbClr val="D9651F"/>
          </a:solidFill>
          <a:ln w="12700">
            <a:solidFill>
              <a:srgbClr val="D9651F"/>
            </a:solidFill>
            <a:prstDash val="solid"/>
          </a:ln>
        </p:spPr>
      </p:sp>
      <p:sp>
        <p:nvSpPr>
          <p:cNvPr id="40" name="Shape 37"/>
          <p:cNvSpPr/>
          <p:nvPr/>
        </p:nvSpPr>
        <p:spPr>
          <a:xfrm>
            <a:off x="988695" y="4251960"/>
            <a:ext cx="51435" cy="51435"/>
          </a:xfrm>
          <a:prstGeom prst="rect">
            <a:avLst/>
          </a:prstGeom>
          <a:solidFill>
            <a:srgbClr val="D9651F"/>
          </a:solidFill>
          <a:ln w="12700">
            <a:solidFill>
              <a:srgbClr val="D9651F"/>
            </a:solidFill>
            <a:prstDash val="solid"/>
          </a:ln>
        </p:spPr>
      </p:sp>
      <p:sp>
        <p:nvSpPr>
          <p:cNvPr id="41" name="Shape 38"/>
          <p:cNvSpPr/>
          <p:nvPr/>
        </p:nvSpPr>
        <p:spPr>
          <a:xfrm>
            <a:off x="1040130" y="4251960"/>
            <a:ext cx="51435" cy="51435"/>
          </a:xfrm>
          <a:prstGeom prst="rect">
            <a:avLst/>
          </a:prstGeom>
          <a:solidFill>
            <a:srgbClr val="D9651F"/>
          </a:solidFill>
          <a:ln w="12700">
            <a:solidFill>
              <a:srgbClr val="D9651F"/>
            </a:solidFill>
            <a:prstDash val="solid"/>
          </a:ln>
        </p:spPr>
      </p:sp>
      <p:sp>
        <p:nvSpPr>
          <p:cNvPr id="42" name="Shape 39"/>
          <p:cNvSpPr/>
          <p:nvPr/>
        </p:nvSpPr>
        <p:spPr>
          <a:xfrm>
            <a:off x="320040" y="4303395"/>
            <a:ext cx="51435" cy="51435"/>
          </a:xfrm>
          <a:prstGeom prst="rect">
            <a:avLst/>
          </a:prstGeom>
          <a:solidFill>
            <a:srgbClr val="6F6785"/>
          </a:solidFill>
          <a:ln w="12700">
            <a:solidFill>
              <a:srgbClr val="6F6785"/>
            </a:solidFill>
            <a:prstDash val="solid"/>
          </a:ln>
        </p:spPr>
      </p:sp>
      <p:sp>
        <p:nvSpPr>
          <p:cNvPr id="43" name="Shape 40"/>
          <p:cNvSpPr/>
          <p:nvPr/>
        </p:nvSpPr>
        <p:spPr>
          <a:xfrm>
            <a:off x="525780" y="4303395"/>
            <a:ext cx="51435" cy="51435"/>
          </a:xfrm>
          <a:prstGeom prst="rect">
            <a:avLst/>
          </a:prstGeom>
          <a:solidFill>
            <a:srgbClr val="D9651F"/>
          </a:solidFill>
          <a:ln w="12700">
            <a:solidFill>
              <a:srgbClr val="D9651F"/>
            </a:solidFill>
            <a:prstDash val="solid"/>
          </a:ln>
        </p:spPr>
      </p:sp>
      <p:sp>
        <p:nvSpPr>
          <p:cNvPr id="44" name="Shape 41"/>
          <p:cNvSpPr/>
          <p:nvPr/>
        </p:nvSpPr>
        <p:spPr>
          <a:xfrm>
            <a:off x="937260" y="4303395"/>
            <a:ext cx="51435" cy="51435"/>
          </a:xfrm>
          <a:prstGeom prst="rect">
            <a:avLst/>
          </a:prstGeom>
          <a:solidFill>
            <a:srgbClr val="D9651F"/>
          </a:solidFill>
          <a:ln w="12700">
            <a:solidFill>
              <a:srgbClr val="D9651F"/>
            </a:solidFill>
            <a:prstDash val="solid"/>
          </a:ln>
        </p:spPr>
      </p:sp>
      <p:sp>
        <p:nvSpPr>
          <p:cNvPr id="45" name="Shape 42"/>
          <p:cNvSpPr/>
          <p:nvPr/>
        </p:nvSpPr>
        <p:spPr>
          <a:xfrm>
            <a:off x="1040130" y="4303395"/>
            <a:ext cx="51435" cy="51435"/>
          </a:xfrm>
          <a:prstGeom prst="rect">
            <a:avLst/>
          </a:prstGeom>
          <a:solidFill>
            <a:srgbClr val="6F6785"/>
          </a:solidFill>
          <a:ln w="12700">
            <a:solidFill>
              <a:srgbClr val="6F6785"/>
            </a:solidFill>
            <a:prstDash val="solid"/>
          </a:ln>
        </p:spPr>
      </p:sp>
      <p:sp>
        <p:nvSpPr>
          <p:cNvPr id="46" name="Shape 43"/>
          <p:cNvSpPr/>
          <p:nvPr/>
        </p:nvSpPr>
        <p:spPr>
          <a:xfrm>
            <a:off x="525780" y="4354830"/>
            <a:ext cx="51435" cy="51435"/>
          </a:xfrm>
          <a:prstGeom prst="rect">
            <a:avLst/>
          </a:prstGeom>
          <a:solidFill>
            <a:srgbClr val="D9651F"/>
          </a:solidFill>
          <a:ln w="12700">
            <a:solidFill>
              <a:srgbClr val="D9651F"/>
            </a:solidFill>
            <a:prstDash val="solid"/>
          </a:ln>
        </p:spPr>
      </p:sp>
      <p:sp>
        <p:nvSpPr>
          <p:cNvPr id="47" name="Shape 44"/>
          <p:cNvSpPr/>
          <p:nvPr/>
        </p:nvSpPr>
        <p:spPr>
          <a:xfrm>
            <a:off x="577215" y="4354830"/>
            <a:ext cx="51435" cy="51435"/>
          </a:xfrm>
          <a:prstGeom prst="rect">
            <a:avLst/>
          </a:prstGeom>
          <a:solidFill>
            <a:srgbClr val="D9651F"/>
          </a:solidFill>
          <a:ln w="12700">
            <a:solidFill>
              <a:srgbClr val="D9651F"/>
            </a:solidFill>
            <a:prstDash val="solid"/>
          </a:ln>
        </p:spPr>
      </p:sp>
      <p:sp>
        <p:nvSpPr>
          <p:cNvPr id="48" name="Shape 45"/>
          <p:cNvSpPr/>
          <p:nvPr/>
        </p:nvSpPr>
        <p:spPr>
          <a:xfrm>
            <a:off x="885825" y="4354830"/>
            <a:ext cx="51435" cy="51435"/>
          </a:xfrm>
          <a:prstGeom prst="rect">
            <a:avLst/>
          </a:prstGeom>
          <a:solidFill>
            <a:srgbClr val="D9651F"/>
          </a:solidFill>
          <a:ln w="12700">
            <a:solidFill>
              <a:srgbClr val="D9651F"/>
            </a:solidFill>
            <a:prstDash val="solid"/>
          </a:ln>
        </p:spPr>
      </p:sp>
      <p:sp>
        <p:nvSpPr>
          <p:cNvPr id="49" name="Shape 46"/>
          <p:cNvSpPr/>
          <p:nvPr/>
        </p:nvSpPr>
        <p:spPr>
          <a:xfrm>
            <a:off x="988695" y="4354830"/>
            <a:ext cx="51435" cy="51435"/>
          </a:xfrm>
          <a:prstGeom prst="rect">
            <a:avLst/>
          </a:prstGeom>
          <a:solidFill>
            <a:srgbClr val="D9651F"/>
          </a:solidFill>
          <a:ln w="12700">
            <a:solidFill>
              <a:srgbClr val="D9651F"/>
            </a:solidFill>
            <a:prstDash val="solid"/>
          </a:ln>
        </p:spPr>
      </p:sp>
      <p:sp>
        <p:nvSpPr>
          <p:cNvPr id="50" name="Shape 47"/>
          <p:cNvSpPr/>
          <p:nvPr/>
        </p:nvSpPr>
        <p:spPr>
          <a:xfrm>
            <a:off x="577215" y="4406265"/>
            <a:ext cx="51435" cy="51435"/>
          </a:xfrm>
          <a:prstGeom prst="rect">
            <a:avLst/>
          </a:prstGeom>
          <a:solidFill>
            <a:srgbClr val="D9651F"/>
          </a:solidFill>
          <a:ln w="12700">
            <a:solidFill>
              <a:srgbClr val="D9651F"/>
            </a:solidFill>
            <a:prstDash val="solid"/>
          </a:ln>
        </p:spPr>
      </p:sp>
      <p:sp>
        <p:nvSpPr>
          <p:cNvPr id="51" name="Shape 48"/>
          <p:cNvSpPr/>
          <p:nvPr/>
        </p:nvSpPr>
        <p:spPr>
          <a:xfrm>
            <a:off x="628650" y="4406265"/>
            <a:ext cx="51435" cy="51435"/>
          </a:xfrm>
          <a:prstGeom prst="rect">
            <a:avLst/>
          </a:prstGeom>
          <a:solidFill>
            <a:srgbClr val="D9651F"/>
          </a:solidFill>
          <a:ln w="12700">
            <a:solidFill>
              <a:srgbClr val="D9651F"/>
            </a:solidFill>
            <a:prstDash val="solid"/>
          </a:ln>
        </p:spPr>
      </p:sp>
      <p:sp>
        <p:nvSpPr>
          <p:cNvPr id="52" name="Shape 49"/>
          <p:cNvSpPr/>
          <p:nvPr/>
        </p:nvSpPr>
        <p:spPr>
          <a:xfrm>
            <a:off x="680085" y="4406265"/>
            <a:ext cx="51435" cy="51435"/>
          </a:xfrm>
          <a:prstGeom prst="rect">
            <a:avLst/>
          </a:prstGeom>
          <a:solidFill>
            <a:srgbClr val="D9651F"/>
          </a:solidFill>
          <a:ln w="12700">
            <a:solidFill>
              <a:srgbClr val="D9651F"/>
            </a:solidFill>
            <a:prstDash val="solid"/>
          </a:ln>
        </p:spPr>
      </p:sp>
      <p:sp>
        <p:nvSpPr>
          <p:cNvPr id="53" name="Shape 50"/>
          <p:cNvSpPr/>
          <p:nvPr/>
        </p:nvSpPr>
        <p:spPr>
          <a:xfrm>
            <a:off x="731520" y="4406265"/>
            <a:ext cx="51435" cy="51435"/>
          </a:xfrm>
          <a:prstGeom prst="rect">
            <a:avLst/>
          </a:prstGeom>
          <a:solidFill>
            <a:srgbClr val="D9651F"/>
          </a:solidFill>
          <a:ln w="12700">
            <a:solidFill>
              <a:srgbClr val="D9651F"/>
            </a:solidFill>
            <a:prstDash val="solid"/>
          </a:ln>
        </p:spPr>
      </p:sp>
      <p:sp>
        <p:nvSpPr>
          <p:cNvPr id="54" name="Shape 51"/>
          <p:cNvSpPr/>
          <p:nvPr/>
        </p:nvSpPr>
        <p:spPr>
          <a:xfrm>
            <a:off x="782955" y="4406265"/>
            <a:ext cx="51435" cy="51435"/>
          </a:xfrm>
          <a:prstGeom prst="rect">
            <a:avLst/>
          </a:prstGeom>
          <a:solidFill>
            <a:srgbClr val="D9651F"/>
          </a:solidFill>
          <a:ln w="12700">
            <a:solidFill>
              <a:srgbClr val="D9651F"/>
            </a:solidFill>
            <a:prstDash val="solid"/>
          </a:ln>
        </p:spPr>
      </p:sp>
      <p:sp>
        <p:nvSpPr>
          <p:cNvPr id="55" name="Shape 52"/>
          <p:cNvSpPr/>
          <p:nvPr/>
        </p:nvSpPr>
        <p:spPr>
          <a:xfrm>
            <a:off x="834390" y="4406265"/>
            <a:ext cx="51435" cy="51435"/>
          </a:xfrm>
          <a:prstGeom prst="rect">
            <a:avLst/>
          </a:prstGeom>
          <a:solidFill>
            <a:srgbClr val="D9651F"/>
          </a:solidFill>
          <a:ln w="12700">
            <a:solidFill>
              <a:srgbClr val="D9651F"/>
            </a:solidFill>
            <a:prstDash val="solid"/>
          </a:ln>
        </p:spPr>
      </p:sp>
      <p:sp>
        <p:nvSpPr>
          <p:cNvPr id="56" name="Shape 53"/>
          <p:cNvSpPr/>
          <p:nvPr/>
        </p:nvSpPr>
        <p:spPr>
          <a:xfrm>
            <a:off x="885825" y="4406265"/>
            <a:ext cx="51435" cy="51435"/>
          </a:xfrm>
          <a:prstGeom prst="rect">
            <a:avLst/>
          </a:prstGeom>
          <a:solidFill>
            <a:srgbClr val="D9651F"/>
          </a:solidFill>
          <a:ln w="12700">
            <a:solidFill>
              <a:srgbClr val="D9651F"/>
            </a:solidFill>
            <a:prstDash val="solid"/>
          </a:ln>
        </p:spPr>
      </p:sp>
      <p:sp>
        <p:nvSpPr>
          <p:cNvPr id="57" name="Shape 54"/>
          <p:cNvSpPr/>
          <p:nvPr/>
        </p:nvSpPr>
        <p:spPr>
          <a:xfrm>
            <a:off x="680085" y="4457700"/>
            <a:ext cx="51435" cy="51435"/>
          </a:xfrm>
          <a:prstGeom prst="rect">
            <a:avLst/>
          </a:prstGeom>
          <a:solidFill>
            <a:srgbClr val="D9651F"/>
          </a:solidFill>
          <a:ln w="12700">
            <a:solidFill>
              <a:srgbClr val="D9651F"/>
            </a:solidFill>
            <a:prstDash val="solid"/>
          </a:ln>
        </p:spPr>
      </p:sp>
      <p:sp>
        <p:nvSpPr>
          <p:cNvPr id="58" name="Shape 55"/>
          <p:cNvSpPr/>
          <p:nvPr/>
        </p:nvSpPr>
        <p:spPr>
          <a:xfrm>
            <a:off x="731520" y="4457700"/>
            <a:ext cx="51435" cy="51435"/>
          </a:xfrm>
          <a:prstGeom prst="rect">
            <a:avLst/>
          </a:prstGeom>
          <a:solidFill>
            <a:srgbClr val="D9651F"/>
          </a:solidFill>
          <a:ln w="12700">
            <a:solidFill>
              <a:srgbClr val="D9651F"/>
            </a:solidFill>
            <a:prstDash val="solid"/>
          </a:ln>
        </p:spPr>
      </p:sp>
      <p:sp>
        <p:nvSpPr>
          <p:cNvPr id="59" name="Shape 56"/>
          <p:cNvSpPr/>
          <p:nvPr/>
        </p:nvSpPr>
        <p:spPr>
          <a:xfrm>
            <a:off x="782955" y="4457700"/>
            <a:ext cx="51435" cy="51435"/>
          </a:xfrm>
          <a:prstGeom prst="rect">
            <a:avLst/>
          </a:prstGeom>
          <a:solidFill>
            <a:srgbClr val="D9651F"/>
          </a:solidFill>
          <a:ln w="12700">
            <a:solidFill>
              <a:srgbClr val="D9651F"/>
            </a:solidFill>
            <a:prstDash val="solid"/>
          </a:ln>
        </p:spPr>
      </p:sp>
      <p:sp>
        <p:nvSpPr>
          <p:cNvPr id="60" name="Shape 57"/>
          <p:cNvSpPr/>
          <p:nvPr/>
        </p:nvSpPr>
        <p:spPr>
          <a:xfrm>
            <a:off x="988695" y="4509135"/>
            <a:ext cx="51435" cy="51435"/>
          </a:xfrm>
          <a:prstGeom prst="rect">
            <a:avLst/>
          </a:prstGeom>
          <a:solidFill>
            <a:srgbClr val="6F6785"/>
          </a:solidFill>
          <a:ln w="12700">
            <a:solidFill>
              <a:srgbClr val="6F6785"/>
            </a:solidFill>
            <a:prstDash val="solid"/>
          </a:ln>
        </p:spPr>
      </p:sp>
      <p:sp>
        <p:nvSpPr>
          <p:cNvPr id="61" name="Shape 58"/>
          <p:cNvSpPr/>
          <p:nvPr/>
        </p:nvSpPr>
        <p:spPr>
          <a:xfrm>
            <a:off x="7946136" y="3785616"/>
            <a:ext cx="932688" cy="932688"/>
          </a:xfrm>
          <a:prstGeom prst="roundRect">
            <a:avLst>
              <a:gd name="adj" fmla="val 9804"/>
            </a:avLst>
          </a:prstGeom>
          <a:solidFill>
            <a:srgbClr val="FFFFFF"/>
          </a:solidFill>
          <a:ln w="19050">
            <a:solidFill>
              <a:srgbClr val="F0E4D0"/>
            </a:solidFill>
            <a:prstDash val="solid"/>
          </a:ln>
        </p:spPr>
      </p:sp>
      <p:sp>
        <p:nvSpPr>
          <p:cNvPr id="62" name="Shape 59"/>
          <p:cNvSpPr/>
          <p:nvPr/>
        </p:nvSpPr>
        <p:spPr>
          <a:xfrm>
            <a:off x="8155305" y="3840480"/>
            <a:ext cx="51435" cy="51435"/>
          </a:xfrm>
          <a:prstGeom prst="rect">
            <a:avLst/>
          </a:prstGeom>
          <a:solidFill>
            <a:srgbClr val="2378BD"/>
          </a:solidFill>
          <a:ln w="12700">
            <a:solidFill>
              <a:srgbClr val="2378BD"/>
            </a:solidFill>
            <a:prstDash val="solid"/>
          </a:ln>
        </p:spPr>
      </p:sp>
      <p:sp>
        <p:nvSpPr>
          <p:cNvPr id="63" name="Shape 60"/>
          <p:cNvSpPr/>
          <p:nvPr/>
        </p:nvSpPr>
        <p:spPr>
          <a:xfrm>
            <a:off x="8206740" y="3840480"/>
            <a:ext cx="51435" cy="51435"/>
          </a:xfrm>
          <a:prstGeom prst="rect">
            <a:avLst/>
          </a:prstGeom>
          <a:solidFill>
            <a:srgbClr val="2378BD"/>
          </a:solidFill>
          <a:ln w="12700">
            <a:solidFill>
              <a:srgbClr val="2378BD"/>
            </a:solidFill>
            <a:prstDash val="solid"/>
          </a:ln>
        </p:spPr>
      </p:sp>
      <p:sp>
        <p:nvSpPr>
          <p:cNvPr id="64" name="Shape 61"/>
          <p:cNvSpPr/>
          <p:nvPr/>
        </p:nvSpPr>
        <p:spPr>
          <a:xfrm>
            <a:off x="8258175" y="3840480"/>
            <a:ext cx="51435" cy="51435"/>
          </a:xfrm>
          <a:prstGeom prst="rect">
            <a:avLst/>
          </a:prstGeom>
          <a:solidFill>
            <a:srgbClr val="2378BD"/>
          </a:solidFill>
          <a:ln w="12700">
            <a:solidFill>
              <a:srgbClr val="2378BD"/>
            </a:solidFill>
            <a:prstDash val="solid"/>
          </a:ln>
        </p:spPr>
      </p:sp>
      <p:sp>
        <p:nvSpPr>
          <p:cNvPr id="65" name="Shape 62"/>
          <p:cNvSpPr/>
          <p:nvPr/>
        </p:nvSpPr>
        <p:spPr>
          <a:xfrm>
            <a:off x="8309610" y="3840480"/>
            <a:ext cx="51435" cy="51435"/>
          </a:xfrm>
          <a:prstGeom prst="rect">
            <a:avLst/>
          </a:prstGeom>
          <a:solidFill>
            <a:srgbClr val="2378BD"/>
          </a:solidFill>
          <a:ln w="12700">
            <a:solidFill>
              <a:srgbClr val="2378BD"/>
            </a:solidFill>
            <a:prstDash val="solid"/>
          </a:ln>
        </p:spPr>
      </p:sp>
      <p:sp>
        <p:nvSpPr>
          <p:cNvPr id="66" name="Shape 63"/>
          <p:cNvSpPr/>
          <p:nvPr/>
        </p:nvSpPr>
        <p:spPr>
          <a:xfrm>
            <a:off x="8361045" y="3840480"/>
            <a:ext cx="51435" cy="51435"/>
          </a:xfrm>
          <a:prstGeom prst="rect">
            <a:avLst/>
          </a:prstGeom>
          <a:solidFill>
            <a:srgbClr val="2378BD"/>
          </a:solidFill>
          <a:ln w="12700">
            <a:solidFill>
              <a:srgbClr val="2378BD"/>
            </a:solidFill>
            <a:prstDash val="solid"/>
          </a:ln>
        </p:spPr>
      </p:sp>
      <p:sp>
        <p:nvSpPr>
          <p:cNvPr id="67" name="Shape 64"/>
          <p:cNvSpPr/>
          <p:nvPr/>
        </p:nvSpPr>
        <p:spPr>
          <a:xfrm>
            <a:off x="8412480" y="3840480"/>
            <a:ext cx="51435" cy="51435"/>
          </a:xfrm>
          <a:prstGeom prst="rect">
            <a:avLst/>
          </a:prstGeom>
          <a:solidFill>
            <a:srgbClr val="2378BD"/>
          </a:solidFill>
          <a:ln w="12700">
            <a:solidFill>
              <a:srgbClr val="2378BD"/>
            </a:solidFill>
            <a:prstDash val="solid"/>
          </a:ln>
        </p:spPr>
      </p:sp>
      <p:sp>
        <p:nvSpPr>
          <p:cNvPr id="68" name="Shape 65"/>
          <p:cNvSpPr/>
          <p:nvPr/>
        </p:nvSpPr>
        <p:spPr>
          <a:xfrm>
            <a:off x="8463915" y="3840480"/>
            <a:ext cx="51435" cy="51435"/>
          </a:xfrm>
          <a:prstGeom prst="rect">
            <a:avLst/>
          </a:prstGeom>
          <a:solidFill>
            <a:srgbClr val="2378BD"/>
          </a:solidFill>
          <a:ln w="12700">
            <a:solidFill>
              <a:srgbClr val="2378BD"/>
            </a:solidFill>
            <a:prstDash val="solid"/>
          </a:ln>
        </p:spPr>
      </p:sp>
      <p:sp>
        <p:nvSpPr>
          <p:cNvPr id="69" name="Shape 66"/>
          <p:cNvSpPr/>
          <p:nvPr/>
        </p:nvSpPr>
        <p:spPr>
          <a:xfrm>
            <a:off x="8515350" y="3840480"/>
            <a:ext cx="51435" cy="51435"/>
          </a:xfrm>
          <a:prstGeom prst="rect">
            <a:avLst/>
          </a:prstGeom>
          <a:solidFill>
            <a:srgbClr val="2378BD"/>
          </a:solidFill>
          <a:ln w="12700">
            <a:solidFill>
              <a:srgbClr val="2378BD"/>
            </a:solidFill>
            <a:prstDash val="solid"/>
          </a:ln>
        </p:spPr>
      </p:sp>
      <p:sp>
        <p:nvSpPr>
          <p:cNvPr id="70" name="Shape 67"/>
          <p:cNvSpPr/>
          <p:nvPr/>
        </p:nvSpPr>
        <p:spPr>
          <a:xfrm>
            <a:off x="8566785" y="3840480"/>
            <a:ext cx="51435" cy="51435"/>
          </a:xfrm>
          <a:prstGeom prst="rect">
            <a:avLst/>
          </a:prstGeom>
          <a:solidFill>
            <a:srgbClr val="2378BD"/>
          </a:solidFill>
          <a:ln w="12700">
            <a:solidFill>
              <a:srgbClr val="2378BD"/>
            </a:solidFill>
            <a:prstDash val="solid"/>
          </a:ln>
        </p:spPr>
      </p:sp>
      <p:sp>
        <p:nvSpPr>
          <p:cNvPr id="71" name="Shape 68"/>
          <p:cNvSpPr/>
          <p:nvPr/>
        </p:nvSpPr>
        <p:spPr>
          <a:xfrm>
            <a:off x="8618220" y="3840480"/>
            <a:ext cx="51435" cy="51435"/>
          </a:xfrm>
          <a:prstGeom prst="rect">
            <a:avLst/>
          </a:prstGeom>
          <a:solidFill>
            <a:srgbClr val="2378BD"/>
          </a:solidFill>
          <a:ln w="12700">
            <a:solidFill>
              <a:srgbClr val="2378BD"/>
            </a:solidFill>
            <a:prstDash val="solid"/>
          </a:ln>
        </p:spPr>
      </p:sp>
      <p:sp>
        <p:nvSpPr>
          <p:cNvPr id="72" name="Shape 69"/>
          <p:cNvSpPr/>
          <p:nvPr/>
        </p:nvSpPr>
        <p:spPr>
          <a:xfrm>
            <a:off x="8669655" y="3840480"/>
            <a:ext cx="51435" cy="51435"/>
          </a:xfrm>
          <a:prstGeom prst="rect">
            <a:avLst/>
          </a:prstGeom>
          <a:solidFill>
            <a:srgbClr val="2378BD"/>
          </a:solidFill>
          <a:ln w="12700">
            <a:solidFill>
              <a:srgbClr val="2378BD"/>
            </a:solidFill>
            <a:prstDash val="solid"/>
          </a:ln>
        </p:spPr>
      </p:sp>
      <p:sp>
        <p:nvSpPr>
          <p:cNvPr id="73" name="Shape 70"/>
          <p:cNvSpPr/>
          <p:nvPr/>
        </p:nvSpPr>
        <p:spPr>
          <a:xfrm>
            <a:off x="8052435" y="3891915"/>
            <a:ext cx="51435" cy="51435"/>
          </a:xfrm>
          <a:prstGeom prst="rect">
            <a:avLst/>
          </a:prstGeom>
          <a:solidFill>
            <a:srgbClr val="2378BD"/>
          </a:solidFill>
          <a:ln w="12700">
            <a:solidFill>
              <a:srgbClr val="2378BD"/>
            </a:solidFill>
            <a:prstDash val="solid"/>
          </a:ln>
        </p:spPr>
      </p:sp>
      <p:sp>
        <p:nvSpPr>
          <p:cNvPr id="74" name="Shape 71"/>
          <p:cNvSpPr/>
          <p:nvPr/>
        </p:nvSpPr>
        <p:spPr>
          <a:xfrm>
            <a:off x="8258175" y="3891915"/>
            <a:ext cx="51435" cy="51435"/>
          </a:xfrm>
          <a:prstGeom prst="rect">
            <a:avLst/>
          </a:prstGeom>
          <a:solidFill>
            <a:srgbClr val="2378BD"/>
          </a:solidFill>
          <a:ln w="12700">
            <a:solidFill>
              <a:srgbClr val="2378BD"/>
            </a:solidFill>
            <a:prstDash val="solid"/>
          </a:ln>
        </p:spPr>
      </p:sp>
      <p:sp>
        <p:nvSpPr>
          <p:cNvPr id="75" name="Shape 72"/>
          <p:cNvSpPr/>
          <p:nvPr/>
        </p:nvSpPr>
        <p:spPr>
          <a:xfrm>
            <a:off x="8309610" y="3891915"/>
            <a:ext cx="51435" cy="51435"/>
          </a:xfrm>
          <a:prstGeom prst="rect">
            <a:avLst/>
          </a:prstGeom>
          <a:solidFill>
            <a:srgbClr val="2378BD"/>
          </a:solidFill>
          <a:ln w="12700">
            <a:solidFill>
              <a:srgbClr val="2378BD"/>
            </a:solidFill>
            <a:prstDash val="solid"/>
          </a:ln>
        </p:spPr>
      </p:sp>
      <p:sp>
        <p:nvSpPr>
          <p:cNvPr id="76" name="Shape 73"/>
          <p:cNvSpPr/>
          <p:nvPr/>
        </p:nvSpPr>
        <p:spPr>
          <a:xfrm>
            <a:off x="8412480" y="3891915"/>
            <a:ext cx="51435" cy="51435"/>
          </a:xfrm>
          <a:prstGeom prst="rect">
            <a:avLst/>
          </a:prstGeom>
          <a:solidFill>
            <a:srgbClr val="2378BD"/>
          </a:solidFill>
          <a:ln w="12700">
            <a:solidFill>
              <a:srgbClr val="2378BD"/>
            </a:solidFill>
            <a:prstDash val="solid"/>
          </a:ln>
        </p:spPr>
      </p:sp>
      <p:sp>
        <p:nvSpPr>
          <p:cNvPr id="77" name="Shape 74"/>
          <p:cNvSpPr/>
          <p:nvPr/>
        </p:nvSpPr>
        <p:spPr>
          <a:xfrm>
            <a:off x="8463915" y="3891915"/>
            <a:ext cx="51435" cy="51435"/>
          </a:xfrm>
          <a:prstGeom prst="rect">
            <a:avLst/>
          </a:prstGeom>
          <a:solidFill>
            <a:srgbClr val="2378BD"/>
          </a:solidFill>
          <a:ln w="12700">
            <a:solidFill>
              <a:srgbClr val="2378BD"/>
            </a:solidFill>
            <a:prstDash val="solid"/>
          </a:ln>
        </p:spPr>
      </p:sp>
      <p:sp>
        <p:nvSpPr>
          <p:cNvPr id="78" name="Shape 75"/>
          <p:cNvSpPr/>
          <p:nvPr/>
        </p:nvSpPr>
        <p:spPr>
          <a:xfrm>
            <a:off x="8515350" y="3891915"/>
            <a:ext cx="51435" cy="51435"/>
          </a:xfrm>
          <a:prstGeom prst="rect">
            <a:avLst/>
          </a:prstGeom>
          <a:solidFill>
            <a:srgbClr val="2378BD"/>
          </a:solidFill>
          <a:ln w="12700">
            <a:solidFill>
              <a:srgbClr val="2378BD"/>
            </a:solidFill>
            <a:prstDash val="solid"/>
          </a:ln>
        </p:spPr>
      </p:sp>
      <p:sp>
        <p:nvSpPr>
          <p:cNvPr id="79" name="Shape 76"/>
          <p:cNvSpPr/>
          <p:nvPr/>
        </p:nvSpPr>
        <p:spPr>
          <a:xfrm>
            <a:off x="8566785" y="3891915"/>
            <a:ext cx="51435" cy="51435"/>
          </a:xfrm>
          <a:prstGeom prst="rect">
            <a:avLst/>
          </a:prstGeom>
          <a:solidFill>
            <a:srgbClr val="2378BD"/>
          </a:solidFill>
          <a:ln w="12700">
            <a:solidFill>
              <a:srgbClr val="2378BD"/>
            </a:solidFill>
            <a:prstDash val="solid"/>
          </a:ln>
        </p:spPr>
      </p:sp>
      <p:sp>
        <p:nvSpPr>
          <p:cNvPr id="80" name="Shape 77"/>
          <p:cNvSpPr/>
          <p:nvPr/>
        </p:nvSpPr>
        <p:spPr>
          <a:xfrm>
            <a:off x="8618220" y="3891915"/>
            <a:ext cx="51435" cy="51435"/>
          </a:xfrm>
          <a:prstGeom prst="rect">
            <a:avLst/>
          </a:prstGeom>
          <a:solidFill>
            <a:srgbClr val="2378BD"/>
          </a:solidFill>
          <a:ln w="12700">
            <a:solidFill>
              <a:srgbClr val="2378BD"/>
            </a:solidFill>
            <a:prstDash val="solid"/>
          </a:ln>
        </p:spPr>
      </p:sp>
      <p:sp>
        <p:nvSpPr>
          <p:cNvPr id="81" name="Shape 78"/>
          <p:cNvSpPr/>
          <p:nvPr/>
        </p:nvSpPr>
        <p:spPr>
          <a:xfrm>
            <a:off x="8721090" y="3891915"/>
            <a:ext cx="51435" cy="51435"/>
          </a:xfrm>
          <a:prstGeom prst="rect">
            <a:avLst/>
          </a:prstGeom>
          <a:solidFill>
            <a:srgbClr val="2378BD"/>
          </a:solidFill>
          <a:ln w="12700">
            <a:solidFill>
              <a:srgbClr val="2378BD"/>
            </a:solidFill>
            <a:prstDash val="solid"/>
          </a:ln>
        </p:spPr>
      </p:sp>
      <p:sp>
        <p:nvSpPr>
          <p:cNvPr id="82" name="Shape 79"/>
          <p:cNvSpPr/>
          <p:nvPr/>
        </p:nvSpPr>
        <p:spPr>
          <a:xfrm>
            <a:off x="8052435" y="3943350"/>
            <a:ext cx="51435" cy="51435"/>
          </a:xfrm>
          <a:prstGeom prst="rect">
            <a:avLst/>
          </a:prstGeom>
          <a:solidFill>
            <a:srgbClr val="2378BD"/>
          </a:solidFill>
          <a:ln w="12700">
            <a:solidFill>
              <a:srgbClr val="2378BD"/>
            </a:solidFill>
            <a:prstDash val="solid"/>
          </a:ln>
        </p:spPr>
      </p:sp>
      <p:sp>
        <p:nvSpPr>
          <p:cNvPr id="83" name="Shape 80"/>
          <p:cNvSpPr/>
          <p:nvPr/>
        </p:nvSpPr>
        <p:spPr>
          <a:xfrm>
            <a:off x="8103870" y="3943350"/>
            <a:ext cx="51435" cy="51435"/>
          </a:xfrm>
          <a:prstGeom prst="rect">
            <a:avLst/>
          </a:prstGeom>
          <a:solidFill>
            <a:srgbClr val="2378BD"/>
          </a:solidFill>
          <a:ln w="12700">
            <a:solidFill>
              <a:srgbClr val="2378BD"/>
            </a:solidFill>
            <a:prstDash val="solid"/>
          </a:ln>
        </p:spPr>
      </p:sp>
      <p:sp>
        <p:nvSpPr>
          <p:cNvPr id="84" name="Shape 81"/>
          <p:cNvSpPr/>
          <p:nvPr/>
        </p:nvSpPr>
        <p:spPr>
          <a:xfrm>
            <a:off x="8155305" y="3943350"/>
            <a:ext cx="51435" cy="51435"/>
          </a:xfrm>
          <a:prstGeom prst="rect">
            <a:avLst/>
          </a:prstGeom>
          <a:solidFill>
            <a:srgbClr val="2378BD"/>
          </a:solidFill>
          <a:ln w="12700">
            <a:solidFill>
              <a:srgbClr val="2378BD"/>
            </a:solidFill>
            <a:prstDash val="solid"/>
          </a:ln>
        </p:spPr>
      </p:sp>
      <p:sp>
        <p:nvSpPr>
          <p:cNvPr id="85" name="Shape 82"/>
          <p:cNvSpPr/>
          <p:nvPr/>
        </p:nvSpPr>
        <p:spPr>
          <a:xfrm>
            <a:off x="8206740" y="3943350"/>
            <a:ext cx="51435" cy="51435"/>
          </a:xfrm>
          <a:prstGeom prst="rect">
            <a:avLst/>
          </a:prstGeom>
          <a:solidFill>
            <a:srgbClr val="2378BD"/>
          </a:solidFill>
          <a:ln w="12700">
            <a:solidFill>
              <a:srgbClr val="2378BD"/>
            </a:solidFill>
            <a:prstDash val="solid"/>
          </a:ln>
        </p:spPr>
      </p:sp>
      <p:sp>
        <p:nvSpPr>
          <p:cNvPr id="86" name="Shape 83"/>
          <p:cNvSpPr/>
          <p:nvPr/>
        </p:nvSpPr>
        <p:spPr>
          <a:xfrm>
            <a:off x="8258175" y="3943350"/>
            <a:ext cx="51435" cy="51435"/>
          </a:xfrm>
          <a:prstGeom prst="rect">
            <a:avLst/>
          </a:prstGeom>
          <a:solidFill>
            <a:srgbClr val="2378BD"/>
          </a:solidFill>
          <a:ln w="12700">
            <a:solidFill>
              <a:srgbClr val="2378BD"/>
            </a:solidFill>
            <a:prstDash val="solid"/>
          </a:ln>
        </p:spPr>
      </p:sp>
      <p:sp>
        <p:nvSpPr>
          <p:cNvPr id="87" name="Shape 84"/>
          <p:cNvSpPr/>
          <p:nvPr/>
        </p:nvSpPr>
        <p:spPr>
          <a:xfrm>
            <a:off x="8309610" y="3943350"/>
            <a:ext cx="51435" cy="51435"/>
          </a:xfrm>
          <a:prstGeom prst="rect">
            <a:avLst/>
          </a:prstGeom>
          <a:solidFill>
            <a:srgbClr val="2378BD"/>
          </a:solidFill>
          <a:ln w="12700">
            <a:solidFill>
              <a:srgbClr val="2378BD"/>
            </a:solidFill>
            <a:prstDash val="solid"/>
          </a:ln>
        </p:spPr>
      </p:sp>
      <p:sp>
        <p:nvSpPr>
          <p:cNvPr id="88" name="Shape 85"/>
          <p:cNvSpPr/>
          <p:nvPr/>
        </p:nvSpPr>
        <p:spPr>
          <a:xfrm>
            <a:off x="8361045" y="3943350"/>
            <a:ext cx="51435" cy="51435"/>
          </a:xfrm>
          <a:prstGeom prst="rect">
            <a:avLst/>
          </a:prstGeom>
          <a:solidFill>
            <a:srgbClr val="2378BD"/>
          </a:solidFill>
          <a:ln w="12700">
            <a:solidFill>
              <a:srgbClr val="2378BD"/>
            </a:solidFill>
            <a:prstDash val="solid"/>
          </a:ln>
        </p:spPr>
      </p:sp>
      <p:sp>
        <p:nvSpPr>
          <p:cNvPr id="89" name="Shape 86"/>
          <p:cNvSpPr/>
          <p:nvPr/>
        </p:nvSpPr>
        <p:spPr>
          <a:xfrm>
            <a:off x="8412480" y="3943350"/>
            <a:ext cx="51435" cy="51435"/>
          </a:xfrm>
          <a:prstGeom prst="rect">
            <a:avLst/>
          </a:prstGeom>
          <a:solidFill>
            <a:srgbClr val="2378BD"/>
          </a:solidFill>
          <a:ln w="12700">
            <a:solidFill>
              <a:srgbClr val="2378BD"/>
            </a:solidFill>
            <a:prstDash val="solid"/>
          </a:ln>
        </p:spPr>
      </p:sp>
      <p:sp>
        <p:nvSpPr>
          <p:cNvPr id="90" name="Shape 87"/>
          <p:cNvSpPr/>
          <p:nvPr/>
        </p:nvSpPr>
        <p:spPr>
          <a:xfrm>
            <a:off x="8463915" y="3943350"/>
            <a:ext cx="51435" cy="51435"/>
          </a:xfrm>
          <a:prstGeom prst="rect">
            <a:avLst/>
          </a:prstGeom>
          <a:solidFill>
            <a:srgbClr val="2378BD"/>
          </a:solidFill>
          <a:ln w="12700">
            <a:solidFill>
              <a:srgbClr val="2378BD"/>
            </a:solidFill>
            <a:prstDash val="solid"/>
          </a:ln>
        </p:spPr>
      </p:sp>
      <p:sp>
        <p:nvSpPr>
          <p:cNvPr id="91" name="Shape 88"/>
          <p:cNvSpPr/>
          <p:nvPr/>
        </p:nvSpPr>
        <p:spPr>
          <a:xfrm>
            <a:off x="8566785" y="3943350"/>
            <a:ext cx="51435" cy="51435"/>
          </a:xfrm>
          <a:prstGeom prst="rect">
            <a:avLst/>
          </a:prstGeom>
          <a:solidFill>
            <a:srgbClr val="2378BD"/>
          </a:solidFill>
          <a:ln w="12700">
            <a:solidFill>
              <a:srgbClr val="2378BD"/>
            </a:solidFill>
            <a:prstDash val="solid"/>
          </a:ln>
        </p:spPr>
      </p:sp>
      <p:sp>
        <p:nvSpPr>
          <p:cNvPr id="92" name="Shape 89"/>
          <p:cNvSpPr/>
          <p:nvPr/>
        </p:nvSpPr>
        <p:spPr>
          <a:xfrm>
            <a:off x="8618220" y="3943350"/>
            <a:ext cx="51435" cy="51435"/>
          </a:xfrm>
          <a:prstGeom prst="rect">
            <a:avLst/>
          </a:prstGeom>
          <a:solidFill>
            <a:srgbClr val="2378BD"/>
          </a:solidFill>
          <a:ln w="12700">
            <a:solidFill>
              <a:srgbClr val="2378BD"/>
            </a:solidFill>
            <a:prstDash val="solid"/>
          </a:ln>
        </p:spPr>
      </p:sp>
      <p:sp>
        <p:nvSpPr>
          <p:cNvPr id="93" name="Shape 90"/>
          <p:cNvSpPr/>
          <p:nvPr/>
        </p:nvSpPr>
        <p:spPr>
          <a:xfrm>
            <a:off x="8669655" y="3943350"/>
            <a:ext cx="51435" cy="51435"/>
          </a:xfrm>
          <a:prstGeom prst="rect">
            <a:avLst/>
          </a:prstGeom>
          <a:solidFill>
            <a:srgbClr val="2378BD"/>
          </a:solidFill>
          <a:ln w="12700">
            <a:solidFill>
              <a:srgbClr val="2378BD"/>
            </a:solidFill>
            <a:prstDash val="solid"/>
          </a:ln>
        </p:spPr>
      </p:sp>
      <p:sp>
        <p:nvSpPr>
          <p:cNvPr id="94" name="Shape 91"/>
          <p:cNvSpPr/>
          <p:nvPr/>
        </p:nvSpPr>
        <p:spPr>
          <a:xfrm>
            <a:off x="8772525" y="3943350"/>
            <a:ext cx="51435" cy="51435"/>
          </a:xfrm>
          <a:prstGeom prst="rect">
            <a:avLst/>
          </a:prstGeom>
          <a:solidFill>
            <a:srgbClr val="2378BD"/>
          </a:solidFill>
          <a:ln w="12700">
            <a:solidFill>
              <a:srgbClr val="2378BD"/>
            </a:solidFill>
            <a:prstDash val="solid"/>
          </a:ln>
        </p:spPr>
      </p:sp>
      <p:sp>
        <p:nvSpPr>
          <p:cNvPr id="95" name="Shape 92"/>
          <p:cNvSpPr/>
          <p:nvPr/>
        </p:nvSpPr>
        <p:spPr>
          <a:xfrm>
            <a:off x="8001000" y="3994785"/>
            <a:ext cx="51435" cy="51435"/>
          </a:xfrm>
          <a:prstGeom prst="rect">
            <a:avLst/>
          </a:prstGeom>
          <a:solidFill>
            <a:srgbClr val="2378BD"/>
          </a:solidFill>
          <a:ln w="12700">
            <a:solidFill>
              <a:srgbClr val="2378BD"/>
            </a:solidFill>
            <a:prstDash val="solid"/>
          </a:ln>
        </p:spPr>
      </p:sp>
      <p:sp>
        <p:nvSpPr>
          <p:cNvPr id="96" name="Shape 93"/>
          <p:cNvSpPr/>
          <p:nvPr/>
        </p:nvSpPr>
        <p:spPr>
          <a:xfrm>
            <a:off x="8052435" y="3994785"/>
            <a:ext cx="51435" cy="51435"/>
          </a:xfrm>
          <a:prstGeom prst="rect">
            <a:avLst/>
          </a:prstGeom>
          <a:solidFill>
            <a:srgbClr val="2378BD"/>
          </a:solidFill>
          <a:ln w="12700">
            <a:solidFill>
              <a:srgbClr val="2378BD"/>
            </a:solidFill>
            <a:prstDash val="solid"/>
          </a:ln>
        </p:spPr>
      </p:sp>
      <p:sp>
        <p:nvSpPr>
          <p:cNvPr id="97" name="Shape 94"/>
          <p:cNvSpPr/>
          <p:nvPr/>
        </p:nvSpPr>
        <p:spPr>
          <a:xfrm>
            <a:off x="8103870" y="3994785"/>
            <a:ext cx="51435" cy="51435"/>
          </a:xfrm>
          <a:prstGeom prst="rect">
            <a:avLst/>
          </a:prstGeom>
          <a:solidFill>
            <a:srgbClr val="2378BD"/>
          </a:solidFill>
          <a:ln w="12700">
            <a:solidFill>
              <a:srgbClr val="2378BD"/>
            </a:solidFill>
            <a:prstDash val="solid"/>
          </a:ln>
        </p:spPr>
      </p:sp>
      <p:sp>
        <p:nvSpPr>
          <p:cNvPr id="98" name="Shape 95"/>
          <p:cNvSpPr/>
          <p:nvPr/>
        </p:nvSpPr>
        <p:spPr>
          <a:xfrm>
            <a:off x="8206740" y="3994785"/>
            <a:ext cx="51435" cy="51435"/>
          </a:xfrm>
          <a:prstGeom prst="rect">
            <a:avLst/>
          </a:prstGeom>
          <a:solidFill>
            <a:srgbClr val="2378BD"/>
          </a:solidFill>
          <a:ln w="12700">
            <a:solidFill>
              <a:srgbClr val="2378BD"/>
            </a:solidFill>
            <a:prstDash val="solid"/>
          </a:ln>
        </p:spPr>
      </p:sp>
      <p:sp>
        <p:nvSpPr>
          <p:cNvPr id="99" name="Shape 96"/>
          <p:cNvSpPr/>
          <p:nvPr/>
        </p:nvSpPr>
        <p:spPr>
          <a:xfrm>
            <a:off x="8258175" y="3994785"/>
            <a:ext cx="51435" cy="51435"/>
          </a:xfrm>
          <a:prstGeom prst="rect">
            <a:avLst/>
          </a:prstGeom>
          <a:solidFill>
            <a:srgbClr val="2378BD"/>
          </a:solidFill>
          <a:ln w="12700">
            <a:solidFill>
              <a:srgbClr val="2378BD"/>
            </a:solidFill>
            <a:prstDash val="solid"/>
          </a:ln>
        </p:spPr>
      </p:sp>
      <p:sp>
        <p:nvSpPr>
          <p:cNvPr id="100" name="Shape 97"/>
          <p:cNvSpPr/>
          <p:nvPr/>
        </p:nvSpPr>
        <p:spPr>
          <a:xfrm>
            <a:off x="8309610" y="3994785"/>
            <a:ext cx="51435" cy="51435"/>
          </a:xfrm>
          <a:prstGeom prst="rect">
            <a:avLst/>
          </a:prstGeom>
          <a:solidFill>
            <a:srgbClr val="2378BD"/>
          </a:solidFill>
          <a:ln w="12700">
            <a:solidFill>
              <a:srgbClr val="2378BD"/>
            </a:solidFill>
            <a:prstDash val="solid"/>
          </a:ln>
        </p:spPr>
      </p:sp>
      <p:sp>
        <p:nvSpPr>
          <p:cNvPr id="101" name="Shape 98"/>
          <p:cNvSpPr/>
          <p:nvPr/>
        </p:nvSpPr>
        <p:spPr>
          <a:xfrm>
            <a:off x="8412480" y="3994785"/>
            <a:ext cx="51435" cy="51435"/>
          </a:xfrm>
          <a:prstGeom prst="rect">
            <a:avLst/>
          </a:prstGeom>
          <a:solidFill>
            <a:srgbClr val="2378BD"/>
          </a:solidFill>
          <a:ln w="12700">
            <a:solidFill>
              <a:srgbClr val="2378BD"/>
            </a:solidFill>
            <a:prstDash val="solid"/>
          </a:ln>
        </p:spPr>
      </p:sp>
      <p:sp>
        <p:nvSpPr>
          <p:cNvPr id="102" name="Shape 99"/>
          <p:cNvSpPr/>
          <p:nvPr/>
        </p:nvSpPr>
        <p:spPr>
          <a:xfrm>
            <a:off x="8463915" y="3994785"/>
            <a:ext cx="51435" cy="51435"/>
          </a:xfrm>
          <a:prstGeom prst="rect">
            <a:avLst/>
          </a:prstGeom>
          <a:solidFill>
            <a:srgbClr val="2378BD"/>
          </a:solidFill>
          <a:ln w="12700">
            <a:solidFill>
              <a:srgbClr val="2378BD"/>
            </a:solidFill>
            <a:prstDash val="solid"/>
          </a:ln>
        </p:spPr>
      </p:sp>
      <p:sp>
        <p:nvSpPr>
          <p:cNvPr id="103" name="Shape 100"/>
          <p:cNvSpPr/>
          <p:nvPr/>
        </p:nvSpPr>
        <p:spPr>
          <a:xfrm>
            <a:off x="8515350" y="3994785"/>
            <a:ext cx="51435" cy="51435"/>
          </a:xfrm>
          <a:prstGeom prst="rect">
            <a:avLst/>
          </a:prstGeom>
          <a:solidFill>
            <a:srgbClr val="2378BD"/>
          </a:solidFill>
          <a:ln w="12700">
            <a:solidFill>
              <a:srgbClr val="2378BD"/>
            </a:solidFill>
            <a:prstDash val="solid"/>
          </a:ln>
        </p:spPr>
      </p:sp>
      <p:sp>
        <p:nvSpPr>
          <p:cNvPr id="104" name="Shape 101"/>
          <p:cNvSpPr/>
          <p:nvPr/>
        </p:nvSpPr>
        <p:spPr>
          <a:xfrm>
            <a:off x="8566785" y="3994785"/>
            <a:ext cx="51435" cy="51435"/>
          </a:xfrm>
          <a:prstGeom prst="rect">
            <a:avLst/>
          </a:prstGeom>
          <a:solidFill>
            <a:srgbClr val="2378BD"/>
          </a:solidFill>
          <a:ln w="12700">
            <a:solidFill>
              <a:srgbClr val="2378BD"/>
            </a:solidFill>
            <a:prstDash val="solid"/>
          </a:ln>
        </p:spPr>
      </p:sp>
      <p:sp>
        <p:nvSpPr>
          <p:cNvPr id="105" name="Shape 102"/>
          <p:cNvSpPr/>
          <p:nvPr/>
        </p:nvSpPr>
        <p:spPr>
          <a:xfrm>
            <a:off x="8618220" y="3994785"/>
            <a:ext cx="51435" cy="51435"/>
          </a:xfrm>
          <a:prstGeom prst="rect">
            <a:avLst/>
          </a:prstGeom>
          <a:solidFill>
            <a:srgbClr val="2378BD"/>
          </a:solidFill>
          <a:ln w="12700">
            <a:solidFill>
              <a:srgbClr val="2378BD"/>
            </a:solidFill>
            <a:prstDash val="solid"/>
          </a:ln>
        </p:spPr>
      </p:sp>
      <p:sp>
        <p:nvSpPr>
          <p:cNvPr id="106" name="Shape 103"/>
          <p:cNvSpPr/>
          <p:nvPr/>
        </p:nvSpPr>
        <p:spPr>
          <a:xfrm>
            <a:off x="8669655" y="3994785"/>
            <a:ext cx="51435" cy="51435"/>
          </a:xfrm>
          <a:prstGeom prst="rect">
            <a:avLst/>
          </a:prstGeom>
          <a:solidFill>
            <a:srgbClr val="2378BD"/>
          </a:solidFill>
          <a:ln w="12700">
            <a:solidFill>
              <a:srgbClr val="2378BD"/>
            </a:solidFill>
            <a:prstDash val="solid"/>
          </a:ln>
        </p:spPr>
      </p:sp>
      <p:sp>
        <p:nvSpPr>
          <p:cNvPr id="107" name="Shape 104"/>
          <p:cNvSpPr/>
          <p:nvPr/>
        </p:nvSpPr>
        <p:spPr>
          <a:xfrm>
            <a:off x="8721090" y="3994785"/>
            <a:ext cx="51435" cy="51435"/>
          </a:xfrm>
          <a:prstGeom prst="rect">
            <a:avLst/>
          </a:prstGeom>
          <a:solidFill>
            <a:srgbClr val="2378BD"/>
          </a:solidFill>
          <a:ln w="12700">
            <a:solidFill>
              <a:srgbClr val="2378BD"/>
            </a:solidFill>
            <a:prstDash val="solid"/>
          </a:ln>
        </p:spPr>
      </p:sp>
      <p:sp>
        <p:nvSpPr>
          <p:cNvPr id="108" name="Shape 105"/>
          <p:cNvSpPr/>
          <p:nvPr/>
        </p:nvSpPr>
        <p:spPr>
          <a:xfrm>
            <a:off x="8772525" y="3994785"/>
            <a:ext cx="51435" cy="51435"/>
          </a:xfrm>
          <a:prstGeom prst="rect">
            <a:avLst/>
          </a:prstGeom>
          <a:solidFill>
            <a:srgbClr val="2378BD"/>
          </a:solidFill>
          <a:ln w="12700">
            <a:solidFill>
              <a:srgbClr val="2378BD"/>
            </a:solidFill>
            <a:prstDash val="solid"/>
          </a:ln>
        </p:spPr>
      </p:sp>
      <p:sp>
        <p:nvSpPr>
          <p:cNvPr id="109" name="Shape 106"/>
          <p:cNvSpPr/>
          <p:nvPr/>
        </p:nvSpPr>
        <p:spPr>
          <a:xfrm>
            <a:off x="8001000" y="4046220"/>
            <a:ext cx="51435" cy="51435"/>
          </a:xfrm>
          <a:prstGeom prst="rect">
            <a:avLst/>
          </a:prstGeom>
          <a:solidFill>
            <a:srgbClr val="2378BD"/>
          </a:solidFill>
          <a:ln w="12700">
            <a:solidFill>
              <a:srgbClr val="2378BD"/>
            </a:solidFill>
            <a:prstDash val="solid"/>
          </a:ln>
        </p:spPr>
      </p:sp>
      <p:sp>
        <p:nvSpPr>
          <p:cNvPr id="110" name="Shape 107"/>
          <p:cNvSpPr/>
          <p:nvPr/>
        </p:nvSpPr>
        <p:spPr>
          <a:xfrm>
            <a:off x="8052435" y="4046220"/>
            <a:ext cx="51435" cy="51435"/>
          </a:xfrm>
          <a:prstGeom prst="rect">
            <a:avLst/>
          </a:prstGeom>
          <a:solidFill>
            <a:srgbClr val="2378BD"/>
          </a:solidFill>
          <a:ln w="12700">
            <a:solidFill>
              <a:srgbClr val="2378BD"/>
            </a:solidFill>
            <a:prstDash val="solid"/>
          </a:ln>
        </p:spPr>
      </p:sp>
      <p:sp>
        <p:nvSpPr>
          <p:cNvPr id="111" name="Shape 108"/>
          <p:cNvSpPr/>
          <p:nvPr/>
        </p:nvSpPr>
        <p:spPr>
          <a:xfrm>
            <a:off x="8103870" y="4046220"/>
            <a:ext cx="51435" cy="51435"/>
          </a:xfrm>
          <a:prstGeom prst="rect">
            <a:avLst/>
          </a:prstGeom>
          <a:solidFill>
            <a:srgbClr val="2378BD"/>
          </a:solidFill>
          <a:ln w="12700">
            <a:solidFill>
              <a:srgbClr val="2378BD"/>
            </a:solidFill>
            <a:prstDash val="solid"/>
          </a:ln>
        </p:spPr>
      </p:sp>
      <p:sp>
        <p:nvSpPr>
          <p:cNvPr id="112" name="Shape 109"/>
          <p:cNvSpPr/>
          <p:nvPr/>
        </p:nvSpPr>
        <p:spPr>
          <a:xfrm>
            <a:off x="8155305" y="4046220"/>
            <a:ext cx="51435" cy="51435"/>
          </a:xfrm>
          <a:prstGeom prst="rect">
            <a:avLst/>
          </a:prstGeom>
          <a:solidFill>
            <a:srgbClr val="2378BD"/>
          </a:solidFill>
          <a:ln w="12700">
            <a:solidFill>
              <a:srgbClr val="2378BD"/>
            </a:solidFill>
            <a:prstDash val="solid"/>
          </a:ln>
        </p:spPr>
      </p:sp>
      <p:sp>
        <p:nvSpPr>
          <p:cNvPr id="113" name="Shape 110"/>
          <p:cNvSpPr/>
          <p:nvPr/>
        </p:nvSpPr>
        <p:spPr>
          <a:xfrm>
            <a:off x="8206740" y="4046220"/>
            <a:ext cx="51435" cy="51435"/>
          </a:xfrm>
          <a:prstGeom prst="rect">
            <a:avLst/>
          </a:prstGeom>
          <a:solidFill>
            <a:srgbClr val="2378BD"/>
          </a:solidFill>
          <a:ln w="12700">
            <a:solidFill>
              <a:srgbClr val="2378BD"/>
            </a:solidFill>
            <a:prstDash val="solid"/>
          </a:ln>
        </p:spPr>
      </p:sp>
      <p:sp>
        <p:nvSpPr>
          <p:cNvPr id="114" name="Shape 111"/>
          <p:cNvSpPr/>
          <p:nvPr/>
        </p:nvSpPr>
        <p:spPr>
          <a:xfrm>
            <a:off x="8361045" y="4046220"/>
            <a:ext cx="51435" cy="51435"/>
          </a:xfrm>
          <a:prstGeom prst="rect">
            <a:avLst/>
          </a:prstGeom>
          <a:solidFill>
            <a:srgbClr val="2378BD"/>
          </a:solidFill>
          <a:ln w="12700">
            <a:solidFill>
              <a:srgbClr val="2378BD"/>
            </a:solidFill>
            <a:prstDash val="solid"/>
          </a:ln>
        </p:spPr>
      </p:sp>
      <p:sp>
        <p:nvSpPr>
          <p:cNvPr id="115" name="Shape 112"/>
          <p:cNvSpPr/>
          <p:nvPr/>
        </p:nvSpPr>
        <p:spPr>
          <a:xfrm>
            <a:off x="8412480" y="4046220"/>
            <a:ext cx="51435" cy="51435"/>
          </a:xfrm>
          <a:prstGeom prst="rect">
            <a:avLst/>
          </a:prstGeom>
          <a:solidFill>
            <a:srgbClr val="2378BD"/>
          </a:solidFill>
          <a:ln w="12700">
            <a:solidFill>
              <a:srgbClr val="2378BD"/>
            </a:solidFill>
            <a:prstDash val="solid"/>
          </a:ln>
        </p:spPr>
      </p:sp>
      <p:sp>
        <p:nvSpPr>
          <p:cNvPr id="116" name="Shape 113"/>
          <p:cNvSpPr/>
          <p:nvPr/>
        </p:nvSpPr>
        <p:spPr>
          <a:xfrm>
            <a:off x="8463915" y="4046220"/>
            <a:ext cx="51435" cy="51435"/>
          </a:xfrm>
          <a:prstGeom prst="rect">
            <a:avLst/>
          </a:prstGeom>
          <a:solidFill>
            <a:srgbClr val="2378BD"/>
          </a:solidFill>
          <a:ln w="12700">
            <a:solidFill>
              <a:srgbClr val="2378BD"/>
            </a:solidFill>
            <a:prstDash val="solid"/>
          </a:ln>
        </p:spPr>
      </p:sp>
      <p:sp>
        <p:nvSpPr>
          <p:cNvPr id="117" name="Shape 114"/>
          <p:cNvSpPr/>
          <p:nvPr/>
        </p:nvSpPr>
        <p:spPr>
          <a:xfrm>
            <a:off x="8566785" y="4046220"/>
            <a:ext cx="51435" cy="51435"/>
          </a:xfrm>
          <a:prstGeom prst="rect">
            <a:avLst/>
          </a:prstGeom>
          <a:solidFill>
            <a:srgbClr val="2378BD"/>
          </a:solidFill>
          <a:ln w="12700">
            <a:solidFill>
              <a:srgbClr val="2378BD"/>
            </a:solidFill>
            <a:prstDash val="solid"/>
          </a:ln>
        </p:spPr>
      </p:sp>
      <p:sp>
        <p:nvSpPr>
          <p:cNvPr id="118" name="Shape 115"/>
          <p:cNvSpPr/>
          <p:nvPr/>
        </p:nvSpPr>
        <p:spPr>
          <a:xfrm>
            <a:off x="8618220" y="4046220"/>
            <a:ext cx="51435" cy="51435"/>
          </a:xfrm>
          <a:prstGeom prst="rect">
            <a:avLst/>
          </a:prstGeom>
          <a:solidFill>
            <a:srgbClr val="2378BD"/>
          </a:solidFill>
          <a:ln w="12700">
            <a:solidFill>
              <a:srgbClr val="2378BD"/>
            </a:solidFill>
            <a:prstDash val="solid"/>
          </a:ln>
        </p:spPr>
      </p:sp>
      <p:sp>
        <p:nvSpPr>
          <p:cNvPr id="119" name="Shape 116"/>
          <p:cNvSpPr/>
          <p:nvPr/>
        </p:nvSpPr>
        <p:spPr>
          <a:xfrm>
            <a:off x="8669655" y="4046220"/>
            <a:ext cx="51435" cy="51435"/>
          </a:xfrm>
          <a:prstGeom prst="rect">
            <a:avLst/>
          </a:prstGeom>
          <a:solidFill>
            <a:srgbClr val="2378BD"/>
          </a:solidFill>
          <a:ln w="12700">
            <a:solidFill>
              <a:srgbClr val="2378BD"/>
            </a:solidFill>
            <a:prstDash val="solid"/>
          </a:ln>
        </p:spPr>
      </p:sp>
      <p:sp>
        <p:nvSpPr>
          <p:cNvPr id="120" name="Shape 117"/>
          <p:cNvSpPr/>
          <p:nvPr/>
        </p:nvSpPr>
        <p:spPr>
          <a:xfrm>
            <a:off x="8721090" y="4046220"/>
            <a:ext cx="51435" cy="51435"/>
          </a:xfrm>
          <a:prstGeom prst="rect">
            <a:avLst/>
          </a:prstGeom>
          <a:solidFill>
            <a:srgbClr val="2378BD"/>
          </a:solidFill>
          <a:ln w="12700">
            <a:solidFill>
              <a:srgbClr val="2378BD"/>
            </a:solidFill>
            <a:prstDash val="solid"/>
          </a:ln>
        </p:spPr>
      </p:sp>
      <p:sp>
        <p:nvSpPr>
          <p:cNvPr id="121" name="Shape 118"/>
          <p:cNvSpPr/>
          <p:nvPr/>
        </p:nvSpPr>
        <p:spPr>
          <a:xfrm>
            <a:off x="8772525" y="4046220"/>
            <a:ext cx="51435" cy="51435"/>
          </a:xfrm>
          <a:prstGeom prst="rect">
            <a:avLst/>
          </a:prstGeom>
          <a:solidFill>
            <a:srgbClr val="2378BD"/>
          </a:solidFill>
          <a:ln w="12700">
            <a:solidFill>
              <a:srgbClr val="2378BD"/>
            </a:solidFill>
            <a:prstDash val="solid"/>
          </a:ln>
        </p:spPr>
      </p:sp>
      <p:sp>
        <p:nvSpPr>
          <p:cNvPr id="122" name="Shape 119"/>
          <p:cNvSpPr/>
          <p:nvPr/>
        </p:nvSpPr>
        <p:spPr>
          <a:xfrm>
            <a:off x="8001000" y="4097655"/>
            <a:ext cx="51435" cy="51435"/>
          </a:xfrm>
          <a:prstGeom prst="rect">
            <a:avLst/>
          </a:prstGeom>
          <a:solidFill>
            <a:srgbClr val="2378BD"/>
          </a:solidFill>
          <a:ln w="12700">
            <a:solidFill>
              <a:srgbClr val="2378BD"/>
            </a:solidFill>
            <a:prstDash val="solid"/>
          </a:ln>
        </p:spPr>
      </p:sp>
      <p:sp>
        <p:nvSpPr>
          <p:cNvPr id="123" name="Shape 120"/>
          <p:cNvSpPr/>
          <p:nvPr/>
        </p:nvSpPr>
        <p:spPr>
          <a:xfrm>
            <a:off x="8052435" y="4097655"/>
            <a:ext cx="51435" cy="51435"/>
          </a:xfrm>
          <a:prstGeom prst="rect">
            <a:avLst/>
          </a:prstGeom>
          <a:solidFill>
            <a:srgbClr val="2378BD"/>
          </a:solidFill>
          <a:ln w="12700">
            <a:solidFill>
              <a:srgbClr val="2378BD"/>
            </a:solidFill>
            <a:prstDash val="solid"/>
          </a:ln>
        </p:spPr>
      </p:sp>
      <p:sp>
        <p:nvSpPr>
          <p:cNvPr id="124" name="Shape 121"/>
          <p:cNvSpPr/>
          <p:nvPr/>
        </p:nvSpPr>
        <p:spPr>
          <a:xfrm>
            <a:off x="8103870" y="4097655"/>
            <a:ext cx="51435" cy="51435"/>
          </a:xfrm>
          <a:prstGeom prst="rect">
            <a:avLst/>
          </a:prstGeom>
          <a:solidFill>
            <a:srgbClr val="2378BD"/>
          </a:solidFill>
          <a:ln w="12700">
            <a:solidFill>
              <a:srgbClr val="2378BD"/>
            </a:solidFill>
            <a:prstDash val="solid"/>
          </a:ln>
        </p:spPr>
      </p:sp>
      <p:sp>
        <p:nvSpPr>
          <p:cNvPr id="125" name="Shape 122"/>
          <p:cNvSpPr/>
          <p:nvPr/>
        </p:nvSpPr>
        <p:spPr>
          <a:xfrm>
            <a:off x="8155305" y="4097655"/>
            <a:ext cx="51435" cy="51435"/>
          </a:xfrm>
          <a:prstGeom prst="rect">
            <a:avLst/>
          </a:prstGeom>
          <a:solidFill>
            <a:srgbClr val="2378BD"/>
          </a:solidFill>
          <a:ln w="12700">
            <a:solidFill>
              <a:srgbClr val="2378BD"/>
            </a:solidFill>
            <a:prstDash val="solid"/>
          </a:ln>
        </p:spPr>
      </p:sp>
      <p:sp>
        <p:nvSpPr>
          <p:cNvPr id="126" name="Shape 123"/>
          <p:cNvSpPr/>
          <p:nvPr/>
        </p:nvSpPr>
        <p:spPr>
          <a:xfrm>
            <a:off x="8361045" y="4097655"/>
            <a:ext cx="51435" cy="51435"/>
          </a:xfrm>
          <a:prstGeom prst="rect">
            <a:avLst/>
          </a:prstGeom>
          <a:solidFill>
            <a:srgbClr val="2378BD"/>
          </a:solidFill>
          <a:ln w="12700">
            <a:solidFill>
              <a:srgbClr val="2378BD"/>
            </a:solidFill>
            <a:prstDash val="solid"/>
          </a:ln>
        </p:spPr>
      </p:sp>
      <p:sp>
        <p:nvSpPr>
          <p:cNvPr id="127" name="Shape 124"/>
          <p:cNvSpPr/>
          <p:nvPr/>
        </p:nvSpPr>
        <p:spPr>
          <a:xfrm>
            <a:off x="8412480" y="4097655"/>
            <a:ext cx="51435" cy="51435"/>
          </a:xfrm>
          <a:prstGeom prst="rect">
            <a:avLst/>
          </a:prstGeom>
          <a:solidFill>
            <a:srgbClr val="2378BD"/>
          </a:solidFill>
          <a:ln w="12700">
            <a:solidFill>
              <a:srgbClr val="2378BD"/>
            </a:solidFill>
            <a:prstDash val="solid"/>
          </a:ln>
        </p:spPr>
      </p:sp>
      <p:sp>
        <p:nvSpPr>
          <p:cNvPr id="128" name="Shape 125"/>
          <p:cNvSpPr/>
          <p:nvPr/>
        </p:nvSpPr>
        <p:spPr>
          <a:xfrm>
            <a:off x="8463915" y="4097655"/>
            <a:ext cx="51435" cy="51435"/>
          </a:xfrm>
          <a:prstGeom prst="rect">
            <a:avLst/>
          </a:prstGeom>
          <a:solidFill>
            <a:srgbClr val="2378BD"/>
          </a:solidFill>
          <a:ln w="12700">
            <a:solidFill>
              <a:srgbClr val="2378BD"/>
            </a:solidFill>
            <a:prstDash val="solid"/>
          </a:ln>
        </p:spPr>
      </p:sp>
      <p:sp>
        <p:nvSpPr>
          <p:cNvPr id="129" name="Shape 126"/>
          <p:cNvSpPr/>
          <p:nvPr/>
        </p:nvSpPr>
        <p:spPr>
          <a:xfrm>
            <a:off x="8618220" y="4097655"/>
            <a:ext cx="51435" cy="51435"/>
          </a:xfrm>
          <a:prstGeom prst="rect">
            <a:avLst/>
          </a:prstGeom>
          <a:solidFill>
            <a:srgbClr val="2378BD"/>
          </a:solidFill>
          <a:ln w="12700">
            <a:solidFill>
              <a:srgbClr val="2378BD"/>
            </a:solidFill>
            <a:prstDash val="solid"/>
          </a:ln>
        </p:spPr>
      </p:sp>
      <p:sp>
        <p:nvSpPr>
          <p:cNvPr id="130" name="Shape 127"/>
          <p:cNvSpPr/>
          <p:nvPr/>
        </p:nvSpPr>
        <p:spPr>
          <a:xfrm>
            <a:off x="8669655" y="4097655"/>
            <a:ext cx="51435" cy="51435"/>
          </a:xfrm>
          <a:prstGeom prst="rect">
            <a:avLst/>
          </a:prstGeom>
          <a:solidFill>
            <a:srgbClr val="2378BD"/>
          </a:solidFill>
          <a:ln w="12700">
            <a:solidFill>
              <a:srgbClr val="2378BD"/>
            </a:solidFill>
            <a:prstDash val="solid"/>
          </a:ln>
        </p:spPr>
      </p:sp>
      <p:sp>
        <p:nvSpPr>
          <p:cNvPr id="131" name="Shape 128"/>
          <p:cNvSpPr/>
          <p:nvPr/>
        </p:nvSpPr>
        <p:spPr>
          <a:xfrm>
            <a:off x="8721090" y="4097655"/>
            <a:ext cx="51435" cy="51435"/>
          </a:xfrm>
          <a:prstGeom prst="rect">
            <a:avLst/>
          </a:prstGeom>
          <a:solidFill>
            <a:srgbClr val="2378BD"/>
          </a:solidFill>
          <a:ln w="12700">
            <a:solidFill>
              <a:srgbClr val="2378BD"/>
            </a:solidFill>
            <a:prstDash val="solid"/>
          </a:ln>
        </p:spPr>
      </p:sp>
      <p:sp>
        <p:nvSpPr>
          <p:cNvPr id="132" name="Shape 129"/>
          <p:cNvSpPr/>
          <p:nvPr/>
        </p:nvSpPr>
        <p:spPr>
          <a:xfrm>
            <a:off x="8772525" y="4097655"/>
            <a:ext cx="51435" cy="51435"/>
          </a:xfrm>
          <a:prstGeom prst="rect">
            <a:avLst/>
          </a:prstGeom>
          <a:solidFill>
            <a:srgbClr val="2378BD"/>
          </a:solidFill>
          <a:ln w="12700">
            <a:solidFill>
              <a:srgbClr val="2378BD"/>
            </a:solidFill>
            <a:prstDash val="solid"/>
          </a:ln>
        </p:spPr>
      </p:sp>
      <p:sp>
        <p:nvSpPr>
          <p:cNvPr id="133" name="Shape 130"/>
          <p:cNvSpPr/>
          <p:nvPr/>
        </p:nvSpPr>
        <p:spPr>
          <a:xfrm>
            <a:off x="8001000" y="4149090"/>
            <a:ext cx="51435" cy="51435"/>
          </a:xfrm>
          <a:prstGeom prst="rect">
            <a:avLst/>
          </a:prstGeom>
          <a:solidFill>
            <a:srgbClr val="2378BD"/>
          </a:solidFill>
          <a:ln w="12700">
            <a:solidFill>
              <a:srgbClr val="2378BD"/>
            </a:solidFill>
            <a:prstDash val="solid"/>
          </a:ln>
        </p:spPr>
      </p:sp>
      <p:sp>
        <p:nvSpPr>
          <p:cNvPr id="134" name="Shape 131"/>
          <p:cNvSpPr/>
          <p:nvPr/>
        </p:nvSpPr>
        <p:spPr>
          <a:xfrm>
            <a:off x="8052435" y="4149090"/>
            <a:ext cx="51435" cy="51435"/>
          </a:xfrm>
          <a:prstGeom prst="rect">
            <a:avLst/>
          </a:prstGeom>
          <a:solidFill>
            <a:srgbClr val="2378BD"/>
          </a:solidFill>
          <a:ln w="12700">
            <a:solidFill>
              <a:srgbClr val="2378BD"/>
            </a:solidFill>
            <a:prstDash val="solid"/>
          </a:ln>
        </p:spPr>
      </p:sp>
      <p:sp>
        <p:nvSpPr>
          <p:cNvPr id="135" name="Shape 132"/>
          <p:cNvSpPr/>
          <p:nvPr/>
        </p:nvSpPr>
        <p:spPr>
          <a:xfrm>
            <a:off x="8103870" y="4149090"/>
            <a:ext cx="51435" cy="51435"/>
          </a:xfrm>
          <a:prstGeom prst="rect">
            <a:avLst/>
          </a:prstGeom>
          <a:solidFill>
            <a:srgbClr val="2378BD"/>
          </a:solidFill>
          <a:ln w="12700">
            <a:solidFill>
              <a:srgbClr val="2378BD"/>
            </a:solidFill>
            <a:prstDash val="solid"/>
          </a:ln>
        </p:spPr>
      </p:sp>
      <p:sp>
        <p:nvSpPr>
          <p:cNvPr id="136" name="Shape 133"/>
          <p:cNvSpPr/>
          <p:nvPr/>
        </p:nvSpPr>
        <p:spPr>
          <a:xfrm>
            <a:off x="8155305" y="4149090"/>
            <a:ext cx="51435" cy="51435"/>
          </a:xfrm>
          <a:prstGeom prst="rect">
            <a:avLst/>
          </a:prstGeom>
          <a:solidFill>
            <a:srgbClr val="2378BD"/>
          </a:solidFill>
          <a:ln w="12700">
            <a:solidFill>
              <a:srgbClr val="2378BD"/>
            </a:solidFill>
            <a:prstDash val="solid"/>
          </a:ln>
        </p:spPr>
      </p:sp>
      <p:sp>
        <p:nvSpPr>
          <p:cNvPr id="137" name="Shape 134"/>
          <p:cNvSpPr/>
          <p:nvPr/>
        </p:nvSpPr>
        <p:spPr>
          <a:xfrm>
            <a:off x="8361045" y="4149090"/>
            <a:ext cx="51435" cy="51435"/>
          </a:xfrm>
          <a:prstGeom prst="rect">
            <a:avLst/>
          </a:prstGeom>
          <a:solidFill>
            <a:srgbClr val="2378BD"/>
          </a:solidFill>
          <a:ln w="12700">
            <a:solidFill>
              <a:srgbClr val="2378BD"/>
            </a:solidFill>
            <a:prstDash val="solid"/>
          </a:ln>
        </p:spPr>
      </p:sp>
      <p:sp>
        <p:nvSpPr>
          <p:cNvPr id="138" name="Shape 135"/>
          <p:cNvSpPr/>
          <p:nvPr/>
        </p:nvSpPr>
        <p:spPr>
          <a:xfrm>
            <a:off x="8412480" y="4149090"/>
            <a:ext cx="51435" cy="51435"/>
          </a:xfrm>
          <a:prstGeom prst="rect">
            <a:avLst/>
          </a:prstGeom>
          <a:solidFill>
            <a:srgbClr val="2378BD"/>
          </a:solidFill>
          <a:ln w="12700">
            <a:solidFill>
              <a:srgbClr val="2378BD"/>
            </a:solidFill>
            <a:prstDash val="solid"/>
          </a:ln>
        </p:spPr>
      </p:sp>
      <p:sp>
        <p:nvSpPr>
          <p:cNvPr id="139" name="Shape 136"/>
          <p:cNvSpPr/>
          <p:nvPr/>
        </p:nvSpPr>
        <p:spPr>
          <a:xfrm>
            <a:off x="8463915" y="4149090"/>
            <a:ext cx="51435" cy="51435"/>
          </a:xfrm>
          <a:prstGeom prst="rect">
            <a:avLst/>
          </a:prstGeom>
          <a:solidFill>
            <a:srgbClr val="2378BD"/>
          </a:solidFill>
          <a:ln w="12700">
            <a:solidFill>
              <a:srgbClr val="2378BD"/>
            </a:solidFill>
            <a:prstDash val="solid"/>
          </a:ln>
        </p:spPr>
      </p:sp>
      <p:sp>
        <p:nvSpPr>
          <p:cNvPr id="140" name="Shape 137"/>
          <p:cNvSpPr/>
          <p:nvPr/>
        </p:nvSpPr>
        <p:spPr>
          <a:xfrm>
            <a:off x="8669655" y="4149090"/>
            <a:ext cx="51435" cy="51435"/>
          </a:xfrm>
          <a:prstGeom prst="rect">
            <a:avLst/>
          </a:prstGeom>
          <a:solidFill>
            <a:srgbClr val="2378BD"/>
          </a:solidFill>
          <a:ln w="12700">
            <a:solidFill>
              <a:srgbClr val="2378BD"/>
            </a:solidFill>
            <a:prstDash val="solid"/>
          </a:ln>
        </p:spPr>
      </p:sp>
      <p:sp>
        <p:nvSpPr>
          <p:cNvPr id="141" name="Shape 138"/>
          <p:cNvSpPr/>
          <p:nvPr/>
        </p:nvSpPr>
        <p:spPr>
          <a:xfrm>
            <a:off x="8721090" y="4149090"/>
            <a:ext cx="51435" cy="51435"/>
          </a:xfrm>
          <a:prstGeom prst="rect">
            <a:avLst/>
          </a:prstGeom>
          <a:solidFill>
            <a:srgbClr val="2378BD"/>
          </a:solidFill>
          <a:ln w="12700">
            <a:solidFill>
              <a:srgbClr val="2378BD"/>
            </a:solidFill>
            <a:prstDash val="solid"/>
          </a:ln>
        </p:spPr>
      </p:sp>
      <p:sp>
        <p:nvSpPr>
          <p:cNvPr id="142" name="Shape 139"/>
          <p:cNvSpPr/>
          <p:nvPr/>
        </p:nvSpPr>
        <p:spPr>
          <a:xfrm>
            <a:off x="8772525" y="4149090"/>
            <a:ext cx="51435" cy="51435"/>
          </a:xfrm>
          <a:prstGeom prst="rect">
            <a:avLst/>
          </a:prstGeom>
          <a:solidFill>
            <a:srgbClr val="2378BD"/>
          </a:solidFill>
          <a:ln w="12700">
            <a:solidFill>
              <a:srgbClr val="2378BD"/>
            </a:solidFill>
            <a:prstDash val="solid"/>
          </a:ln>
        </p:spPr>
      </p:sp>
      <p:sp>
        <p:nvSpPr>
          <p:cNvPr id="143" name="Shape 140"/>
          <p:cNvSpPr/>
          <p:nvPr/>
        </p:nvSpPr>
        <p:spPr>
          <a:xfrm>
            <a:off x="8001000" y="4200525"/>
            <a:ext cx="51435" cy="51435"/>
          </a:xfrm>
          <a:prstGeom prst="rect">
            <a:avLst/>
          </a:prstGeom>
          <a:solidFill>
            <a:srgbClr val="2378BD"/>
          </a:solidFill>
          <a:ln w="12700">
            <a:solidFill>
              <a:srgbClr val="2378BD"/>
            </a:solidFill>
            <a:prstDash val="solid"/>
          </a:ln>
        </p:spPr>
      </p:sp>
      <p:sp>
        <p:nvSpPr>
          <p:cNvPr id="144" name="Shape 141"/>
          <p:cNvSpPr/>
          <p:nvPr/>
        </p:nvSpPr>
        <p:spPr>
          <a:xfrm>
            <a:off x="8052435" y="4200525"/>
            <a:ext cx="51435" cy="51435"/>
          </a:xfrm>
          <a:prstGeom prst="rect">
            <a:avLst/>
          </a:prstGeom>
          <a:solidFill>
            <a:srgbClr val="2378BD"/>
          </a:solidFill>
          <a:ln w="12700">
            <a:solidFill>
              <a:srgbClr val="2378BD"/>
            </a:solidFill>
            <a:prstDash val="solid"/>
          </a:ln>
        </p:spPr>
      </p:sp>
      <p:sp>
        <p:nvSpPr>
          <p:cNvPr id="145" name="Shape 142"/>
          <p:cNvSpPr/>
          <p:nvPr/>
        </p:nvSpPr>
        <p:spPr>
          <a:xfrm>
            <a:off x="8103870" y="4200525"/>
            <a:ext cx="51435" cy="51435"/>
          </a:xfrm>
          <a:prstGeom prst="rect">
            <a:avLst/>
          </a:prstGeom>
          <a:solidFill>
            <a:srgbClr val="2378BD"/>
          </a:solidFill>
          <a:ln w="12700">
            <a:solidFill>
              <a:srgbClr val="2378BD"/>
            </a:solidFill>
            <a:prstDash val="solid"/>
          </a:ln>
        </p:spPr>
      </p:sp>
      <p:sp>
        <p:nvSpPr>
          <p:cNvPr id="146" name="Shape 143"/>
          <p:cNvSpPr/>
          <p:nvPr/>
        </p:nvSpPr>
        <p:spPr>
          <a:xfrm>
            <a:off x="8155305" y="4200525"/>
            <a:ext cx="51435" cy="51435"/>
          </a:xfrm>
          <a:prstGeom prst="rect">
            <a:avLst/>
          </a:prstGeom>
          <a:solidFill>
            <a:srgbClr val="2378BD"/>
          </a:solidFill>
          <a:ln w="12700">
            <a:solidFill>
              <a:srgbClr val="2378BD"/>
            </a:solidFill>
            <a:prstDash val="solid"/>
          </a:ln>
        </p:spPr>
      </p:sp>
      <p:sp>
        <p:nvSpPr>
          <p:cNvPr id="147" name="Shape 144"/>
          <p:cNvSpPr/>
          <p:nvPr/>
        </p:nvSpPr>
        <p:spPr>
          <a:xfrm>
            <a:off x="8361045" y="4200525"/>
            <a:ext cx="51435" cy="51435"/>
          </a:xfrm>
          <a:prstGeom prst="rect">
            <a:avLst/>
          </a:prstGeom>
          <a:solidFill>
            <a:srgbClr val="2378BD"/>
          </a:solidFill>
          <a:ln w="12700">
            <a:solidFill>
              <a:srgbClr val="2378BD"/>
            </a:solidFill>
            <a:prstDash val="solid"/>
          </a:ln>
        </p:spPr>
      </p:sp>
      <p:sp>
        <p:nvSpPr>
          <p:cNvPr id="148" name="Shape 145"/>
          <p:cNvSpPr/>
          <p:nvPr/>
        </p:nvSpPr>
        <p:spPr>
          <a:xfrm>
            <a:off x="8412480" y="4200525"/>
            <a:ext cx="51435" cy="51435"/>
          </a:xfrm>
          <a:prstGeom prst="rect">
            <a:avLst/>
          </a:prstGeom>
          <a:solidFill>
            <a:srgbClr val="2378BD"/>
          </a:solidFill>
          <a:ln w="12700">
            <a:solidFill>
              <a:srgbClr val="2378BD"/>
            </a:solidFill>
            <a:prstDash val="solid"/>
          </a:ln>
        </p:spPr>
      </p:sp>
      <p:sp>
        <p:nvSpPr>
          <p:cNvPr id="149" name="Shape 146"/>
          <p:cNvSpPr/>
          <p:nvPr/>
        </p:nvSpPr>
        <p:spPr>
          <a:xfrm>
            <a:off x="8463915" y="4200525"/>
            <a:ext cx="51435" cy="51435"/>
          </a:xfrm>
          <a:prstGeom prst="rect">
            <a:avLst/>
          </a:prstGeom>
          <a:solidFill>
            <a:srgbClr val="2378BD"/>
          </a:solidFill>
          <a:ln w="12700">
            <a:solidFill>
              <a:srgbClr val="2378BD"/>
            </a:solidFill>
            <a:prstDash val="solid"/>
          </a:ln>
        </p:spPr>
      </p:sp>
      <p:sp>
        <p:nvSpPr>
          <p:cNvPr id="150" name="Shape 147"/>
          <p:cNvSpPr/>
          <p:nvPr/>
        </p:nvSpPr>
        <p:spPr>
          <a:xfrm>
            <a:off x="8669655" y="4200525"/>
            <a:ext cx="51435" cy="51435"/>
          </a:xfrm>
          <a:prstGeom prst="rect">
            <a:avLst/>
          </a:prstGeom>
          <a:solidFill>
            <a:srgbClr val="2378BD"/>
          </a:solidFill>
          <a:ln w="12700">
            <a:solidFill>
              <a:srgbClr val="2378BD"/>
            </a:solidFill>
            <a:prstDash val="solid"/>
          </a:ln>
        </p:spPr>
      </p:sp>
      <p:sp>
        <p:nvSpPr>
          <p:cNvPr id="151" name="Shape 148"/>
          <p:cNvSpPr/>
          <p:nvPr/>
        </p:nvSpPr>
        <p:spPr>
          <a:xfrm>
            <a:off x="8721090" y="4200525"/>
            <a:ext cx="51435" cy="51435"/>
          </a:xfrm>
          <a:prstGeom prst="rect">
            <a:avLst/>
          </a:prstGeom>
          <a:solidFill>
            <a:srgbClr val="2378BD"/>
          </a:solidFill>
          <a:ln w="12700">
            <a:solidFill>
              <a:srgbClr val="2378BD"/>
            </a:solidFill>
            <a:prstDash val="solid"/>
          </a:ln>
        </p:spPr>
      </p:sp>
      <p:sp>
        <p:nvSpPr>
          <p:cNvPr id="152" name="Shape 149"/>
          <p:cNvSpPr/>
          <p:nvPr/>
        </p:nvSpPr>
        <p:spPr>
          <a:xfrm>
            <a:off x="8772525" y="4200525"/>
            <a:ext cx="51435" cy="51435"/>
          </a:xfrm>
          <a:prstGeom prst="rect">
            <a:avLst/>
          </a:prstGeom>
          <a:solidFill>
            <a:srgbClr val="2378BD"/>
          </a:solidFill>
          <a:ln w="12700">
            <a:solidFill>
              <a:srgbClr val="2378BD"/>
            </a:solidFill>
            <a:prstDash val="solid"/>
          </a:ln>
        </p:spPr>
      </p:sp>
      <p:sp>
        <p:nvSpPr>
          <p:cNvPr id="153" name="Shape 150"/>
          <p:cNvSpPr/>
          <p:nvPr/>
        </p:nvSpPr>
        <p:spPr>
          <a:xfrm>
            <a:off x="8001000" y="4251960"/>
            <a:ext cx="51435" cy="51435"/>
          </a:xfrm>
          <a:prstGeom prst="rect">
            <a:avLst/>
          </a:prstGeom>
          <a:solidFill>
            <a:srgbClr val="2378BD"/>
          </a:solidFill>
          <a:ln w="12700">
            <a:solidFill>
              <a:srgbClr val="2378BD"/>
            </a:solidFill>
            <a:prstDash val="solid"/>
          </a:ln>
        </p:spPr>
      </p:sp>
      <p:sp>
        <p:nvSpPr>
          <p:cNvPr id="154" name="Shape 151"/>
          <p:cNvSpPr/>
          <p:nvPr/>
        </p:nvSpPr>
        <p:spPr>
          <a:xfrm>
            <a:off x="8052435" y="4251960"/>
            <a:ext cx="51435" cy="51435"/>
          </a:xfrm>
          <a:prstGeom prst="rect">
            <a:avLst/>
          </a:prstGeom>
          <a:solidFill>
            <a:srgbClr val="2378BD"/>
          </a:solidFill>
          <a:ln w="12700">
            <a:solidFill>
              <a:srgbClr val="2378BD"/>
            </a:solidFill>
            <a:prstDash val="solid"/>
          </a:ln>
        </p:spPr>
      </p:sp>
      <p:sp>
        <p:nvSpPr>
          <p:cNvPr id="155" name="Shape 152"/>
          <p:cNvSpPr/>
          <p:nvPr/>
        </p:nvSpPr>
        <p:spPr>
          <a:xfrm>
            <a:off x="8103870" y="4251960"/>
            <a:ext cx="51435" cy="51435"/>
          </a:xfrm>
          <a:prstGeom prst="rect">
            <a:avLst/>
          </a:prstGeom>
          <a:solidFill>
            <a:srgbClr val="2378BD"/>
          </a:solidFill>
          <a:ln w="12700">
            <a:solidFill>
              <a:srgbClr val="2378BD"/>
            </a:solidFill>
            <a:prstDash val="solid"/>
          </a:ln>
        </p:spPr>
      </p:sp>
      <p:sp>
        <p:nvSpPr>
          <p:cNvPr id="156" name="Shape 153"/>
          <p:cNvSpPr/>
          <p:nvPr/>
        </p:nvSpPr>
        <p:spPr>
          <a:xfrm>
            <a:off x="8155305" y="4251960"/>
            <a:ext cx="51435" cy="51435"/>
          </a:xfrm>
          <a:prstGeom prst="rect">
            <a:avLst/>
          </a:prstGeom>
          <a:solidFill>
            <a:srgbClr val="2378BD"/>
          </a:solidFill>
          <a:ln w="12700">
            <a:solidFill>
              <a:srgbClr val="2378BD"/>
            </a:solidFill>
            <a:prstDash val="solid"/>
          </a:ln>
        </p:spPr>
      </p:sp>
      <p:sp>
        <p:nvSpPr>
          <p:cNvPr id="157" name="Shape 154"/>
          <p:cNvSpPr/>
          <p:nvPr/>
        </p:nvSpPr>
        <p:spPr>
          <a:xfrm>
            <a:off x="8361045" y="4251960"/>
            <a:ext cx="51435" cy="51435"/>
          </a:xfrm>
          <a:prstGeom prst="rect">
            <a:avLst/>
          </a:prstGeom>
          <a:solidFill>
            <a:srgbClr val="2378BD"/>
          </a:solidFill>
          <a:ln w="12700">
            <a:solidFill>
              <a:srgbClr val="2378BD"/>
            </a:solidFill>
            <a:prstDash val="solid"/>
          </a:ln>
        </p:spPr>
      </p:sp>
      <p:sp>
        <p:nvSpPr>
          <p:cNvPr id="158" name="Shape 155"/>
          <p:cNvSpPr/>
          <p:nvPr/>
        </p:nvSpPr>
        <p:spPr>
          <a:xfrm>
            <a:off x="8412480" y="4251960"/>
            <a:ext cx="51435" cy="51435"/>
          </a:xfrm>
          <a:prstGeom prst="rect">
            <a:avLst/>
          </a:prstGeom>
          <a:solidFill>
            <a:srgbClr val="2378BD"/>
          </a:solidFill>
          <a:ln w="12700">
            <a:solidFill>
              <a:srgbClr val="2378BD"/>
            </a:solidFill>
            <a:prstDash val="solid"/>
          </a:ln>
        </p:spPr>
      </p:sp>
      <p:sp>
        <p:nvSpPr>
          <p:cNvPr id="159" name="Shape 156"/>
          <p:cNvSpPr/>
          <p:nvPr/>
        </p:nvSpPr>
        <p:spPr>
          <a:xfrm>
            <a:off x="8463915" y="4251960"/>
            <a:ext cx="51435" cy="51435"/>
          </a:xfrm>
          <a:prstGeom prst="rect">
            <a:avLst/>
          </a:prstGeom>
          <a:solidFill>
            <a:srgbClr val="2378BD"/>
          </a:solidFill>
          <a:ln w="12700">
            <a:solidFill>
              <a:srgbClr val="2378BD"/>
            </a:solidFill>
            <a:prstDash val="solid"/>
          </a:ln>
        </p:spPr>
      </p:sp>
      <p:sp>
        <p:nvSpPr>
          <p:cNvPr id="160" name="Shape 157"/>
          <p:cNvSpPr/>
          <p:nvPr/>
        </p:nvSpPr>
        <p:spPr>
          <a:xfrm>
            <a:off x="8669655" y="4251960"/>
            <a:ext cx="51435" cy="51435"/>
          </a:xfrm>
          <a:prstGeom prst="rect">
            <a:avLst/>
          </a:prstGeom>
          <a:solidFill>
            <a:srgbClr val="2378BD"/>
          </a:solidFill>
          <a:ln w="12700">
            <a:solidFill>
              <a:srgbClr val="2378BD"/>
            </a:solidFill>
            <a:prstDash val="solid"/>
          </a:ln>
        </p:spPr>
      </p:sp>
      <p:sp>
        <p:nvSpPr>
          <p:cNvPr id="161" name="Shape 158"/>
          <p:cNvSpPr/>
          <p:nvPr/>
        </p:nvSpPr>
        <p:spPr>
          <a:xfrm>
            <a:off x="8721090" y="4251960"/>
            <a:ext cx="51435" cy="51435"/>
          </a:xfrm>
          <a:prstGeom prst="rect">
            <a:avLst/>
          </a:prstGeom>
          <a:solidFill>
            <a:srgbClr val="2378BD"/>
          </a:solidFill>
          <a:ln w="12700">
            <a:solidFill>
              <a:srgbClr val="2378BD"/>
            </a:solidFill>
            <a:prstDash val="solid"/>
          </a:ln>
        </p:spPr>
      </p:sp>
      <p:sp>
        <p:nvSpPr>
          <p:cNvPr id="162" name="Shape 159"/>
          <p:cNvSpPr/>
          <p:nvPr/>
        </p:nvSpPr>
        <p:spPr>
          <a:xfrm>
            <a:off x="8772525" y="4251960"/>
            <a:ext cx="51435" cy="51435"/>
          </a:xfrm>
          <a:prstGeom prst="rect">
            <a:avLst/>
          </a:prstGeom>
          <a:solidFill>
            <a:srgbClr val="2378BD"/>
          </a:solidFill>
          <a:ln w="12700">
            <a:solidFill>
              <a:srgbClr val="2378BD"/>
            </a:solidFill>
            <a:prstDash val="solid"/>
          </a:ln>
        </p:spPr>
      </p:sp>
      <p:sp>
        <p:nvSpPr>
          <p:cNvPr id="163" name="Shape 160"/>
          <p:cNvSpPr/>
          <p:nvPr/>
        </p:nvSpPr>
        <p:spPr>
          <a:xfrm>
            <a:off x="8001000" y="4303395"/>
            <a:ext cx="51435" cy="51435"/>
          </a:xfrm>
          <a:prstGeom prst="rect">
            <a:avLst/>
          </a:prstGeom>
          <a:solidFill>
            <a:srgbClr val="2378BD"/>
          </a:solidFill>
          <a:ln w="12700">
            <a:solidFill>
              <a:srgbClr val="2378BD"/>
            </a:solidFill>
            <a:prstDash val="solid"/>
          </a:ln>
        </p:spPr>
      </p:sp>
      <p:sp>
        <p:nvSpPr>
          <p:cNvPr id="164" name="Shape 161"/>
          <p:cNvSpPr/>
          <p:nvPr/>
        </p:nvSpPr>
        <p:spPr>
          <a:xfrm>
            <a:off x="8052435" y="4303395"/>
            <a:ext cx="51435" cy="51435"/>
          </a:xfrm>
          <a:prstGeom prst="rect">
            <a:avLst/>
          </a:prstGeom>
          <a:solidFill>
            <a:srgbClr val="2378BD"/>
          </a:solidFill>
          <a:ln w="12700">
            <a:solidFill>
              <a:srgbClr val="2378BD"/>
            </a:solidFill>
            <a:prstDash val="solid"/>
          </a:ln>
        </p:spPr>
      </p:sp>
      <p:sp>
        <p:nvSpPr>
          <p:cNvPr id="165" name="Shape 162"/>
          <p:cNvSpPr/>
          <p:nvPr/>
        </p:nvSpPr>
        <p:spPr>
          <a:xfrm>
            <a:off x="8103870" y="4303395"/>
            <a:ext cx="51435" cy="51435"/>
          </a:xfrm>
          <a:prstGeom prst="rect">
            <a:avLst/>
          </a:prstGeom>
          <a:solidFill>
            <a:srgbClr val="2378BD"/>
          </a:solidFill>
          <a:ln w="12700">
            <a:solidFill>
              <a:srgbClr val="2378BD"/>
            </a:solidFill>
            <a:prstDash val="solid"/>
          </a:ln>
        </p:spPr>
      </p:sp>
      <p:sp>
        <p:nvSpPr>
          <p:cNvPr id="166" name="Shape 163"/>
          <p:cNvSpPr/>
          <p:nvPr/>
        </p:nvSpPr>
        <p:spPr>
          <a:xfrm>
            <a:off x="8155305" y="4303395"/>
            <a:ext cx="51435" cy="51435"/>
          </a:xfrm>
          <a:prstGeom prst="rect">
            <a:avLst/>
          </a:prstGeom>
          <a:solidFill>
            <a:srgbClr val="2378BD"/>
          </a:solidFill>
          <a:ln w="12700">
            <a:solidFill>
              <a:srgbClr val="2378BD"/>
            </a:solidFill>
            <a:prstDash val="solid"/>
          </a:ln>
        </p:spPr>
      </p:sp>
      <p:sp>
        <p:nvSpPr>
          <p:cNvPr id="167" name="Shape 164"/>
          <p:cNvSpPr/>
          <p:nvPr/>
        </p:nvSpPr>
        <p:spPr>
          <a:xfrm>
            <a:off x="8361045" y="4303395"/>
            <a:ext cx="51435" cy="51435"/>
          </a:xfrm>
          <a:prstGeom prst="rect">
            <a:avLst/>
          </a:prstGeom>
          <a:solidFill>
            <a:srgbClr val="2378BD"/>
          </a:solidFill>
          <a:ln w="12700">
            <a:solidFill>
              <a:srgbClr val="2378BD"/>
            </a:solidFill>
            <a:prstDash val="solid"/>
          </a:ln>
        </p:spPr>
      </p:sp>
      <p:sp>
        <p:nvSpPr>
          <p:cNvPr id="168" name="Shape 165"/>
          <p:cNvSpPr/>
          <p:nvPr/>
        </p:nvSpPr>
        <p:spPr>
          <a:xfrm>
            <a:off x="8412480" y="4303395"/>
            <a:ext cx="51435" cy="51435"/>
          </a:xfrm>
          <a:prstGeom prst="rect">
            <a:avLst/>
          </a:prstGeom>
          <a:solidFill>
            <a:srgbClr val="2378BD"/>
          </a:solidFill>
          <a:ln w="12700">
            <a:solidFill>
              <a:srgbClr val="2378BD"/>
            </a:solidFill>
            <a:prstDash val="solid"/>
          </a:ln>
        </p:spPr>
      </p:sp>
      <p:sp>
        <p:nvSpPr>
          <p:cNvPr id="169" name="Shape 166"/>
          <p:cNvSpPr/>
          <p:nvPr/>
        </p:nvSpPr>
        <p:spPr>
          <a:xfrm>
            <a:off x="8463915" y="4303395"/>
            <a:ext cx="51435" cy="51435"/>
          </a:xfrm>
          <a:prstGeom prst="rect">
            <a:avLst/>
          </a:prstGeom>
          <a:solidFill>
            <a:srgbClr val="2378BD"/>
          </a:solidFill>
          <a:ln w="12700">
            <a:solidFill>
              <a:srgbClr val="2378BD"/>
            </a:solidFill>
            <a:prstDash val="solid"/>
          </a:ln>
        </p:spPr>
      </p:sp>
      <p:sp>
        <p:nvSpPr>
          <p:cNvPr id="170" name="Shape 167"/>
          <p:cNvSpPr/>
          <p:nvPr/>
        </p:nvSpPr>
        <p:spPr>
          <a:xfrm>
            <a:off x="8618220" y="4303395"/>
            <a:ext cx="51435" cy="51435"/>
          </a:xfrm>
          <a:prstGeom prst="rect">
            <a:avLst/>
          </a:prstGeom>
          <a:solidFill>
            <a:srgbClr val="2378BD"/>
          </a:solidFill>
          <a:ln w="12700">
            <a:solidFill>
              <a:srgbClr val="2378BD"/>
            </a:solidFill>
            <a:prstDash val="solid"/>
          </a:ln>
        </p:spPr>
      </p:sp>
      <p:sp>
        <p:nvSpPr>
          <p:cNvPr id="171" name="Shape 168"/>
          <p:cNvSpPr/>
          <p:nvPr/>
        </p:nvSpPr>
        <p:spPr>
          <a:xfrm>
            <a:off x="8669655" y="4303395"/>
            <a:ext cx="51435" cy="51435"/>
          </a:xfrm>
          <a:prstGeom prst="rect">
            <a:avLst/>
          </a:prstGeom>
          <a:solidFill>
            <a:srgbClr val="2378BD"/>
          </a:solidFill>
          <a:ln w="12700">
            <a:solidFill>
              <a:srgbClr val="2378BD"/>
            </a:solidFill>
            <a:prstDash val="solid"/>
          </a:ln>
        </p:spPr>
      </p:sp>
      <p:sp>
        <p:nvSpPr>
          <p:cNvPr id="172" name="Shape 169"/>
          <p:cNvSpPr/>
          <p:nvPr/>
        </p:nvSpPr>
        <p:spPr>
          <a:xfrm>
            <a:off x="8721090" y="4303395"/>
            <a:ext cx="51435" cy="51435"/>
          </a:xfrm>
          <a:prstGeom prst="rect">
            <a:avLst/>
          </a:prstGeom>
          <a:solidFill>
            <a:srgbClr val="2378BD"/>
          </a:solidFill>
          <a:ln w="12700">
            <a:solidFill>
              <a:srgbClr val="2378BD"/>
            </a:solidFill>
            <a:prstDash val="solid"/>
          </a:ln>
        </p:spPr>
      </p:sp>
      <p:sp>
        <p:nvSpPr>
          <p:cNvPr id="173" name="Shape 170"/>
          <p:cNvSpPr/>
          <p:nvPr/>
        </p:nvSpPr>
        <p:spPr>
          <a:xfrm>
            <a:off x="8772525" y="4303395"/>
            <a:ext cx="51435" cy="51435"/>
          </a:xfrm>
          <a:prstGeom prst="rect">
            <a:avLst/>
          </a:prstGeom>
          <a:solidFill>
            <a:srgbClr val="2378BD"/>
          </a:solidFill>
          <a:ln w="12700">
            <a:solidFill>
              <a:srgbClr val="2378BD"/>
            </a:solidFill>
            <a:prstDash val="solid"/>
          </a:ln>
        </p:spPr>
      </p:sp>
      <p:sp>
        <p:nvSpPr>
          <p:cNvPr id="174" name="Shape 171"/>
          <p:cNvSpPr/>
          <p:nvPr/>
        </p:nvSpPr>
        <p:spPr>
          <a:xfrm>
            <a:off x="8001000" y="4354830"/>
            <a:ext cx="51435" cy="51435"/>
          </a:xfrm>
          <a:prstGeom prst="rect">
            <a:avLst/>
          </a:prstGeom>
          <a:solidFill>
            <a:srgbClr val="2378BD"/>
          </a:solidFill>
          <a:ln w="12700">
            <a:solidFill>
              <a:srgbClr val="2378BD"/>
            </a:solidFill>
            <a:prstDash val="solid"/>
          </a:ln>
        </p:spPr>
      </p:sp>
      <p:sp>
        <p:nvSpPr>
          <p:cNvPr id="175" name="Shape 172"/>
          <p:cNvSpPr/>
          <p:nvPr/>
        </p:nvSpPr>
        <p:spPr>
          <a:xfrm>
            <a:off x="8052435" y="4354830"/>
            <a:ext cx="51435" cy="51435"/>
          </a:xfrm>
          <a:prstGeom prst="rect">
            <a:avLst/>
          </a:prstGeom>
          <a:solidFill>
            <a:srgbClr val="2378BD"/>
          </a:solidFill>
          <a:ln w="12700">
            <a:solidFill>
              <a:srgbClr val="2378BD"/>
            </a:solidFill>
            <a:prstDash val="solid"/>
          </a:ln>
        </p:spPr>
      </p:sp>
      <p:sp>
        <p:nvSpPr>
          <p:cNvPr id="176" name="Shape 173"/>
          <p:cNvSpPr/>
          <p:nvPr/>
        </p:nvSpPr>
        <p:spPr>
          <a:xfrm>
            <a:off x="8103870" y="4354830"/>
            <a:ext cx="51435" cy="51435"/>
          </a:xfrm>
          <a:prstGeom prst="rect">
            <a:avLst/>
          </a:prstGeom>
          <a:solidFill>
            <a:srgbClr val="2378BD"/>
          </a:solidFill>
          <a:ln w="12700">
            <a:solidFill>
              <a:srgbClr val="2378BD"/>
            </a:solidFill>
            <a:prstDash val="solid"/>
          </a:ln>
        </p:spPr>
      </p:sp>
      <p:sp>
        <p:nvSpPr>
          <p:cNvPr id="177" name="Shape 174"/>
          <p:cNvSpPr/>
          <p:nvPr/>
        </p:nvSpPr>
        <p:spPr>
          <a:xfrm>
            <a:off x="8155305" y="4354830"/>
            <a:ext cx="51435" cy="51435"/>
          </a:xfrm>
          <a:prstGeom prst="rect">
            <a:avLst/>
          </a:prstGeom>
          <a:solidFill>
            <a:srgbClr val="2378BD"/>
          </a:solidFill>
          <a:ln w="12700">
            <a:solidFill>
              <a:srgbClr val="2378BD"/>
            </a:solidFill>
            <a:prstDash val="solid"/>
          </a:ln>
        </p:spPr>
      </p:sp>
      <p:sp>
        <p:nvSpPr>
          <p:cNvPr id="178" name="Shape 175"/>
          <p:cNvSpPr/>
          <p:nvPr/>
        </p:nvSpPr>
        <p:spPr>
          <a:xfrm>
            <a:off x="8361045" y="4354830"/>
            <a:ext cx="51435" cy="51435"/>
          </a:xfrm>
          <a:prstGeom prst="rect">
            <a:avLst/>
          </a:prstGeom>
          <a:solidFill>
            <a:srgbClr val="2378BD"/>
          </a:solidFill>
          <a:ln w="12700">
            <a:solidFill>
              <a:srgbClr val="2378BD"/>
            </a:solidFill>
            <a:prstDash val="solid"/>
          </a:ln>
        </p:spPr>
      </p:sp>
      <p:sp>
        <p:nvSpPr>
          <p:cNvPr id="179" name="Shape 176"/>
          <p:cNvSpPr/>
          <p:nvPr/>
        </p:nvSpPr>
        <p:spPr>
          <a:xfrm>
            <a:off x="8412480" y="4354830"/>
            <a:ext cx="51435" cy="51435"/>
          </a:xfrm>
          <a:prstGeom prst="rect">
            <a:avLst/>
          </a:prstGeom>
          <a:solidFill>
            <a:srgbClr val="2378BD"/>
          </a:solidFill>
          <a:ln w="12700">
            <a:solidFill>
              <a:srgbClr val="2378BD"/>
            </a:solidFill>
            <a:prstDash val="solid"/>
          </a:ln>
        </p:spPr>
      </p:sp>
      <p:sp>
        <p:nvSpPr>
          <p:cNvPr id="180" name="Shape 177"/>
          <p:cNvSpPr/>
          <p:nvPr/>
        </p:nvSpPr>
        <p:spPr>
          <a:xfrm>
            <a:off x="8463915" y="4354830"/>
            <a:ext cx="51435" cy="51435"/>
          </a:xfrm>
          <a:prstGeom prst="rect">
            <a:avLst/>
          </a:prstGeom>
          <a:solidFill>
            <a:srgbClr val="2378BD"/>
          </a:solidFill>
          <a:ln w="12700">
            <a:solidFill>
              <a:srgbClr val="2378BD"/>
            </a:solidFill>
            <a:prstDash val="solid"/>
          </a:ln>
        </p:spPr>
      </p:sp>
      <p:sp>
        <p:nvSpPr>
          <p:cNvPr id="181" name="Shape 178"/>
          <p:cNvSpPr/>
          <p:nvPr/>
        </p:nvSpPr>
        <p:spPr>
          <a:xfrm>
            <a:off x="8618220" y="4354830"/>
            <a:ext cx="51435" cy="51435"/>
          </a:xfrm>
          <a:prstGeom prst="rect">
            <a:avLst/>
          </a:prstGeom>
          <a:solidFill>
            <a:srgbClr val="2378BD"/>
          </a:solidFill>
          <a:ln w="12700">
            <a:solidFill>
              <a:srgbClr val="2378BD"/>
            </a:solidFill>
            <a:prstDash val="solid"/>
          </a:ln>
        </p:spPr>
      </p:sp>
      <p:sp>
        <p:nvSpPr>
          <p:cNvPr id="182" name="Shape 179"/>
          <p:cNvSpPr/>
          <p:nvPr/>
        </p:nvSpPr>
        <p:spPr>
          <a:xfrm>
            <a:off x="8669655" y="4354830"/>
            <a:ext cx="51435" cy="51435"/>
          </a:xfrm>
          <a:prstGeom prst="rect">
            <a:avLst/>
          </a:prstGeom>
          <a:solidFill>
            <a:srgbClr val="2378BD"/>
          </a:solidFill>
          <a:ln w="12700">
            <a:solidFill>
              <a:srgbClr val="2378BD"/>
            </a:solidFill>
            <a:prstDash val="solid"/>
          </a:ln>
        </p:spPr>
      </p:sp>
      <p:sp>
        <p:nvSpPr>
          <p:cNvPr id="183" name="Shape 180"/>
          <p:cNvSpPr/>
          <p:nvPr/>
        </p:nvSpPr>
        <p:spPr>
          <a:xfrm>
            <a:off x="8721090" y="4354830"/>
            <a:ext cx="51435" cy="51435"/>
          </a:xfrm>
          <a:prstGeom prst="rect">
            <a:avLst/>
          </a:prstGeom>
          <a:solidFill>
            <a:srgbClr val="2378BD"/>
          </a:solidFill>
          <a:ln w="12700">
            <a:solidFill>
              <a:srgbClr val="2378BD"/>
            </a:solidFill>
            <a:prstDash val="solid"/>
          </a:ln>
        </p:spPr>
      </p:sp>
      <p:sp>
        <p:nvSpPr>
          <p:cNvPr id="184" name="Shape 181"/>
          <p:cNvSpPr/>
          <p:nvPr/>
        </p:nvSpPr>
        <p:spPr>
          <a:xfrm>
            <a:off x="8772525" y="4354830"/>
            <a:ext cx="51435" cy="51435"/>
          </a:xfrm>
          <a:prstGeom prst="rect">
            <a:avLst/>
          </a:prstGeom>
          <a:solidFill>
            <a:srgbClr val="2378BD"/>
          </a:solidFill>
          <a:ln w="12700">
            <a:solidFill>
              <a:srgbClr val="2378BD"/>
            </a:solidFill>
            <a:prstDash val="solid"/>
          </a:ln>
        </p:spPr>
      </p:sp>
      <p:sp>
        <p:nvSpPr>
          <p:cNvPr id="185" name="Shape 182"/>
          <p:cNvSpPr/>
          <p:nvPr/>
        </p:nvSpPr>
        <p:spPr>
          <a:xfrm>
            <a:off x="8001000" y="4406265"/>
            <a:ext cx="51435" cy="51435"/>
          </a:xfrm>
          <a:prstGeom prst="rect">
            <a:avLst/>
          </a:prstGeom>
          <a:solidFill>
            <a:srgbClr val="2378BD"/>
          </a:solidFill>
          <a:ln w="12700">
            <a:solidFill>
              <a:srgbClr val="2378BD"/>
            </a:solidFill>
            <a:prstDash val="solid"/>
          </a:ln>
        </p:spPr>
      </p:sp>
      <p:sp>
        <p:nvSpPr>
          <p:cNvPr id="186" name="Shape 183"/>
          <p:cNvSpPr/>
          <p:nvPr/>
        </p:nvSpPr>
        <p:spPr>
          <a:xfrm>
            <a:off x="8052435" y="4406265"/>
            <a:ext cx="51435" cy="51435"/>
          </a:xfrm>
          <a:prstGeom prst="rect">
            <a:avLst/>
          </a:prstGeom>
          <a:solidFill>
            <a:srgbClr val="2378BD"/>
          </a:solidFill>
          <a:ln w="12700">
            <a:solidFill>
              <a:srgbClr val="2378BD"/>
            </a:solidFill>
            <a:prstDash val="solid"/>
          </a:ln>
        </p:spPr>
      </p:sp>
      <p:sp>
        <p:nvSpPr>
          <p:cNvPr id="187" name="Shape 184"/>
          <p:cNvSpPr/>
          <p:nvPr/>
        </p:nvSpPr>
        <p:spPr>
          <a:xfrm>
            <a:off x="8103870" y="4406265"/>
            <a:ext cx="51435" cy="51435"/>
          </a:xfrm>
          <a:prstGeom prst="rect">
            <a:avLst/>
          </a:prstGeom>
          <a:solidFill>
            <a:srgbClr val="2378BD"/>
          </a:solidFill>
          <a:ln w="12700">
            <a:solidFill>
              <a:srgbClr val="2378BD"/>
            </a:solidFill>
            <a:prstDash val="solid"/>
          </a:ln>
        </p:spPr>
      </p:sp>
      <p:sp>
        <p:nvSpPr>
          <p:cNvPr id="188" name="Shape 185"/>
          <p:cNvSpPr/>
          <p:nvPr/>
        </p:nvSpPr>
        <p:spPr>
          <a:xfrm>
            <a:off x="8155305" y="4406265"/>
            <a:ext cx="51435" cy="51435"/>
          </a:xfrm>
          <a:prstGeom prst="rect">
            <a:avLst/>
          </a:prstGeom>
          <a:solidFill>
            <a:srgbClr val="2378BD"/>
          </a:solidFill>
          <a:ln w="12700">
            <a:solidFill>
              <a:srgbClr val="2378BD"/>
            </a:solidFill>
            <a:prstDash val="solid"/>
          </a:ln>
        </p:spPr>
      </p:sp>
      <p:sp>
        <p:nvSpPr>
          <p:cNvPr id="189" name="Shape 186"/>
          <p:cNvSpPr/>
          <p:nvPr/>
        </p:nvSpPr>
        <p:spPr>
          <a:xfrm>
            <a:off x="8361045" y="4406265"/>
            <a:ext cx="51435" cy="51435"/>
          </a:xfrm>
          <a:prstGeom prst="rect">
            <a:avLst/>
          </a:prstGeom>
          <a:solidFill>
            <a:srgbClr val="2378BD"/>
          </a:solidFill>
          <a:ln w="12700">
            <a:solidFill>
              <a:srgbClr val="2378BD"/>
            </a:solidFill>
            <a:prstDash val="solid"/>
          </a:ln>
        </p:spPr>
      </p:sp>
      <p:sp>
        <p:nvSpPr>
          <p:cNvPr id="190" name="Shape 187"/>
          <p:cNvSpPr/>
          <p:nvPr/>
        </p:nvSpPr>
        <p:spPr>
          <a:xfrm>
            <a:off x="8412480" y="4406265"/>
            <a:ext cx="51435" cy="51435"/>
          </a:xfrm>
          <a:prstGeom prst="rect">
            <a:avLst/>
          </a:prstGeom>
          <a:solidFill>
            <a:srgbClr val="2378BD"/>
          </a:solidFill>
          <a:ln w="12700">
            <a:solidFill>
              <a:srgbClr val="2378BD"/>
            </a:solidFill>
            <a:prstDash val="solid"/>
          </a:ln>
        </p:spPr>
      </p:sp>
      <p:sp>
        <p:nvSpPr>
          <p:cNvPr id="191" name="Shape 188"/>
          <p:cNvSpPr/>
          <p:nvPr/>
        </p:nvSpPr>
        <p:spPr>
          <a:xfrm>
            <a:off x="8463915" y="4406265"/>
            <a:ext cx="51435" cy="51435"/>
          </a:xfrm>
          <a:prstGeom prst="rect">
            <a:avLst/>
          </a:prstGeom>
          <a:solidFill>
            <a:srgbClr val="2378BD"/>
          </a:solidFill>
          <a:ln w="12700">
            <a:solidFill>
              <a:srgbClr val="2378BD"/>
            </a:solidFill>
            <a:prstDash val="solid"/>
          </a:ln>
        </p:spPr>
      </p:sp>
      <p:sp>
        <p:nvSpPr>
          <p:cNvPr id="192" name="Shape 189"/>
          <p:cNvSpPr/>
          <p:nvPr/>
        </p:nvSpPr>
        <p:spPr>
          <a:xfrm>
            <a:off x="8566785" y="4406265"/>
            <a:ext cx="51435" cy="51435"/>
          </a:xfrm>
          <a:prstGeom prst="rect">
            <a:avLst/>
          </a:prstGeom>
          <a:solidFill>
            <a:srgbClr val="2378BD"/>
          </a:solidFill>
          <a:ln w="12700">
            <a:solidFill>
              <a:srgbClr val="2378BD"/>
            </a:solidFill>
            <a:prstDash val="solid"/>
          </a:ln>
        </p:spPr>
      </p:sp>
      <p:sp>
        <p:nvSpPr>
          <p:cNvPr id="193" name="Shape 190"/>
          <p:cNvSpPr/>
          <p:nvPr/>
        </p:nvSpPr>
        <p:spPr>
          <a:xfrm>
            <a:off x="8618220" y="4406265"/>
            <a:ext cx="51435" cy="51435"/>
          </a:xfrm>
          <a:prstGeom prst="rect">
            <a:avLst/>
          </a:prstGeom>
          <a:solidFill>
            <a:srgbClr val="2378BD"/>
          </a:solidFill>
          <a:ln w="12700">
            <a:solidFill>
              <a:srgbClr val="2378BD"/>
            </a:solidFill>
            <a:prstDash val="solid"/>
          </a:ln>
        </p:spPr>
      </p:sp>
      <p:sp>
        <p:nvSpPr>
          <p:cNvPr id="194" name="Shape 191"/>
          <p:cNvSpPr/>
          <p:nvPr/>
        </p:nvSpPr>
        <p:spPr>
          <a:xfrm>
            <a:off x="8669655" y="4406265"/>
            <a:ext cx="51435" cy="51435"/>
          </a:xfrm>
          <a:prstGeom prst="rect">
            <a:avLst/>
          </a:prstGeom>
          <a:solidFill>
            <a:srgbClr val="2378BD"/>
          </a:solidFill>
          <a:ln w="12700">
            <a:solidFill>
              <a:srgbClr val="2378BD"/>
            </a:solidFill>
            <a:prstDash val="solid"/>
          </a:ln>
        </p:spPr>
      </p:sp>
      <p:sp>
        <p:nvSpPr>
          <p:cNvPr id="195" name="Shape 192"/>
          <p:cNvSpPr/>
          <p:nvPr/>
        </p:nvSpPr>
        <p:spPr>
          <a:xfrm>
            <a:off x="8721090" y="4406265"/>
            <a:ext cx="51435" cy="51435"/>
          </a:xfrm>
          <a:prstGeom prst="rect">
            <a:avLst/>
          </a:prstGeom>
          <a:solidFill>
            <a:srgbClr val="2378BD"/>
          </a:solidFill>
          <a:ln w="12700">
            <a:solidFill>
              <a:srgbClr val="2378BD"/>
            </a:solidFill>
            <a:prstDash val="solid"/>
          </a:ln>
        </p:spPr>
      </p:sp>
      <p:sp>
        <p:nvSpPr>
          <p:cNvPr id="196" name="Shape 193"/>
          <p:cNvSpPr/>
          <p:nvPr/>
        </p:nvSpPr>
        <p:spPr>
          <a:xfrm>
            <a:off x="8772525" y="4406265"/>
            <a:ext cx="51435" cy="51435"/>
          </a:xfrm>
          <a:prstGeom prst="rect">
            <a:avLst/>
          </a:prstGeom>
          <a:solidFill>
            <a:srgbClr val="2378BD"/>
          </a:solidFill>
          <a:ln w="12700">
            <a:solidFill>
              <a:srgbClr val="2378BD"/>
            </a:solidFill>
            <a:prstDash val="solid"/>
          </a:ln>
        </p:spPr>
      </p:sp>
      <p:sp>
        <p:nvSpPr>
          <p:cNvPr id="197" name="Shape 194"/>
          <p:cNvSpPr/>
          <p:nvPr/>
        </p:nvSpPr>
        <p:spPr>
          <a:xfrm>
            <a:off x="8001000" y="4457700"/>
            <a:ext cx="51435" cy="51435"/>
          </a:xfrm>
          <a:prstGeom prst="rect">
            <a:avLst/>
          </a:prstGeom>
          <a:solidFill>
            <a:srgbClr val="2378BD"/>
          </a:solidFill>
          <a:ln w="12700">
            <a:solidFill>
              <a:srgbClr val="2378BD"/>
            </a:solidFill>
            <a:prstDash val="solid"/>
          </a:ln>
        </p:spPr>
      </p:sp>
      <p:sp>
        <p:nvSpPr>
          <p:cNvPr id="198" name="Shape 195"/>
          <p:cNvSpPr/>
          <p:nvPr/>
        </p:nvSpPr>
        <p:spPr>
          <a:xfrm>
            <a:off x="8052435" y="4457700"/>
            <a:ext cx="51435" cy="51435"/>
          </a:xfrm>
          <a:prstGeom prst="rect">
            <a:avLst/>
          </a:prstGeom>
          <a:solidFill>
            <a:srgbClr val="2378BD"/>
          </a:solidFill>
          <a:ln w="12700">
            <a:solidFill>
              <a:srgbClr val="2378BD"/>
            </a:solidFill>
            <a:prstDash val="solid"/>
          </a:ln>
        </p:spPr>
      </p:sp>
      <p:sp>
        <p:nvSpPr>
          <p:cNvPr id="199" name="Shape 196"/>
          <p:cNvSpPr/>
          <p:nvPr/>
        </p:nvSpPr>
        <p:spPr>
          <a:xfrm>
            <a:off x="8103870" y="4457700"/>
            <a:ext cx="51435" cy="51435"/>
          </a:xfrm>
          <a:prstGeom prst="rect">
            <a:avLst/>
          </a:prstGeom>
          <a:solidFill>
            <a:srgbClr val="2378BD"/>
          </a:solidFill>
          <a:ln w="12700">
            <a:solidFill>
              <a:srgbClr val="2378BD"/>
            </a:solidFill>
            <a:prstDash val="solid"/>
          </a:ln>
        </p:spPr>
      </p:sp>
      <p:sp>
        <p:nvSpPr>
          <p:cNvPr id="200" name="Shape 197"/>
          <p:cNvSpPr/>
          <p:nvPr/>
        </p:nvSpPr>
        <p:spPr>
          <a:xfrm>
            <a:off x="8155305" y="4457700"/>
            <a:ext cx="51435" cy="51435"/>
          </a:xfrm>
          <a:prstGeom prst="rect">
            <a:avLst/>
          </a:prstGeom>
          <a:solidFill>
            <a:srgbClr val="2378BD"/>
          </a:solidFill>
          <a:ln w="12700">
            <a:solidFill>
              <a:srgbClr val="2378BD"/>
            </a:solidFill>
            <a:prstDash val="solid"/>
          </a:ln>
        </p:spPr>
      </p:sp>
      <p:sp>
        <p:nvSpPr>
          <p:cNvPr id="201" name="Shape 198"/>
          <p:cNvSpPr/>
          <p:nvPr/>
        </p:nvSpPr>
        <p:spPr>
          <a:xfrm>
            <a:off x="8206740" y="4457700"/>
            <a:ext cx="51435" cy="51435"/>
          </a:xfrm>
          <a:prstGeom prst="rect">
            <a:avLst/>
          </a:prstGeom>
          <a:solidFill>
            <a:srgbClr val="2378BD"/>
          </a:solidFill>
          <a:ln w="12700">
            <a:solidFill>
              <a:srgbClr val="2378BD"/>
            </a:solidFill>
            <a:prstDash val="solid"/>
          </a:ln>
        </p:spPr>
      </p:sp>
      <p:sp>
        <p:nvSpPr>
          <p:cNvPr id="202" name="Shape 199"/>
          <p:cNvSpPr/>
          <p:nvPr/>
        </p:nvSpPr>
        <p:spPr>
          <a:xfrm>
            <a:off x="8258175" y="4457700"/>
            <a:ext cx="51435" cy="51435"/>
          </a:xfrm>
          <a:prstGeom prst="rect">
            <a:avLst/>
          </a:prstGeom>
          <a:solidFill>
            <a:srgbClr val="2378BD"/>
          </a:solidFill>
          <a:ln w="12700">
            <a:solidFill>
              <a:srgbClr val="2378BD"/>
            </a:solidFill>
            <a:prstDash val="solid"/>
          </a:ln>
        </p:spPr>
      </p:sp>
      <p:sp>
        <p:nvSpPr>
          <p:cNvPr id="203" name="Shape 200"/>
          <p:cNvSpPr/>
          <p:nvPr/>
        </p:nvSpPr>
        <p:spPr>
          <a:xfrm>
            <a:off x="8309610" y="4457700"/>
            <a:ext cx="51435" cy="51435"/>
          </a:xfrm>
          <a:prstGeom prst="rect">
            <a:avLst/>
          </a:prstGeom>
          <a:solidFill>
            <a:srgbClr val="2378BD"/>
          </a:solidFill>
          <a:ln w="12700">
            <a:solidFill>
              <a:srgbClr val="2378BD"/>
            </a:solidFill>
            <a:prstDash val="solid"/>
          </a:ln>
        </p:spPr>
      </p:sp>
      <p:sp>
        <p:nvSpPr>
          <p:cNvPr id="204" name="Shape 201"/>
          <p:cNvSpPr/>
          <p:nvPr/>
        </p:nvSpPr>
        <p:spPr>
          <a:xfrm>
            <a:off x="8361045" y="4457700"/>
            <a:ext cx="51435" cy="51435"/>
          </a:xfrm>
          <a:prstGeom prst="rect">
            <a:avLst/>
          </a:prstGeom>
          <a:solidFill>
            <a:srgbClr val="2378BD"/>
          </a:solidFill>
          <a:ln w="12700">
            <a:solidFill>
              <a:srgbClr val="2378BD"/>
            </a:solidFill>
            <a:prstDash val="solid"/>
          </a:ln>
        </p:spPr>
      </p:sp>
      <p:sp>
        <p:nvSpPr>
          <p:cNvPr id="205" name="Shape 202"/>
          <p:cNvSpPr/>
          <p:nvPr/>
        </p:nvSpPr>
        <p:spPr>
          <a:xfrm>
            <a:off x="8412480" y="4457700"/>
            <a:ext cx="51435" cy="51435"/>
          </a:xfrm>
          <a:prstGeom prst="rect">
            <a:avLst/>
          </a:prstGeom>
          <a:solidFill>
            <a:srgbClr val="2378BD"/>
          </a:solidFill>
          <a:ln w="12700">
            <a:solidFill>
              <a:srgbClr val="2378BD"/>
            </a:solidFill>
            <a:prstDash val="solid"/>
          </a:ln>
        </p:spPr>
      </p:sp>
      <p:sp>
        <p:nvSpPr>
          <p:cNvPr id="206" name="Shape 203"/>
          <p:cNvSpPr/>
          <p:nvPr/>
        </p:nvSpPr>
        <p:spPr>
          <a:xfrm>
            <a:off x="8463915" y="4457700"/>
            <a:ext cx="51435" cy="51435"/>
          </a:xfrm>
          <a:prstGeom prst="rect">
            <a:avLst/>
          </a:prstGeom>
          <a:solidFill>
            <a:srgbClr val="2378BD"/>
          </a:solidFill>
          <a:ln w="12700">
            <a:solidFill>
              <a:srgbClr val="2378BD"/>
            </a:solidFill>
            <a:prstDash val="solid"/>
          </a:ln>
        </p:spPr>
      </p:sp>
      <p:sp>
        <p:nvSpPr>
          <p:cNvPr id="207" name="Shape 204"/>
          <p:cNvSpPr/>
          <p:nvPr/>
        </p:nvSpPr>
        <p:spPr>
          <a:xfrm>
            <a:off x="8566785" y="4457700"/>
            <a:ext cx="51435" cy="51435"/>
          </a:xfrm>
          <a:prstGeom prst="rect">
            <a:avLst/>
          </a:prstGeom>
          <a:solidFill>
            <a:srgbClr val="2378BD"/>
          </a:solidFill>
          <a:ln w="12700">
            <a:solidFill>
              <a:srgbClr val="2378BD"/>
            </a:solidFill>
            <a:prstDash val="solid"/>
          </a:ln>
        </p:spPr>
      </p:sp>
      <p:sp>
        <p:nvSpPr>
          <p:cNvPr id="208" name="Shape 205"/>
          <p:cNvSpPr/>
          <p:nvPr/>
        </p:nvSpPr>
        <p:spPr>
          <a:xfrm>
            <a:off x="8618220" y="4457700"/>
            <a:ext cx="51435" cy="51435"/>
          </a:xfrm>
          <a:prstGeom prst="rect">
            <a:avLst/>
          </a:prstGeom>
          <a:solidFill>
            <a:srgbClr val="2378BD"/>
          </a:solidFill>
          <a:ln w="12700">
            <a:solidFill>
              <a:srgbClr val="2378BD"/>
            </a:solidFill>
            <a:prstDash val="solid"/>
          </a:ln>
        </p:spPr>
      </p:sp>
      <p:sp>
        <p:nvSpPr>
          <p:cNvPr id="209" name="Shape 206"/>
          <p:cNvSpPr/>
          <p:nvPr/>
        </p:nvSpPr>
        <p:spPr>
          <a:xfrm>
            <a:off x="8669655" y="4457700"/>
            <a:ext cx="51435" cy="51435"/>
          </a:xfrm>
          <a:prstGeom prst="rect">
            <a:avLst/>
          </a:prstGeom>
          <a:solidFill>
            <a:srgbClr val="2378BD"/>
          </a:solidFill>
          <a:ln w="12700">
            <a:solidFill>
              <a:srgbClr val="2378BD"/>
            </a:solidFill>
            <a:prstDash val="solid"/>
          </a:ln>
        </p:spPr>
      </p:sp>
      <p:sp>
        <p:nvSpPr>
          <p:cNvPr id="210" name="Shape 207"/>
          <p:cNvSpPr/>
          <p:nvPr/>
        </p:nvSpPr>
        <p:spPr>
          <a:xfrm>
            <a:off x="8721090" y="4457700"/>
            <a:ext cx="51435" cy="51435"/>
          </a:xfrm>
          <a:prstGeom prst="rect">
            <a:avLst/>
          </a:prstGeom>
          <a:solidFill>
            <a:srgbClr val="2378BD"/>
          </a:solidFill>
          <a:ln w="12700">
            <a:solidFill>
              <a:srgbClr val="2378BD"/>
            </a:solidFill>
            <a:prstDash val="solid"/>
          </a:ln>
        </p:spPr>
      </p:sp>
      <p:sp>
        <p:nvSpPr>
          <p:cNvPr id="211" name="Shape 208"/>
          <p:cNvSpPr/>
          <p:nvPr/>
        </p:nvSpPr>
        <p:spPr>
          <a:xfrm>
            <a:off x="8772525" y="4457700"/>
            <a:ext cx="51435" cy="51435"/>
          </a:xfrm>
          <a:prstGeom prst="rect">
            <a:avLst/>
          </a:prstGeom>
          <a:solidFill>
            <a:srgbClr val="2378BD"/>
          </a:solidFill>
          <a:ln w="12700">
            <a:solidFill>
              <a:srgbClr val="2378BD"/>
            </a:solidFill>
            <a:prstDash val="solid"/>
          </a:ln>
        </p:spPr>
      </p:sp>
      <p:sp>
        <p:nvSpPr>
          <p:cNvPr id="212" name="Shape 209"/>
          <p:cNvSpPr/>
          <p:nvPr/>
        </p:nvSpPr>
        <p:spPr>
          <a:xfrm>
            <a:off x="8052435" y="4509135"/>
            <a:ext cx="51435" cy="51435"/>
          </a:xfrm>
          <a:prstGeom prst="rect">
            <a:avLst/>
          </a:prstGeom>
          <a:solidFill>
            <a:srgbClr val="2378BD"/>
          </a:solidFill>
          <a:ln w="12700">
            <a:solidFill>
              <a:srgbClr val="2378BD"/>
            </a:solidFill>
            <a:prstDash val="solid"/>
          </a:ln>
        </p:spPr>
      </p:sp>
      <p:sp>
        <p:nvSpPr>
          <p:cNvPr id="213" name="Shape 210"/>
          <p:cNvSpPr/>
          <p:nvPr/>
        </p:nvSpPr>
        <p:spPr>
          <a:xfrm>
            <a:off x="8103870" y="4509135"/>
            <a:ext cx="51435" cy="51435"/>
          </a:xfrm>
          <a:prstGeom prst="rect">
            <a:avLst/>
          </a:prstGeom>
          <a:solidFill>
            <a:srgbClr val="2378BD"/>
          </a:solidFill>
          <a:ln w="12700">
            <a:solidFill>
              <a:srgbClr val="2378BD"/>
            </a:solidFill>
            <a:prstDash val="solid"/>
          </a:ln>
        </p:spPr>
      </p:sp>
      <p:sp>
        <p:nvSpPr>
          <p:cNvPr id="214" name="Shape 211"/>
          <p:cNvSpPr/>
          <p:nvPr/>
        </p:nvSpPr>
        <p:spPr>
          <a:xfrm>
            <a:off x="8155305" y="4509135"/>
            <a:ext cx="51435" cy="51435"/>
          </a:xfrm>
          <a:prstGeom prst="rect">
            <a:avLst/>
          </a:prstGeom>
          <a:solidFill>
            <a:srgbClr val="2378BD"/>
          </a:solidFill>
          <a:ln w="12700">
            <a:solidFill>
              <a:srgbClr val="2378BD"/>
            </a:solidFill>
            <a:prstDash val="solid"/>
          </a:ln>
        </p:spPr>
      </p:sp>
      <p:sp>
        <p:nvSpPr>
          <p:cNvPr id="215" name="Shape 212"/>
          <p:cNvSpPr/>
          <p:nvPr/>
        </p:nvSpPr>
        <p:spPr>
          <a:xfrm>
            <a:off x="8258175" y="4509135"/>
            <a:ext cx="51435" cy="51435"/>
          </a:xfrm>
          <a:prstGeom prst="rect">
            <a:avLst/>
          </a:prstGeom>
          <a:solidFill>
            <a:srgbClr val="2378BD"/>
          </a:solidFill>
          <a:ln w="12700">
            <a:solidFill>
              <a:srgbClr val="2378BD"/>
            </a:solidFill>
            <a:prstDash val="solid"/>
          </a:ln>
        </p:spPr>
      </p:sp>
      <p:sp>
        <p:nvSpPr>
          <p:cNvPr id="216" name="Shape 213"/>
          <p:cNvSpPr/>
          <p:nvPr/>
        </p:nvSpPr>
        <p:spPr>
          <a:xfrm>
            <a:off x="8309610" y="4509135"/>
            <a:ext cx="51435" cy="51435"/>
          </a:xfrm>
          <a:prstGeom prst="rect">
            <a:avLst/>
          </a:prstGeom>
          <a:solidFill>
            <a:srgbClr val="2378BD"/>
          </a:solidFill>
          <a:ln w="12700">
            <a:solidFill>
              <a:srgbClr val="2378BD"/>
            </a:solidFill>
            <a:prstDash val="solid"/>
          </a:ln>
        </p:spPr>
      </p:sp>
      <p:sp>
        <p:nvSpPr>
          <p:cNvPr id="217" name="Shape 214"/>
          <p:cNvSpPr/>
          <p:nvPr/>
        </p:nvSpPr>
        <p:spPr>
          <a:xfrm>
            <a:off x="8361045" y="4509135"/>
            <a:ext cx="51435" cy="51435"/>
          </a:xfrm>
          <a:prstGeom prst="rect">
            <a:avLst/>
          </a:prstGeom>
          <a:solidFill>
            <a:srgbClr val="2378BD"/>
          </a:solidFill>
          <a:ln w="12700">
            <a:solidFill>
              <a:srgbClr val="2378BD"/>
            </a:solidFill>
            <a:prstDash val="solid"/>
          </a:ln>
        </p:spPr>
      </p:sp>
      <p:sp>
        <p:nvSpPr>
          <p:cNvPr id="218" name="Shape 215"/>
          <p:cNvSpPr/>
          <p:nvPr/>
        </p:nvSpPr>
        <p:spPr>
          <a:xfrm>
            <a:off x="8412480" y="4509135"/>
            <a:ext cx="51435" cy="51435"/>
          </a:xfrm>
          <a:prstGeom prst="rect">
            <a:avLst/>
          </a:prstGeom>
          <a:solidFill>
            <a:srgbClr val="2378BD"/>
          </a:solidFill>
          <a:ln w="12700">
            <a:solidFill>
              <a:srgbClr val="2378BD"/>
            </a:solidFill>
            <a:prstDash val="solid"/>
          </a:ln>
        </p:spPr>
      </p:sp>
      <p:sp>
        <p:nvSpPr>
          <p:cNvPr id="219" name="Shape 216"/>
          <p:cNvSpPr/>
          <p:nvPr/>
        </p:nvSpPr>
        <p:spPr>
          <a:xfrm>
            <a:off x="8463915" y="4509135"/>
            <a:ext cx="51435" cy="51435"/>
          </a:xfrm>
          <a:prstGeom prst="rect">
            <a:avLst/>
          </a:prstGeom>
          <a:solidFill>
            <a:srgbClr val="2378BD"/>
          </a:solidFill>
          <a:ln w="12700">
            <a:solidFill>
              <a:srgbClr val="2378BD"/>
            </a:solidFill>
            <a:prstDash val="solid"/>
          </a:ln>
        </p:spPr>
      </p:sp>
      <p:sp>
        <p:nvSpPr>
          <p:cNvPr id="220" name="Shape 217"/>
          <p:cNvSpPr/>
          <p:nvPr/>
        </p:nvSpPr>
        <p:spPr>
          <a:xfrm>
            <a:off x="8515350" y="4509135"/>
            <a:ext cx="51435" cy="51435"/>
          </a:xfrm>
          <a:prstGeom prst="rect">
            <a:avLst/>
          </a:prstGeom>
          <a:solidFill>
            <a:srgbClr val="2378BD"/>
          </a:solidFill>
          <a:ln w="12700">
            <a:solidFill>
              <a:srgbClr val="2378BD"/>
            </a:solidFill>
            <a:prstDash val="solid"/>
          </a:ln>
        </p:spPr>
      </p:sp>
      <p:sp>
        <p:nvSpPr>
          <p:cNvPr id="221" name="Shape 218"/>
          <p:cNvSpPr/>
          <p:nvPr/>
        </p:nvSpPr>
        <p:spPr>
          <a:xfrm>
            <a:off x="8566785" y="4509135"/>
            <a:ext cx="51435" cy="51435"/>
          </a:xfrm>
          <a:prstGeom prst="rect">
            <a:avLst/>
          </a:prstGeom>
          <a:solidFill>
            <a:srgbClr val="2378BD"/>
          </a:solidFill>
          <a:ln w="12700">
            <a:solidFill>
              <a:srgbClr val="2378BD"/>
            </a:solidFill>
            <a:prstDash val="solid"/>
          </a:ln>
        </p:spPr>
      </p:sp>
      <p:sp>
        <p:nvSpPr>
          <p:cNvPr id="222" name="Shape 219"/>
          <p:cNvSpPr/>
          <p:nvPr/>
        </p:nvSpPr>
        <p:spPr>
          <a:xfrm>
            <a:off x="8618220" y="4509135"/>
            <a:ext cx="51435" cy="51435"/>
          </a:xfrm>
          <a:prstGeom prst="rect">
            <a:avLst/>
          </a:prstGeom>
          <a:solidFill>
            <a:srgbClr val="2378BD"/>
          </a:solidFill>
          <a:ln w="12700">
            <a:solidFill>
              <a:srgbClr val="2378BD"/>
            </a:solidFill>
            <a:prstDash val="solid"/>
          </a:ln>
        </p:spPr>
      </p:sp>
      <p:sp>
        <p:nvSpPr>
          <p:cNvPr id="223" name="Shape 220"/>
          <p:cNvSpPr/>
          <p:nvPr/>
        </p:nvSpPr>
        <p:spPr>
          <a:xfrm>
            <a:off x="8669655" y="4509135"/>
            <a:ext cx="51435" cy="51435"/>
          </a:xfrm>
          <a:prstGeom prst="rect">
            <a:avLst/>
          </a:prstGeom>
          <a:solidFill>
            <a:srgbClr val="2378BD"/>
          </a:solidFill>
          <a:ln w="12700">
            <a:solidFill>
              <a:srgbClr val="2378BD"/>
            </a:solidFill>
            <a:prstDash val="solid"/>
          </a:ln>
        </p:spPr>
      </p:sp>
      <p:sp>
        <p:nvSpPr>
          <p:cNvPr id="224" name="Shape 221"/>
          <p:cNvSpPr/>
          <p:nvPr/>
        </p:nvSpPr>
        <p:spPr>
          <a:xfrm>
            <a:off x="8721090" y="4509135"/>
            <a:ext cx="51435" cy="51435"/>
          </a:xfrm>
          <a:prstGeom prst="rect">
            <a:avLst/>
          </a:prstGeom>
          <a:solidFill>
            <a:srgbClr val="2378BD"/>
          </a:solidFill>
          <a:ln w="12700">
            <a:solidFill>
              <a:srgbClr val="2378BD"/>
            </a:solidFill>
            <a:prstDash val="solid"/>
          </a:ln>
        </p:spPr>
      </p:sp>
      <p:sp>
        <p:nvSpPr>
          <p:cNvPr id="225" name="Shape 222"/>
          <p:cNvSpPr/>
          <p:nvPr/>
        </p:nvSpPr>
        <p:spPr>
          <a:xfrm>
            <a:off x="8772525" y="4509135"/>
            <a:ext cx="51435" cy="51435"/>
          </a:xfrm>
          <a:prstGeom prst="rect">
            <a:avLst/>
          </a:prstGeom>
          <a:solidFill>
            <a:srgbClr val="2378BD"/>
          </a:solidFill>
          <a:ln w="12700">
            <a:solidFill>
              <a:srgbClr val="2378BD"/>
            </a:solidFill>
            <a:prstDash val="solid"/>
          </a:ln>
        </p:spPr>
      </p:sp>
      <p:sp>
        <p:nvSpPr>
          <p:cNvPr id="226" name="Shape 223"/>
          <p:cNvSpPr/>
          <p:nvPr/>
        </p:nvSpPr>
        <p:spPr>
          <a:xfrm>
            <a:off x="8103870" y="4560570"/>
            <a:ext cx="51435" cy="51435"/>
          </a:xfrm>
          <a:prstGeom prst="rect">
            <a:avLst/>
          </a:prstGeom>
          <a:solidFill>
            <a:srgbClr val="2378BD"/>
          </a:solidFill>
          <a:ln w="12700">
            <a:solidFill>
              <a:srgbClr val="2378BD"/>
            </a:solidFill>
            <a:prstDash val="solid"/>
          </a:ln>
        </p:spPr>
      </p:sp>
      <p:sp>
        <p:nvSpPr>
          <p:cNvPr id="227" name="Shape 224"/>
          <p:cNvSpPr/>
          <p:nvPr/>
        </p:nvSpPr>
        <p:spPr>
          <a:xfrm>
            <a:off x="8155305" y="4560570"/>
            <a:ext cx="51435" cy="51435"/>
          </a:xfrm>
          <a:prstGeom prst="rect">
            <a:avLst/>
          </a:prstGeom>
          <a:solidFill>
            <a:srgbClr val="2378BD"/>
          </a:solidFill>
          <a:ln w="12700">
            <a:solidFill>
              <a:srgbClr val="2378BD"/>
            </a:solidFill>
            <a:prstDash val="solid"/>
          </a:ln>
        </p:spPr>
      </p:sp>
      <p:sp>
        <p:nvSpPr>
          <p:cNvPr id="228" name="Shape 225"/>
          <p:cNvSpPr/>
          <p:nvPr/>
        </p:nvSpPr>
        <p:spPr>
          <a:xfrm>
            <a:off x="8206740" y="4560570"/>
            <a:ext cx="51435" cy="51435"/>
          </a:xfrm>
          <a:prstGeom prst="rect">
            <a:avLst/>
          </a:prstGeom>
          <a:solidFill>
            <a:srgbClr val="2378BD"/>
          </a:solidFill>
          <a:ln w="12700">
            <a:solidFill>
              <a:srgbClr val="2378BD"/>
            </a:solidFill>
            <a:prstDash val="solid"/>
          </a:ln>
        </p:spPr>
      </p:sp>
      <p:sp>
        <p:nvSpPr>
          <p:cNvPr id="229" name="Shape 226"/>
          <p:cNvSpPr/>
          <p:nvPr/>
        </p:nvSpPr>
        <p:spPr>
          <a:xfrm>
            <a:off x="8258175" y="4560570"/>
            <a:ext cx="51435" cy="51435"/>
          </a:xfrm>
          <a:prstGeom prst="rect">
            <a:avLst/>
          </a:prstGeom>
          <a:solidFill>
            <a:srgbClr val="2378BD"/>
          </a:solidFill>
          <a:ln w="12700">
            <a:solidFill>
              <a:srgbClr val="2378BD"/>
            </a:solidFill>
            <a:prstDash val="solid"/>
          </a:ln>
        </p:spPr>
      </p:sp>
      <p:sp>
        <p:nvSpPr>
          <p:cNvPr id="230" name="Shape 227"/>
          <p:cNvSpPr/>
          <p:nvPr/>
        </p:nvSpPr>
        <p:spPr>
          <a:xfrm>
            <a:off x="8309610" y="4560570"/>
            <a:ext cx="51435" cy="51435"/>
          </a:xfrm>
          <a:prstGeom prst="rect">
            <a:avLst/>
          </a:prstGeom>
          <a:solidFill>
            <a:srgbClr val="2378BD"/>
          </a:solidFill>
          <a:ln w="12700">
            <a:solidFill>
              <a:srgbClr val="2378BD"/>
            </a:solidFill>
            <a:prstDash val="solid"/>
          </a:ln>
        </p:spPr>
      </p:sp>
      <p:sp>
        <p:nvSpPr>
          <p:cNvPr id="231" name="Shape 228"/>
          <p:cNvSpPr/>
          <p:nvPr/>
        </p:nvSpPr>
        <p:spPr>
          <a:xfrm>
            <a:off x="8361045" y="4560570"/>
            <a:ext cx="51435" cy="51435"/>
          </a:xfrm>
          <a:prstGeom prst="rect">
            <a:avLst/>
          </a:prstGeom>
          <a:solidFill>
            <a:srgbClr val="2378BD"/>
          </a:solidFill>
          <a:ln w="12700">
            <a:solidFill>
              <a:srgbClr val="2378BD"/>
            </a:solidFill>
            <a:prstDash val="solid"/>
          </a:ln>
        </p:spPr>
      </p:sp>
      <p:sp>
        <p:nvSpPr>
          <p:cNvPr id="232" name="Shape 229"/>
          <p:cNvSpPr/>
          <p:nvPr/>
        </p:nvSpPr>
        <p:spPr>
          <a:xfrm>
            <a:off x="8412480" y="4560570"/>
            <a:ext cx="51435" cy="51435"/>
          </a:xfrm>
          <a:prstGeom prst="rect">
            <a:avLst/>
          </a:prstGeom>
          <a:solidFill>
            <a:srgbClr val="2378BD"/>
          </a:solidFill>
          <a:ln w="12700">
            <a:solidFill>
              <a:srgbClr val="2378BD"/>
            </a:solidFill>
            <a:prstDash val="solid"/>
          </a:ln>
        </p:spPr>
      </p:sp>
      <p:sp>
        <p:nvSpPr>
          <p:cNvPr id="233" name="Shape 230"/>
          <p:cNvSpPr/>
          <p:nvPr/>
        </p:nvSpPr>
        <p:spPr>
          <a:xfrm>
            <a:off x="8463915" y="4560570"/>
            <a:ext cx="51435" cy="51435"/>
          </a:xfrm>
          <a:prstGeom prst="rect">
            <a:avLst/>
          </a:prstGeom>
          <a:solidFill>
            <a:srgbClr val="2378BD"/>
          </a:solidFill>
          <a:ln w="12700">
            <a:solidFill>
              <a:srgbClr val="2378BD"/>
            </a:solidFill>
            <a:prstDash val="solid"/>
          </a:ln>
        </p:spPr>
      </p:sp>
      <p:sp>
        <p:nvSpPr>
          <p:cNvPr id="234" name="Shape 231"/>
          <p:cNvSpPr/>
          <p:nvPr/>
        </p:nvSpPr>
        <p:spPr>
          <a:xfrm>
            <a:off x="8515350" y="4560570"/>
            <a:ext cx="51435" cy="51435"/>
          </a:xfrm>
          <a:prstGeom prst="rect">
            <a:avLst/>
          </a:prstGeom>
          <a:solidFill>
            <a:srgbClr val="2378BD"/>
          </a:solidFill>
          <a:ln w="12700">
            <a:solidFill>
              <a:srgbClr val="2378BD"/>
            </a:solidFill>
            <a:prstDash val="solid"/>
          </a:ln>
        </p:spPr>
      </p:sp>
      <p:sp>
        <p:nvSpPr>
          <p:cNvPr id="235" name="Shape 232"/>
          <p:cNvSpPr/>
          <p:nvPr/>
        </p:nvSpPr>
        <p:spPr>
          <a:xfrm>
            <a:off x="8618220" y="4560570"/>
            <a:ext cx="51435" cy="51435"/>
          </a:xfrm>
          <a:prstGeom prst="rect">
            <a:avLst/>
          </a:prstGeom>
          <a:solidFill>
            <a:srgbClr val="2378BD"/>
          </a:solidFill>
          <a:ln w="12700">
            <a:solidFill>
              <a:srgbClr val="2378BD"/>
            </a:solidFill>
            <a:prstDash val="solid"/>
          </a:ln>
        </p:spPr>
      </p:sp>
      <p:sp>
        <p:nvSpPr>
          <p:cNvPr id="236" name="Shape 233"/>
          <p:cNvSpPr/>
          <p:nvPr/>
        </p:nvSpPr>
        <p:spPr>
          <a:xfrm>
            <a:off x="8721090" y="4560570"/>
            <a:ext cx="51435" cy="51435"/>
          </a:xfrm>
          <a:prstGeom prst="rect">
            <a:avLst/>
          </a:prstGeom>
          <a:solidFill>
            <a:srgbClr val="2378BD"/>
          </a:solidFill>
          <a:ln w="12700">
            <a:solidFill>
              <a:srgbClr val="2378BD"/>
            </a:solidFill>
            <a:prstDash val="solid"/>
          </a:ln>
        </p:spPr>
      </p:sp>
      <p:sp>
        <p:nvSpPr>
          <p:cNvPr id="237" name="Shape 234"/>
          <p:cNvSpPr/>
          <p:nvPr/>
        </p:nvSpPr>
        <p:spPr>
          <a:xfrm>
            <a:off x="8155305" y="4612005"/>
            <a:ext cx="51435" cy="51435"/>
          </a:xfrm>
          <a:prstGeom prst="rect">
            <a:avLst/>
          </a:prstGeom>
          <a:solidFill>
            <a:srgbClr val="2378BD"/>
          </a:solidFill>
          <a:ln w="12700">
            <a:solidFill>
              <a:srgbClr val="2378BD"/>
            </a:solidFill>
            <a:prstDash val="solid"/>
          </a:ln>
        </p:spPr>
      </p:sp>
      <p:sp>
        <p:nvSpPr>
          <p:cNvPr id="238" name="Shape 235"/>
          <p:cNvSpPr/>
          <p:nvPr/>
        </p:nvSpPr>
        <p:spPr>
          <a:xfrm>
            <a:off x="8206740" y="4612005"/>
            <a:ext cx="51435" cy="51435"/>
          </a:xfrm>
          <a:prstGeom prst="rect">
            <a:avLst/>
          </a:prstGeom>
          <a:solidFill>
            <a:srgbClr val="2378BD"/>
          </a:solidFill>
          <a:ln w="12700">
            <a:solidFill>
              <a:srgbClr val="2378BD"/>
            </a:solidFill>
            <a:prstDash val="solid"/>
          </a:ln>
        </p:spPr>
      </p:sp>
      <p:sp>
        <p:nvSpPr>
          <p:cNvPr id="239" name="Shape 236"/>
          <p:cNvSpPr/>
          <p:nvPr/>
        </p:nvSpPr>
        <p:spPr>
          <a:xfrm>
            <a:off x="8258175" y="4612005"/>
            <a:ext cx="51435" cy="51435"/>
          </a:xfrm>
          <a:prstGeom prst="rect">
            <a:avLst/>
          </a:prstGeom>
          <a:solidFill>
            <a:srgbClr val="2378BD"/>
          </a:solidFill>
          <a:ln w="12700">
            <a:solidFill>
              <a:srgbClr val="2378BD"/>
            </a:solidFill>
            <a:prstDash val="solid"/>
          </a:ln>
        </p:spPr>
      </p:sp>
      <p:sp>
        <p:nvSpPr>
          <p:cNvPr id="240" name="Shape 237"/>
          <p:cNvSpPr/>
          <p:nvPr/>
        </p:nvSpPr>
        <p:spPr>
          <a:xfrm>
            <a:off x="8309610" y="4612005"/>
            <a:ext cx="51435" cy="51435"/>
          </a:xfrm>
          <a:prstGeom prst="rect">
            <a:avLst/>
          </a:prstGeom>
          <a:solidFill>
            <a:srgbClr val="2378BD"/>
          </a:solidFill>
          <a:ln w="12700">
            <a:solidFill>
              <a:srgbClr val="2378BD"/>
            </a:solidFill>
            <a:prstDash val="solid"/>
          </a:ln>
        </p:spPr>
      </p:sp>
      <p:sp>
        <p:nvSpPr>
          <p:cNvPr id="241" name="Shape 238"/>
          <p:cNvSpPr/>
          <p:nvPr/>
        </p:nvSpPr>
        <p:spPr>
          <a:xfrm>
            <a:off x="8412480" y="4612005"/>
            <a:ext cx="51435" cy="51435"/>
          </a:xfrm>
          <a:prstGeom prst="rect">
            <a:avLst/>
          </a:prstGeom>
          <a:solidFill>
            <a:srgbClr val="2378BD"/>
          </a:solidFill>
          <a:ln w="12700">
            <a:solidFill>
              <a:srgbClr val="2378BD"/>
            </a:solidFill>
            <a:prstDash val="solid"/>
          </a:ln>
        </p:spPr>
      </p:sp>
      <p:sp>
        <p:nvSpPr>
          <p:cNvPr id="242" name="Shape 239"/>
          <p:cNvSpPr/>
          <p:nvPr/>
        </p:nvSpPr>
        <p:spPr>
          <a:xfrm>
            <a:off x="8463915" y="4612005"/>
            <a:ext cx="51435" cy="51435"/>
          </a:xfrm>
          <a:prstGeom prst="rect">
            <a:avLst/>
          </a:prstGeom>
          <a:solidFill>
            <a:srgbClr val="2378BD"/>
          </a:solidFill>
          <a:ln w="12700">
            <a:solidFill>
              <a:srgbClr val="2378BD"/>
            </a:solidFill>
            <a:prstDash val="solid"/>
          </a:ln>
        </p:spPr>
      </p:sp>
      <p:sp>
        <p:nvSpPr>
          <p:cNvPr id="243" name="Shape 240"/>
          <p:cNvSpPr/>
          <p:nvPr/>
        </p:nvSpPr>
        <p:spPr>
          <a:xfrm>
            <a:off x="8515350" y="4612005"/>
            <a:ext cx="51435" cy="51435"/>
          </a:xfrm>
          <a:prstGeom prst="rect">
            <a:avLst/>
          </a:prstGeom>
          <a:solidFill>
            <a:srgbClr val="2378BD"/>
          </a:solidFill>
          <a:ln w="12700">
            <a:solidFill>
              <a:srgbClr val="2378BD"/>
            </a:solidFill>
            <a:prstDash val="solid"/>
          </a:ln>
        </p:spPr>
      </p:sp>
      <p:sp>
        <p:nvSpPr>
          <p:cNvPr id="244" name="Shape 241"/>
          <p:cNvSpPr/>
          <p:nvPr/>
        </p:nvSpPr>
        <p:spPr>
          <a:xfrm>
            <a:off x="8566785" y="4612005"/>
            <a:ext cx="51435" cy="51435"/>
          </a:xfrm>
          <a:prstGeom prst="rect">
            <a:avLst/>
          </a:prstGeom>
          <a:solidFill>
            <a:srgbClr val="2378BD"/>
          </a:solidFill>
          <a:ln w="12700">
            <a:solidFill>
              <a:srgbClr val="2378BD"/>
            </a:solidFill>
            <a:prstDash val="solid"/>
          </a:ln>
        </p:spPr>
      </p:sp>
      <p:sp>
        <p:nvSpPr>
          <p:cNvPr id="245" name="Shape 242"/>
          <p:cNvSpPr/>
          <p:nvPr/>
        </p:nvSpPr>
        <p:spPr>
          <a:xfrm>
            <a:off x="8618220" y="4612005"/>
            <a:ext cx="51435" cy="51435"/>
          </a:xfrm>
          <a:prstGeom prst="rect">
            <a:avLst/>
          </a:prstGeom>
          <a:solidFill>
            <a:srgbClr val="2378BD"/>
          </a:solidFill>
          <a:ln w="12700">
            <a:solidFill>
              <a:srgbClr val="2378BD"/>
            </a:solidFill>
            <a:prstDash val="solid"/>
          </a:ln>
        </p:spPr>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does a machine learn?</dc:title>
  <dc:subject>PptxGenJS Presentation</dc:subject>
  <dc:creator>Neural Lab</dc:creator>
  <cp:lastModifiedBy>Neural Lab</cp:lastModifiedBy>
  <cp:revision>1</cp:revision>
  <dcterms:created xsi:type="dcterms:W3CDTF">2026-09-14T06:31:19Z</dcterms:created>
  <dcterms:modified xsi:type="dcterms:W3CDTF">2026-09-14T06:31:19Z</dcterms:modified>
</cp:coreProperties>
</file>